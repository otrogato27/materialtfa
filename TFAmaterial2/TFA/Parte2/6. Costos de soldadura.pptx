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3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4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4"/>
    <p:sldMasterId id="2147483665" r:id="rId5"/>
    <p:sldMasterId id="2147483671" r:id="rId6"/>
    <p:sldMasterId id="2147483687" r:id="rId7"/>
    <p:sldMasterId id="2147483731" r:id="rId8"/>
  </p:sldMasterIdLst>
  <p:notesMasterIdLst>
    <p:notesMasterId r:id="rId27"/>
  </p:notesMasterIdLst>
  <p:handoutMasterIdLst>
    <p:handoutMasterId r:id="rId28"/>
  </p:handoutMasterIdLst>
  <p:sldIdLst>
    <p:sldId id="259" r:id="rId9"/>
    <p:sldId id="256" r:id="rId10"/>
    <p:sldId id="270" r:id="rId11"/>
    <p:sldId id="257" r:id="rId12"/>
    <p:sldId id="258" r:id="rId13"/>
    <p:sldId id="271" r:id="rId14"/>
    <p:sldId id="272" r:id="rId15"/>
    <p:sldId id="267" r:id="rId16"/>
    <p:sldId id="711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73" r:id="rId25"/>
    <p:sldId id="274" r:id="rId26"/>
  </p:sldIdLst>
  <p:sldSz cx="12192000" cy="6858000"/>
  <p:notesSz cx="6858000" cy="9144000"/>
  <p:defaultTextStyle>
    <a:defPPr>
      <a:defRPr lang="es-ES_trad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67A"/>
    <a:srgbClr val="49100F"/>
    <a:srgbClr val="8C1F1C"/>
    <a:srgbClr val="6B3F74"/>
    <a:srgbClr val="502F57"/>
    <a:srgbClr val="F5F5F5"/>
    <a:srgbClr val="071321"/>
    <a:srgbClr val="003863"/>
    <a:srgbClr val="2D2D2D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70"/>
  </p:normalViewPr>
  <p:slideViewPr>
    <p:cSldViewPr snapToGrid="0" snapToObjects="1">
      <p:cViewPr varScale="1">
        <p:scale>
          <a:sx n="38" d="100"/>
          <a:sy n="38" d="100"/>
        </p:scale>
        <p:origin x="48" y="6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10" d="100"/>
        <a:sy n="110" d="100"/>
      </p:scale>
      <p:origin x="0" y="-16446"/>
    </p:cViewPr>
  </p:sorterViewPr>
  <p:notesViewPr>
    <p:cSldViewPr snapToGrid="0" snapToObjects="1">
      <p:cViewPr varScale="1">
        <p:scale>
          <a:sx n="135" d="100"/>
          <a:sy n="135" d="100"/>
        </p:scale>
        <p:origin x="4768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3" Type="http://schemas.openxmlformats.org/officeDocument/2006/relationships/customXml" Target="../customXml/item3.xml"/><Relationship Id="rId21" Type="http://schemas.openxmlformats.org/officeDocument/2006/relationships/slide" Target="slides/slide13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D4B4D91-69EA-467B-AA88-330534555265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PE"/>
        </a:p>
      </dgm:t>
    </dgm:pt>
    <dgm:pt modelId="{0CA1631F-AE02-4799-9CE9-564F7C54E142}">
      <dgm:prSet phldrT="[Texto]" custT="1"/>
      <dgm:spPr/>
      <dgm:t>
        <a:bodyPr/>
        <a:lstStyle/>
        <a:p>
          <a:r>
            <a:rPr lang="es-ES" sz="2400" dirty="0"/>
            <a:t>Costos de una operación de soldadura se calculan para:</a:t>
          </a:r>
          <a:endParaRPr lang="es-PE" sz="2400" dirty="0"/>
        </a:p>
      </dgm:t>
    </dgm:pt>
    <dgm:pt modelId="{45C24598-DB70-412E-A87D-59260945172C}" type="parTrans" cxnId="{B3C76E2B-F451-4E18-8AF5-48058E0961EF}">
      <dgm:prSet/>
      <dgm:spPr/>
      <dgm:t>
        <a:bodyPr/>
        <a:lstStyle/>
        <a:p>
          <a:endParaRPr lang="es-PE"/>
        </a:p>
      </dgm:t>
    </dgm:pt>
    <dgm:pt modelId="{D89C893B-5B5D-42C8-A2E7-EAC2440883C1}" type="sibTrans" cxnId="{B3C76E2B-F451-4E18-8AF5-48058E0961EF}">
      <dgm:prSet/>
      <dgm:spPr/>
      <dgm:t>
        <a:bodyPr/>
        <a:lstStyle/>
        <a:p>
          <a:endParaRPr lang="es-PE"/>
        </a:p>
      </dgm:t>
    </dgm:pt>
    <dgm:pt modelId="{8975A9F8-9A16-4AA0-BEC9-DF67EDFF8B82}">
      <dgm:prSet phldrT="[Texto]"/>
      <dgm:spPr>
        <a:solidFill>
          <a:schemeClr val="accent4"/>
        </a:solidFill>
      </dgm:spPr>
      <dgm:t>
        <a:bodyPr/>
        <a:lstStyle/>
        <a:p>
          <a:r>
            <a:rPr lang="es-ES" dirty="0">
              <a:solidFill>
                <a:schemeClr val="bg1"/>
              </a:solidFill>
            </a:rPr>
            <a:t>Preparar el </a:t>
          </a:r>
          <a:r>
            <a:rPr lang="es-ES" dirty="0" err="1">
              <a:solidFill>
                <a:schemeClr val="bg1"/>
              </a:solidFill>
            </a:rPr>
            <a:t>ppto</a:t>
          </a:r>
          <a:r>
            <a:rPr lang="es-ES" dirty="0">
              <a:solidFill>
                <a:schemeClr val="bg1"/>
              </a:solidFill>
            </a:rPr>
            <a:t> de un servicio particular</a:t>
          </a:r>
          <a:endParaRPr lang="es-PE" dirty="0">
            <a:solidFill>
              <a:schemeClr val="bg1"/>
            </a:solidFill>
          </a:endParaRPr>
        </a:p>
      </dgm:t>
    </dgm:pt>
    <dgm:pt modelId="{BF0201CD-2354-4162-9639-2CF61CD44618}" type="parTrans" cxnId="{44316D60-DC48-4F83-B0D5-C82B9BBA860A}">
      <dgm:prSet/>
      <dgm:spPr/>
      <dgm:t>
        <a:bodyPr/>
        <a:lstStyle/>
        <a:p>
          <a:endParaRPr lang="es-PE"/>
        </a:p>
      </dgm:t>
    </dgm:pt>
    <dgm:pt modelId="{A9E00832-E77F-40E6-B210-8797E311087D}" type="sibTrans" cxnId="{44316D60-DC48-4F83-B0D5-C82B9BBA860A}">
      <dgm:prSet/>
      <dgm:spPr/>
      <dgm:t>
        <a:bodyPr/>
        <a:lstStyle/>
        <a:p>
          <a:endParaRPr lang="es-PE"/>
        </a:p>
      </dgm:t>
    </dgm:pt>
    <dgm:pt modelId="{061005F1-8A7D-4581-9947-4BA1477E4178}">
      <dgm:prSet phldrT="[Texto]"/>
      <dgm:spPr>
        <a:solidFill>
          <a:srgbClr val="92D050"/>
        </a:solidFill>
      </dgm:spPr>
      <dgm:t>
        <a:bodyPr/>
        <a:lstStyle/>
        <a:p>
          <a:r>
            <a:rPr lang="es-ES" dirty="0"/>
            <a:t>Comparar procedimientos de soldadura entre sí </a:t>
          </a:r>
          <a:endParaRPr lang="es-PE" dirty="0"/>
        </a:p>
      </dgm:t>
    </dgm:pt>
    <dgm:pt modelId="{3041D1DC-1226-4C86-80C4-BCC6D4FF1EF2}" type="parTrans" cxnId="{FC21D4BE-B961-4DDD-A556-8CB77DBEFA59}">
      <dgm:prSet/>
      <dgm:spPr/>
      <dgm:t>
        <a:bodyPr/>
        <a:lstStyle/>
        <a:p>
          <a:endParaRPr lang="es-PE"/>
        </a:p>
      </dgm:t>
    </dgm:pt>
    <dgm:pt modelId="{B627D635-5BE7-4265-A837-9B80C58E4AFB}" type="sibTrans" cxnId="{FC21D4BE-B961-4DDD-A556-8CB77DBEFA59}">
      <dgm:prSet/>
      <dgm:spPr/>
      <dgm:t>
        <a:bodyPr/>
        <a:lstStyle/>
        <a:p>
          <a:endParaRPr lang="es-PE"/>
        </a:p>
      </dgm:t>
    </dgm:pt>
    <dgm:pt modelId="{C3D7DC69-52C8-499B-A4EE-40C39C8D1128}">
      <dgm:prSet phldrT="[Texto]"/>
      <dgm:spPr>
        <a:solidFill>
          <a:srgbClr val="FFFF00"/>
        </a:solidFill>
      </dgm:spPr>
      <dgm:t>
        <a:bodyPr/>
        <a:lstStyle/>
        <a:p>
          <a:r>
            <a:rPr lang="es-ES" dirty="0">
              <a:solidFill>
                <a:schemeClr val="tx1"/>
              </a:solidFill>
            </a:rPr>
            <a:t>Determinar la cantidad de consumibles necesarios</a:t>
          </a:r>
          <a:endParaRPr lang="es-PE" dirty="0">
            <a:solidFill>
              <a:schemeClr val="tx1"/>
            </a:solidFill>
          </a:endParaRPr>
        </a:p>
      </dgm:t>
    </dgm:pt>
    <dgm:pt modelId="{76E8DDA6-2DE2-4CF2-8C89-1F2A2D69B7F2}" type="parTrans" cxnId="{8CD73B97-8C6B-4118-98B1-BC54C308906C}">
      <dgm:prSet/>
      <dgm:spPr/>
      <dgm:t>
        <a:bodyPr/>
        <a:lstStyle/>
        <a:p>
          <a:endParaRPr lang="es-PE"/>
        </a:p>
      </dgm:t>
    </dgm:pt>
    <dgm:pt modelId="{E007283D-DD0B-4401-989B-8CBBFCCEB92B}" type="sibTrans" cxnId="{8CD73B97-8C6B-4118-98B1-BC54C308906C}">
      <dgm:prSet/>
      <dgm:spPr/>
      <dgm:t>
        <a:bodyPr/>
        <a:lstStyle/>
        <a:p>
          <a:endParaRPr lang="es-PE"/>
        </a:p>
      </dgm:t>
    </dgm:pt>
    <dgm:pt modelId="{B4ACC554-7B37-46A3-BBDF-6DF71D96E231}" type="pres">
      <dgm:prSet presAssocID="{BD4B4D91-69EA-467B-AA88-330534555265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321F6D15-DEAA-4F85-8433-67C1A7001474}" type="pres">
      <dgm:prSet presAssocID="{0CA1631F-AE02-4799-9CE9-564F7C54E142}" presName="root1" presStyleCnt="0"/>
      <dgm:spPr/>
    </dgm:pt>
    <dgm:pt modelId="{BF487D43-5884-4CA4-A6A3-96E933A22654}" type="pres">
      <dgm:prSet presAssocID="{0CA1631F-AE02-4799-9CE9-564F7C54E142}" presName="LevelOneTextNode" presStyleLbl="node0" presStyleIdx="0" presStyleCnt="1" custAng="5400000" custScaleX="154662" custScaleY="39218" custLinFactNeighborX="-94732" custLinFactNeighborY="0">
        <dgm:presLayoutVars>
          <dgm:chPref val="3"/>
        </dgm:presLayoutVars>
      </dgm:prSet>
      <dgm:spPr/>
    </dgm:pt>
    <dgm:pt modelId="{3D8435E5-9C35-45C5-AD57-41D182BF0218}" type="pres">
      <dgm:prSet presAssocID="{0CA1631F-AE02-4799-9CE9-564F7C54E142}" presName="level2hierChild" presStyleCnt="0"/>
      <dgm:spPr/>
    </dgm:pt>
    <dgm:pt modelId="{E4F578A2-77FE-4028-9244-7426B4256AFA}" type="pres">
      <dgm:prSet presAssocID="{BF0201CD-2354-4162-9639-2CF61CD44618}" presName="conn2-1" presStyleLbl="parChTrans1D2" presStyleIdx="0" presStyleCnt="3"/>
      <dgm:spPr/>
    </dgm:pt>
    <dgm:pt modelId="{1DB77D94-266B-423E-9504-7E8E1CB670A5}" type="pres">
      <dgm:prSet presAssocID="{BF0201CD-2354-4162-9639-2CF61CD44618}" presName="connTx" presStyleLbl="parChTrans1D2" presStyleIdx="0" presStyleCnt="3"/>
      <dgm:spPr/>
    </dgm:pt>
    <dgm:pt modelId="{AA645AF6-31FD-4E22-B35C-910F2E02FE2E}" type="pres">
      <dgm:prSet presAssocID="{8975A9F8-9A16-4AA0-BEC9-DF67EDFF8B82}" presName="root2" presStyleCnt="0"/>
      <dgm:spPr/>
    </dgm:pt>
    <dgm:pt modelId="{1C94C5A5-E8B8-4304-A01A-3570B67EB948}" type="pres">
      <dgm:prSet presAssocID="{8975A9F8-9A16-4AA0-BEC9-DF67EDFF8B82}" presName="LevelTwoTextNode" presStyleLbl="node2" presStyleIdx="0" presStyleCnt="3">
        <dgm:presLayoutVars>
          <dgm:chPref val="3"/>
        </dgm:presLayoutVars>
      </dgm:prSet>
      <dgm:spPr/>
    </dgm:pt>
    <dgm:pt modelId="{D4955CD7-7DF8-4400-8B1B-EB6D63C94482}" type="pres">
      <dgm:prSet presAssocID="{8975A9F8-9A16-4AA0-BEC9-DF67EDFF8B82}" presName="level3hierChild" presStyleCnt="0"/>
      <dgm:spPr/>
    </dgm:pt>
    <dgm:pt modelId="{DAB02BED-3645-4F8C-9057-25546A031788}" type="pres">
      <dgm:prSet presAssocID="{3041D1DC-1226-4C86-80C4-BCC6D4FF1EF2}" presName="conn2-1" presStyleLbl="parChTrans1D2" presStyleIdx="1" presStyleCnt="3"/>
      <dgm:spPr/>
    </dgm:pt>
    <dgm:pt modelId="{C39E6E45-66F2-4D11-8C57-B0A4DE2C364C}" type="pres">
      <dgm:prSet presAssocID="{3041D1DC-1226-4C86-80C4-BCC6D4FF1EF2}" presName="connTx" presStyleLbl="parChTrans1D2" presStyleIdx="1" presStyleCnt="3"/>
      <dgm:spPr/>
    </dgm:pt>
    <dgm:pt modelId="{97BE3448-3805-4800-90E2-9A513309E716}" type="pres">
      <dgm:prSet presAssocID="{061005F1-8A7D-4581-9947-4BA1477E4178}" presName="root2" presStyleCnt="0"/>
      <dgm:spPr/>
    </dgm:pt>
    <dgm:pt modelId="{EBF44156-3B31-4CE8-978F-48B2206C3642}" type="pres">
      <dgm:prSet presAssocID="{061005F1-8A7D-4581-9947-4BA1477E4178}" presName="LevelTwoTextNode" presStyleLbl="node2" presStyleIdx="1" presStyleCnt="3">
        <dgm:presLayoutVars>
          <dgm:chPref val="3"/>
        </dgm:presLayoutVars>
      </dgm:prSet>
      <dgm:spPr/>
    </dgm:pt>
    <dgm:pt modelId="{CAA06620-CC3C-4064-B317-AA93A1EB1468}" type="pres">
      <dgm:prSet presAssocID="{061005F1-8A7D-4581-9947-4BA1477E4178}" presName="level3hierChild" presStyleCnt="0"/>
      <dgm:spPr/>
    </dgm:pt>
    <dgm:pt modelId="{820F8C62-ECCB-46B9-B341-430011DCD301}" type="pres">
      <dgm:prSet presAssocID="{76E8DDA6-2DE2-4CF2-8C89-1F2A2D69B7F2}" presName="conn2-1" presStyleLbl="parChTrans1D2" presStyleIdx="2" presStyleCnt="3"/>
      <dgm:spPr/>
    </dgm:pt>
    <dgm:pt modelId="{643B7877-F2BB-4B54-B21B-5C838E160798}" type="pres">
      <dgm:prSet presAssocID="{76E8DDA6-2DE2-4CF2-8C89-1F2A2D69B7F2}" presName="connTx" presStyleLbl="parChTrans1D2" presStyleIdx="2" presStyleCnt="3"/>
      <dgm:spPr/>
    </dgm:pt>
    <dgm:pt modelId="{98346EE9-5FD4-42E2-894D-30B7D263BF12}" type="pres">
      <dgm:prSet presAssocID="{C3D7DC69-52C8-499B-A4EE-40C39C8D1128}" presName="root2" presStyleCnt="0"/>
      <dgm:spPr/>
    </dgm:pt>
    <dgm:pt modelId="{E784AA5F-AB06-4C8A-AAB8-BCCCC53D62F7}" type="pres">
      <dgm:prSet presAssocID="{C3D7DC69-52C8-499B-A4EE-40C39C8D1128}" presName="LevelTwoTextNode" presStyleLbl="node2" presStyleIdx="2" presStyleCnt="3">
        <dgm:presLayoutVars>
          <dgm:chPref val="3"/>
        </dgm:presLayoutVars>
      </dgm:prSet>
      <dgm:spPr/>
    </dgm:pt>
    <dgm:pt modelId="{864BE421-5A9F-42C5-BD55-BB5E466EF579}" type="pres">
      <dgm:prSet presAssocID="{C3D7DC69-52C8-499B-A4EE-40C39C8D1128}" presName="level3hierChild" presStyleCnt="0"/>
      <dgm:spPr/>
    </dgm:pt>
  </dgm:ptLst>
  <dgm:cxnLst>
    <dgm:cxn modelId="{B3C76E2B-F451-4E18-8AF5-48058E0961EF}" srcId="{BD4B4D91-69EA-467B-AA88-330534555265}" destId="{0CA1631F-AE02-4799-9CE9-564F7C54E142}" srcOrd="0" destOrd="0" parTransId="{45C24598-DB70-412E-A87D-59260945172C}" sibTransId="{D89C893B-5B5D-42C8-A2E7-EAC2440883C1}"/>
    <dgm:cxn modelId="{44316D60-DC48-4F83-B0D5-C82B9BBA860A}" srcId="{0CA1631F-AE02-4799-9CE9-564F7C54E142}" destId="{8975A9F8-9A16-4AA0-BEC9-DF67EDFF8B82}" srcOrd="0" destOrd="0" parTransId="{BF0201CD-2354-4162-9639-2CF61CD44618}" sibTransId="{A9E00832-E77F-40E6-B210-8797E311087D}"/>
    <dgm:cxn modelId="{B7B7AC64-805A-40B1-80EE-714D488A7581}" type="presOf" srcId="{C3D7DC69-52C8-499B-A4EE-40C39C8D1128}" destId="{E784AA5F-AB06-4C8A-AAB8-BCCCC53D62F7}" srcOrd="0" destOrd="0" presId="urn:microsoft.com/office/officeart/2008/layout/HorizontalMultiLevelHierarchy"/>
    <dgm:cxn modelId="{B00CDD6E-424B-4CB4-81D4-1DCF759FED04}" type="presOf" srcId="{BF0201CD-2354-4162-9639-2CF61CD44618}" destId="{E4F578A2-77FE-4028-9244-7426B4256AFA}" srcOrd="0" destOrd="0" presId="urn:microsoft.com/office/officeart/2008/layout/HorizontalMultiLevelHierarchy"/>
    <dgm:cxn modelId="{0F182087-CCE4-4648-9A0C-FA21756C7A9F}" type="presOf" srcId="{3041D1DC-1226-4C86-80C4-BCC6D4FF1EF2}" destId="{DAB02BED-3645-4F8C-9057-25546A031788}" srcOrd="0" destOrd="0" presId="urn:microsoft.com/office/officeart/2008/layout/HorizontalMultiLevelHierarchy"/>
    <dgm:cxn modelId="{BDE9378A-FCA2-4318-9275-44CE41407DD9}" type="presOf" srcId="{0CA1631F-AE02-4799-9CE9-564F7C54E142}" destId="{BF487D43-5884-4CA4-A6A3-96E933A22654}" srcOrd="0" destOrd="0" presId="urn:microsoft.com/office/officeart/2008/layout/HorizontalMultiLevelHierarchy"/>
    <dgm:cxn modelId="{8CD73B97-8C6B-4118-98B1-BC54C308906C}" srcId="{0CA1631F-AE02-4799-9CE9-564F7C54E142}" destId="{C3D7DC69-52C8-499B-A4EE-40C39C8D1128}" srcOrd="2" destOrd="0" parTransId="{76E8DDA6-2DE2-4CF2-8C89-1F2A2D69B7F2}" sibTransId="{E007283D-DD0B-4401-989B-8CBBFCCEB92B}"/>
    <dgm:cxn modelId="{6B46DD9C-F2C6-429D-9994-4D9201D755D8}" type="presOf" srcId="{3041D1DC-1226-4C86-80C4-BCC6D4FF1EF2}" destId="{C39E6E45-66F2-4D11-8C57-B0A4DE2C364C}" srcOrd="1" destOrd="0" presId="urn:microsoft.com/office/officeart/2008/layout/HorizontalMultiLevelHierarchy"/>
    <dgm:cxn modelId="{E563ABB8-23DB-44F9-99AA-C321CFD5B6A9}" type="presOf" srcId="{76E8DDA6-2DE2-4CF2-8C89-1F2A2D69B7F2}" destId="{820F8C62-ECCB-46B9-B341-430011DCD301}" srcOrd="0" destOrd="0" presId="urn:microsoft.com/office/officeart/2008/layout/HorizontalMultiLevelHierarchy"/>
    <dgm:cxn modelId="{FC21D4BE-B961-4DDD-A556-8CB77DBEFA59}" srcId="{0CA1631F-AE02-4799-9CE9-564F7C54E142}" destId="{061005F1-8A7D-4581-9947-4BA1477E4178}" srcOrd="1" destOrd="0" parTransId="{3041D1DC-1226-4C86-80C4-BCC6D4FF1EF2}" sibTransId="{B627D635-5BE7-4265-A837-9B80C58E4AFB}"/>
    <dgm:cxn modelId="{176ED6CA-A53A-49D9-B09D-0F518562AE70}" type="presOf" srcId="{BD4B4D91-69EA-467B-AA88-330534555265}" destId="{B4ACC554-7B37-46A3-BBDF-6DF71D96E231}" srcOrd="0" destOrd="0" presId="urn:microsoft.com/office/officeart/2008/layout/HorizontalMultiLevelHierarchy"/>
    <dgm:cxn modelId="{E04070D7-CDBC-4775-9618-79DEFF966EE5}" type="presOf" srcId="{76E8DDA6-2DE2-4CF2-8C89-1F2A2D69B7F2}" destId="{643B7877-F2BB-4B54-B21B-5C838E160798}" srcOrd="1" destOrd="0" presId="urn:microsoft.com/office/officeart/2008/layout/HorizontalMultiLevelHierarchy"/>
    <dgm:cxn modelId="{F71E8DDE-F00C-46A5-A065-FF4FEF024536}" type="presOf" srcId="{BF0201CD-2354-4162-9639-2CF61CD44618}" destId="{1DB77D94-266B-423E-9504-7E8E1CB670A5}" srcOrd="1" destOrd="0" presId="urn:microsoft.com/office/officeart/2008/layout/HorizontalMultiLevelHierarchy"/>
    <dgm:cxn modelId="{3EF6E0E3-C00B-4224-B389-391E73EDA4B9}" type="presOf" srcId="{8975A9F8-9A16-4AA0-BEC9-DF67EDFF8B82}" destId="{1C94C5A5-E8B8-4304-A01A-3570B67EB948}" srcOrd="0" destOrd="0" presId="urn:microsoft.com/office/officeart/2008/layout/HorizontalMultiLevelHierarchy"/>
    <dgm:cxn modelId="{6634EEF5-F15B-4F12-A6A0-8CA36B8A78B5}" type="presOf" srcId="{061005F1-8A7D-4581-9947-4BA1477E4178}" destId="{EBF44156-3B31-4CE8-978F-48B2206C3642}" srcOrd="0" destOrd="0" presId="urn:microsoft.com/office/officeart/2008/layout/HorizontalMultiLevelHierarchy"/>
    <dgm:cxn modelId="{704EBE1B-1BAE-4C78-8F44-4C1A6866DEAF}" type="presParOf" srcId="{B4ACC554-7B37-46A3-BBDF-6DF71D96E231}" destId="{321F6D15-DEAA-4F85-8433-67C1A7001474}" srcOrd="0" destOrd="0" presId="urn:microsoft.com/office/officeart/2008/layout/HorizontalMultiLevelHierarchy"/>
    <dgm:cxn modelId="{E1E19A5D-FB6B-4D7D-B3A4-BDFFE931F6A6}" type="presParOf" srcId="{321F6D15-DEAA-4F85-8433-67C1A7001474}" destId="{BF487D43-5884-4CA4-A6A3-96E933A22654}" srcOrd="0" destOrd="0" presId="urn:microsoft.com/office/officeart/2008/layout/HorizontalMultiLevelHierarchy"/>
    <dgm:cxn modelId="{BE769453-245B-4B90-9BF3-CC53B6D9887F}" type="presParOf" srcId="{321F6D15-DEAA-4F85-8433-67C1A7001474}" destId="{3D8435E5-9C35-45C5-AD57-41D182BF0218}" srcOrd="1" destOrd="0" presId="urn:microsoft.com/office/officeart/2008/layout/HorizontalMultiLevelHierarchy"/>
    <dgm:cxn modelId="{F6F5DF7A-A0C4-418B-A019-C499C3A81916}" type="presParOf" srcId="{3D8435E5-9C35-45C5-AD57-41D182BF0218}" destId="{E4F578A2-77FE-4028-9244-7426B4256AFA}" srcOrd="0" destOrd="0" presId="urn:microsoft.com/office/officeart/2008/layout/HorizontalMultiLevelHierarchy"/>
    <dgm:cxn modelId="{F0A76B8D-D2C6-453A-9C6A-5285A91091A8}" type="presParOf" srcId="{E4F578A2-77FE-4028-9244-7426B4256AFA}" destId="{1DB77D94-266B-423E-9504-7E8E1CB670A5}" srcOrd="0" destOrd="0" presId="urn:microsoft.com/office/officeart/2008/layout/HorizontalMultiLevelHierarchy"/>
    <dgm:cxn modelId="{0DFEE65E-734E-4E84-B83A-AF4A04E78FF4}" type="presParOf" srcId="{3D8435E5-9C35-45C5-AD57-41D182BF0218}" destId="{AA645AF6-31FD-4E22-B35C-910F2E02FE2E}" srcOrd="1" destOrd="0" presId="urn:microsoft.com/office/officeart/2008/layout/HorizontalMultiLevelHierarchy"/>
    <dgm:cxn modelId="{777FCA58-B349-4D80-888E-2D223E8B68F5}" type="presParOf" srcId="{AA645AF6-31FD-4E22-B35C-910F2E02FE2E}" destId="{1C94C5A5-E8B8-4304-A01A-3570B67EB948}" srcOrd="0" destOrd="0" presId="urn:microsoft.com/office/officeart/2008/layout/HorizontalMultiLevelHierarchy"/>
    <dgm:cxn modelId="{C113C96C-BA0C-4305-9567-83BD3E9CEF2A}" type="presParOf" srcId="{AA645AF6-31FD-4E22-B35C-910F2E02FE2E}" destId="{D4955CD7-7DF8-4400-8B1B-EB6D63C94482}" srcOrd="1" destOrd="0" presId="urn:microsoft.com/office/officeart/2008/layout/HorizontalMultiLevelHierarchy"/>
    <dgm:cxn modelId="{33E9B3EC-99D7-46F5-8E6F-D2056102A48F}" type="presParOf" srcId="{3D8435E5-9C35-45C5-AD57-41D182BF0218}" destId="{DAB02BED-3645-4F8C-9057-25546A031788}" srcOrd="2" destOrd="0" presId="urn:microsoft.com/office/officeart/2008/layout/HorizontalMultiLevelHierarchy"/>
    <dgm:cxn modelId="{C83A5B4B-62D0-44A0-93EB-F0368EE2FA1E}" type="presParOf" srcId="{DAB02BED-3645-4F8C-9057-25546A031788}" destId="{C39E6E45-66F2-4D11-8C57-B0A4DE2C364C}" srcOrd="0" destOrd="0" presId="urn:microsoft.com/office/officeart/2008/layout/HorizontalMultiLevelHierarchy"/>
    <dgm:cxn modelId="{1C809DED-FA45-415F-9A83-7BAECBB8D176}" type="presParOf" srcId="{3D8435E5-9C35-45C5-AD57-41D182BF0218}" destId="{97BE3448-3805-4800-90E2-9A513309E716}" srcOrd="3" destOrd="0" presId="urn:microsoft.com/office/officeart/2008/layout/HorizontalMultiLevelHierarchy"/>
    <dgm:cxn modelId="{36DAEA6C-7465-4D1E-81A3-A501F0A46B90}" type="presParOf" srcId="{97BE3448-3805-4800-90E2-9A513309E716}" destId="{EBF44156-3B31-4CE8-978F-48B2206C3642}" srcOrd="0" destOrd="0" presId="urn:microsoft.com/office/officeart/2008/layout/HorizontalMultiLevelHierarchy"/>
    <dgm:cxn modelId="{7DB41C21-3FF7-4076-8238-29F087686308}" type="presParOf" srcId="{97BE3448-3805-4800-90E2-9A513309E716}" destId="{CAA06620-CC3C-4064-B317-AA93A1EB1468}" srcOrd="1" destOrd="0" presId="urn:microsoft.com/office/officeart/2008/layout/HorizontalMultiLevelHierarchy"/>
    <dgm:cxn modelId="{C951C833-36E1-4560-A131-77CF08C4323C}" type="presParOf" srcId="{3D8435E5-9C35-45C5-AD57-41D182BF0218}" destId="{820F8C62-ECCB-46B9-B341-430011DCD301}" srcOrd="4" destOrd="0" presId="urn:microsoft.com/office/officeart/2008/layout/HorizontalMultiLevelHierarchy"/>
    <dgm:cxn modelId="{D91EDB7C-72FF-4B0A-8322-A9E43A1F90C9}" type="presParOf" srcId="{820F8C62-ECCB-46B9-B341-430011DCD301}" destId="{643B7877-F2BB-4B54-B21B-5C838E160798}" srcOrd="0" destOrd="0" presId="urn:microsoft.com/office/officeart/2008/layout/HorizontalMultiLevelHierarchy"/>
    <dgm:cxn modelId="{D9401B9E-D904-4812-A2B2-514F84418A1F}" type="presParOf" srcId="{3D8435E5-9C35-45C5-AD57-41D182BF0218}" destId="{98346EE9-5FD4-42E2-894D-30B7D263BF12}" srcOrd="5" destOrd="0" presId="urn:microsoft.com/office/officeart/2008/layout/HorizontalMultiLevelHierarchy"/>
    <dgm:cxn modelId="{DAF6C2BE-F0D6-41F4-BF06-AF0DDEAA5079}" type="presParOf" srcId="{98346EE9-5FD4-42E2-894D-30B7D263BF12}" destId="{E784AA5F-AB06-4C8A-AAB8-BCCCC53D62F7}" srcOrd="0" destOrd="0" presId="urn:microsoft.com/office/officeart/2008/layout/HorizontalMultiLevelHierarchy"/>
    <dgm:cxn modelId="{249C8188-37EE-456E-9F33-44CB6DAC1C32}" type="presParOf" srcId="{98346EE9-5FD4-42E2-894D-30B7D263BF12}" destId="{864BE421-5A9F-42C5-BD55-BB5E466EF579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0F8C62-ECCB-46B9-B341-430011DCD301}">
      <dsp:nvSpPr>
        <dsp:cNvPr id="0" name=""/>
        <dsp:cNvSpPr/>
      </dsp:nvSpPr>
      <dsp:spPr>
        <a:xfrm>
          <a:off x="1858705" y="2709333"/>
          <a:ext cx="1650688" cy="128693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825344" y="0"/>
              </a:lnTo>
              <a:lnTo>
                <a:pt x="825344" y="1286933"/>
              </a:lnTo>
              <a:lnTo>
                <a:pt x="1650688" y="1286933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PE" sz="700" kern="1200"/>
        </a:p>
      </dsp:txBody>
      <dsp:txXfrm>
        <a:off x="2631722" y="3300473"/>
        <a:ext cx="104653" cy="104653"/>
      </dsp:txXfrm>
    </dsp:sp>
    <dsp:sp modelId="{DAB02BED-3645-4F8C-9057-25546A031788}">
      <dsp:nvSpPr>
        <dsp:cNvPr id="0" name=""/>
        <dsp:cNvSpPr/>
      </dsp:nvSpPr>
      <dsp:spPr>
        <a:xfrm>
          <a:off x="1858705" y="2663613"/>
          <a:ext cx="165068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1650688" y="4572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PE" sz="500" kern="1200"/>
        </a:p>
      </dsp:txBody>
      <dsp:txXfrm>
        <a:off x="2642782" y="2668066"/>
        <a:ext cx="82534" cy="82534"/>
      </dsp:txXfrm>
    </dsp:sp>
    <dsp:sp modelId="{E4F578A2-77FE-4028-9244-7426B4256AFA}">
      <dsp:nvSpPr>
        <dsp:cNvPr id="0" name=""/>
        <dsp:cNvSpPr/>
      </dsp:nvSpPr>
      <dsp:spPr>
        <a:xfrm>
          <a:off x="1858705" y="1422400"/>
          <a:ext cx="1650688" cy="1286933"/>
        </a:xfrm>
        <a:custGeom>
          <a:avLst/>
          <a:gdLst/>
          <a:ahLst/>
          <a:cxnLst/>
          <a:rect l="0" t="0" r="0" b="0"/>
          <a:pathLst>
            <a:path>
              <a:moveTo>
                <a:pt x="0" y="1286933"/>
              </a:moveTo>
              <a:lnTo>
                <a:pt x="825344" y="1286933"/>
              </a:lnTo>
              <a:lnTo>
                <a:pt x="825344" y="0"/>
              </a:lnTo>
              <a:lnTo>
                <a:pt x="1650688" y="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PE" sz="700" kern="1200"/>
        </a:p>
      </dsp:txBody>
      <dsp:txXfrm>
        <a:off x="2631722" y="2013539"/>
        <a:ext cx="104653" cy="104653"/>
      </dsp:txXfrm>
    </dsp:sp>
    <dsp:sp modelId="{BF487D43-5884-4CA4-A6A3-96E933A22654}">
      <dsp:nvSpPr>
        <dsp:cNvPr id="0" name=""/>
        <dsp:cNvSpPr/>
      </dsp:nvSpPr>
      <dsp:spPr>
        <a:xfrm>
          <a:off x="0" y="1913174"/>
          <a:ext cx="2125092" cy="159231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kern="1200" dirty="0"/>
            <a:t>Costos de una operación de soldadura se calculan para:</a:t>
          </a:r>
          <a:endParaRPr lang="es-PE" sz="2400" kern="1200" dirty="0"/>
        </a:p>
      </dsp:txBody>
      <dsp:txXfrm>
        <a:off x="0" y="1913174"/>
        <a:ext cx="2125092" cy="1592317"/>
      </dsp:txXfrm>
    </dsp:sp>
    <dsp:sp modelId="{1C94C5A5-E8B8-4304-A01A-3570B67EB948}">
      <dsp:nvSpPr>
        <dsp:cNvPr id="0" name=""/>
        <dsp:cNvSpPr/>
      </dsp:nvSpPr>
      <dsp:spPr>
        <a:xfrm>
          <a:off x="3509393" y="907626"/>
          <a:ext cx="3376913" cy="1029546"/>
        </a:xfrm>
        <a:prstGeom prst="rect">
          <a:avLst/>
        </a:prstGeom>
        <a:solidFill>
          <a:schemeClr val="accent4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kern="1200" dirty="0">
              <a:solidFill>
                <a:schemeClr val="bg1"/>
              </a:solidFill>
            </a:rPr>
            <a:t>Preparar el </a:t>
          </a:r>
          <a:r>
            <a:rPr lang="es-ES" sz="2400" kern="1200" dirty="0" err="1">
              <a:solidFill>
                <a:schemeClr val="bg1"/>
              </a:solidFill>
            </a:rPr>
            <a:t>ppto</a:t>
          </a:r>
          <a:r>
            <a:rPr lang="es-ES" sz="2400" kern="1200" dirty="0">
              <a:solidFill>
                <a:schemeClr val="bg1"/>
              </a:solidFill>
            </a:rPr>
            <a:t> de un servicio particular</a:t>
          </a:r>
          <a:endParaRPr lang="es-PE" sz="2400" kern="1200" dirty="0">
            <a:solidFill>
              <a:schemeClr val="bg1"/>
            </a:solidFill>
          </a:endParaRPr>
        </a:p>
      </dsp:txBody>
      <dsp:txXfrm>
        <a:off x="3509393" y="907626"/>
        <a:ext cx="3376913" cy="1029546"/>
      </dsp:txXfrm>
    </dsp:sp>
    <dsp:sp modelId="{EBF44156-3B31-4CE8-978F-48B2206C3642}">
      <dsp:nvSpPr>
        <dsp:cNvPr id="0" name=""/>
        <dsp:cNvSpPr/>
      </dsp:nvSpPr>
      <dsp:spPr>
        <a:xfrm>
          <a:off x="3509393" y="2194560"/>
          <a:ext cx="3376913" cy="1029546"/>
        </a:xfrm>
        <a:prstGeom prst="rect">
          <a:avLst/>
        </a:prstGeom>
        <a:solidFill>
          <a:srgbClr val="92D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kern="1200" dirty="0"/>
            <a:t>Comparar procedimientos de soldadura entre sí </a:t>
          </a:r>
          <a:endParaRPr lang="es-PE" sz="2400" kern="1200" dirty="0"/>
        </a:p>
      </dsp:txBody>
      <dsp:txXfrm>
        <a:off x="3509393" y="2194560"/>
        <a:ext cx="3376913" cy="1029546"/>
      </dsp:txXfrm>
    </dsp:sp>
    <dsp:sp modelId="{E784AA5F-AB06-4C8A-AAB8-BCCCC53D62F7}">
      <dsp:nvSpPr>
        <dsp:cNvPr id="0" name=""/>
        <dsp:cNvSpPr/>
      </dsp:nvSpPr>
      <dsp:spPr>
        <a:xfrm>
          <a:off x="3509393" y="3481493"/>
          <a:ext cx="3376913" cy="1029546"/>
        </a:xfrm>
        <a:prstGeom prst="rect">
          <a:avLst/>
        </a:prstGeom>
        <a:solidFill>
          <a:srgbClr val="FFFF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kern="1200" dirty="0">
              <a:solidFill>
                <a:schemeClr val="tx1"/>
              </a:solidFill>
            </a:rPr>
            <a:t>Determinar la cantidad de consumibles necesarios</a:t>
          </a:r>
          <a:endParaRPr lang="es-PE" sz="2400" kern="1200" dirty="0">
            <a:solidFill>
              <a:schemeClr val="tx1"/>
            </a:solidFill>
          </a:endParaRPr>
        </a:p>
      </dsp:txBody>
      <dsp:txXfrm>
        <a:off x="3509393" y="3481493"/>
        <a:ext cx="3376913" cy="102954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CE8EB5-DE48-F24A-B215-EF730B6D3427}" type="datetimeFigureOut">
              <a:rPr lang="es-ES_tradnl" smtClean="0"/>
              <a:t>29/10/2021</a:t>
            </a:fld>
            <a:endParaRPr lang="es-ES_tradnl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s-ES_tradnl"/>
              <a:t>NOMBRE DEL CURSO</a:t>
            </a: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EE056A-1C47-B447-B8E2-AF77A5E3D297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17282308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461A33-96CE-D140-AE12-CADEA53986D9}" type="datetimeFigureOut">
              <a:rPr lang="es-ES_tradnl" smtClean="0"/>
              <a:t>29/10/2021</a:t>
            </a:fld>
            <a:endParaRPr lang="es-ES_tradn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s-ES_tradnl"/>
              <a:t>NOMBRE DEL CURSO</a:t>
            </a: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7BA044-50DB-F44C-B114-6D0E1C923AFF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52290385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wav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wav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wav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ací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20377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BE1EA9-4E43-5048-806C-A530FF88898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607442" y="0"/>
            <a:ext cx="7584558" cy="670994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x-none" dirty="0"/>
              <a:t>Imagen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D6FB2F2C-340B-BB41-8807-1EBD1D0857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326" y="762074"/>
            <a:ext cx="4373525" cy="620159"/>
          </a:xfrm>
        </p:spPr>
        <p:txBody>
          <a:bodyPr/>
          <a:lstStyle>
            <a:lvl1pPr algn="ctr">
              <a:defRPr sz="3000">
                <a:solidFill>
                  <a:srgbClr val="003863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s-ES_tradnl" dirty="0"/>
              <a:t>Título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CEC67945-2D2A-4049-B6EE-C5C1BC241BD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6326" y="1609059"/>
            <a:ext cx="4373525" cy="4682203"/>
          </a:xfrm>
        </p:spPr>
        <p:txBody>
          <a:bodyPr/>
          <a:lstStyle>
            <a:lvl1pPr marL="457200" indent="-457200">
              <a:buClr>
                <a:srgbClr val="003863"/>
              </a:buClr>
              <a:buFont typeface="Wingdings" pitchFamily="2" charset="2"/>
              <a:buChar char="§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-228600">
              <a:buClr>
                <a:srgbClr val="003863"/>
              </a:buClr>
              <a:buFont typeface="Arial" panose="020B0604020202020204" pitchFamily="34" charset="0"/>
              <a:buChar char="•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1143000" indent="-228600">
              <a:buClr>
                <a:srgbClr val="003863"/>
              </a:buClr>
              <a:buFont typeface="Arial" panose="020B0604020202020204" pitchFamily="34" charset="0"/>
              <a:buChar char="•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600200" indent="-228600">
              <a:buClr>
                <a:srgbClr val="003863"/>
              </a:buClr>
              <a:buFont typeface="Arial" panose="020B0604020202020204" pitchFamily="34" charset="0"/>
              <a:buChar char="•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</a:lstStyle>
          <a:p>
            <a:pPr lvl="0"/>
            <a:r>
              <a:rPr lang="en-US" dirty="0" err="1"/>
              <a:t>Contenido</a:t>
            </a:r>
            <a:r>
              <a:rPr lang="en-US" dirty="0"/>
              <a:t> primer </a:t>
            </a:r>
            <a:r>
              <a:rPr lang="en-US" dirty="0" err="1"/>
              <a:t>nivel</a:t>
            </a:r>
            <a:endParaRPr lang="en-US" dirty="0"/>
          </a:p>
          <a:p>
            <a:pPr lvl="1"/>
            <a:r>
              <a:rPr lang="en-US" dirty="0" err="1"/>
              <a:t>Contenido</a:t>
            </a:r>
            <a:r>
              <a:rPr lang="en-US" dirty="0"/>
              <a:t> </a:t>
            </a:r>
            <a:r>
              <a:rPr lang="en-US" dirty="0" err="1"/>
              <a:t>segundo</a:t>
            </a:r>
            <a:r>
              <a:rPr lang="en-US" dirty="0"/>
              <a:t> </a:t>
            </a:r>
            <a:r>
              <a:rPr lang="en-US" dirty="0" err="1"/>
              <a:t>nivel</a:t>
            </a:r>
            <a:endParaRPr lang="en-US" dirty="0"/>
          </a:p>
          <a:p>
            <a:pPr lvl="2"/>
            <a:r>
              <a:rPr lang="en-US" dirty="0" err="1"/>
              <a:t>Contenido</a:t>
            </a:r>
            <a:r>
              <a:rPr lang="en-US" dirty="0"/>
              <a:t> </a:t>
            </a:r>
            <a:r>
              <a:rPr lang="en-US" dirty="0" err="1"/>
              <a:t>tercer</a:t>
            </a:r>
            <a:r>
              <a:rPr lang="en-US" dirty="0"/>
              <a:t> </a:t>
            </a:r>
            <a:r>
              <a:rPr lang="en-US" dirty="0" err="1"/>
              <a:t>nivel</a:t>
            </a:r>
            <a:endParaRPr lang="en-US" dirty="0"/>
          </a:p>
          <a:p>
            <a:pPr lvl="3"/>
            <a:r>
              <a:rPr lang="en-US" dirty="0" err="1"/>
              <a:t>Contenido</a:t>
            </a:r>
            <a:r>
              <a:rPr lang="en-US" dirty="0"/>
              <a:t> </a:t>
            </a:r>
            <a:r>
              <a:rPr lang="en-US" dirty="0" err="1"/>
              <a:t>cuarto</a:t>
            </a:r>
            <a:r>
              <a:rPr lang="en-US" dirty="0"/>
              <a:t> </a:t>
            </a:r>
            <a:r>
              <a:rPr lang="en-US" dirty="0" err="1"/>
              <a:t>nivel</a:t>
            </a:r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31535812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EAB234F9-9B24-1348-A6E2-02133E575E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762328"/>
            <a:ext cx="10515600" cy="1325563"/>
          </a:xfrm>
        </p:spPr>
        <p:txBody>
          <a:bodyPr/>
          <a:lstStyle>
            <a:lvl1pPr algn="ctr">
              <a:defRPr>
                <a:solidFill>
                  <a:srgbClr val="003863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s-ES_tradnl" dirty="0"/>
              <a:t>Título de sección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07DE41-49D2-3248-A4E2-68DDDC3818E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75891" y="3611877"/>
            <a:ext cx="7840218" cy="924388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x-none" dirty="0"/>
              <a:t>Subtítulo de sección</a:t>
            </a:r>
          </a:p>
        </p:txBody>
      </p:sp>
    </p:spTree>
    <p:extLst>
      <p:ext uri="{BB962C8B-B14F-4D97-AF65-F5344CB8AC3E}">
        <p14:creationId xmlns:p14="http://schemas.microsoft.com/office/powerpoint/2010/main" val="784481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gra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003863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s-ES_tradnl" dirty="0"/>
              <a:t>Título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B7DE5B-B126-0B42-B728-A8650A460CC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960563"/>
            <a:ext cx="10515600" cy="4330700"/>
          </a:xfrm>
        </p:spPr>
        <p:txBody>
          <a:bodyPr/>
          <a:lstStyle>
            <a:lvl1pPr marL="457200" indent="-457200">
              <a:buClr>
                <a:srgbClr val="003863"/>
              </a:buClr>
              <a:buFont typeface="Wingdings" pitchFamily="2" charset="2"/>
              <a:buChar char="§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-228600">
              <a:buClr>
                <a:srgbClr val="003863"/>
              </a:buClr>
              <a:buFont typeface="Arial" panose="020B0604020202020204" pitchFamily="34" charset="0"/>
              <a:buChar char="•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1143000" indent="-228600">
              <a:buClr>
                <a:srgbClr val="003863"/>
              </a:buClr>
              <a:buFont typeface="Arial" panose="020B0604020202020204" pitchFamily="34" charset="0"/>
              <a:buChar char="•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600200" indent="-228600">
              <a:buClr>
                <a:srgbClr val="003863"/>
              </a:buClr>
              <a:buFont typeface="Arial" panose="020B0604020202020204" pitchFamily="34" charset="0"/>
              <a:buChar char="•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</a:lstStyle>
          <a:p>
            <a:pPr lvl="0"/>
            <a:r>
              <a:rPr lang="en-US" dirty="0" err="1"/>
              <a:t>Contenido</a:t>
            </a:r>
            <a:r>
              <a:rPr lang="en-US" dirty="0"/>
              <a:t> primer </a:t>
            </a:r>
            <a:r>
              <a:rPr lang="en-US" dirty="0" err="1"/>
              <a:t>nivel</a:t>
            </a:r>
            <a:endParaRPr lang="en-US" dirty="0"/>
          </a:p>
          <a:p>
            <a:pPr lvl="1"/>
            <a:r>
              <a:rPr lang="en-US" dirty="0" err="1"/>
              <a:t>Contenido</a:t>
            </a:r>
            <a:r>
              <a:rPr lang="en-US" dirty="0"/>
              <a:t> </a:t>
            </a:r>
            <a:r>
              <a:rPr lang="en-US" dirty="0" err="1"/>
              <a:t>segundo</a:t>
            </a:r>
            <a:r>
              <a:rPr lang="en-US" dirty="0"/>
              <a:t> </a:t>
            </a:r>
            <a:r>
              <a:rPr lang="en-US" dirty="0" err="1"/>
              <a:t>nivel</a:t>
            </a:r>
            <a:endParaRPr lang="en-US" dirty="0"/>
          </a:p>
          <a:p>
            <a:pPr lvl="2"/>
            <a:r>
              <a:rPr lang="en-US" dirty="0" err="1"/>
              <a:t>Contenido</a:t>
            </a:r>
            <a:r>
              <a:rPr lang="en-US" dirty="0"/>
              <a:t> </a:t>
            </a:r>
            <a:r>
              <a:rPr lang="en-US" dirty="0" err="1"/>
              <a:t>tercer</a:t>
            </a:r>
            <a:r>
              <a:rPr lang="en-US" dirty="0"/>
              <a:t> </a:t>
            </a:r>
            <a:r>
              <a:rPr lang="en-US" dirty="0" err="1"/>
              <a:t>nivel</a:t>
            </a:r>
            <a:endParaRPr lang="en-US" dirty="0"/>
          </a:p>
          <a:p>
            <a:pPr lvl="3"/>
            <a:r>
              <a:rPr lang="en-US" dirty="0" err="1"/>
              <a:t>Contenido</a:t>
            </a:r>
            <a:r>
              <a:rPr lang="en-US" dirty="0"/>
              <a:t> </a:t>
            </a:r>
            <a:r>
              <a:rPr lang="en-US" dirty="0" err="1"/>
              <a:t>cuarto</a:t>
            </a:r>
            <a:r>
              <a:rPr lang="en-US" dirty="0"/>
              <a:t> </a:t>
            </a:r>
            <a:r>
              <a:rPr lang="en-US" dirty="0" err="1"/>
              <a:t>nivel</a:t>
            </a:r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999016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pequeñ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461493"/>
          </a:xfrm>
        </p:spPr>
        <p:txBody>
          <a:bodyPr/>
          <a:lstStyle>
            <a:lvl1pPr>
              <a:defRPr sz="3000">
                <a:solidFill>
                  <a:srgbClr val="003863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s-ES_tradnl" dirty="0"/>
              <a:t>Título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B7DE5B-B126-0B42-B728-A8650A460CC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53389"/>
            <a:ext cx="10515600" cy="5237874"/>
          </a:xfrm>
        </p:spPr>
        <p:txBody>
          <a:bodyPr/>
          <a:lstStyle>
            <a:lvl1pPr marL="457200" indent="-457200">
              <a:buClr>
                <a:srgbClr val="003863"/>
              </a:buClr>
              <a:buFont typeface="Wingdings" pitchFamily="2" charset="2"/>
              <a:buChar char="§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-228600">
              <a:buClr>
                <a:srgbClr val="003863"/>
              </a:buClr>
              <a:buFont typeface="Arial" panose="020B0604020202020204" pitchFamily="34" charset="0"/>
              <a:buChar char="•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1143000" indent="-228600">
              <a:buClr>
                <a:srgbClr val="003863"/>
              </a:buClr>
              <a:buFont typeface="Arial" panose="020B0604020202020204" pitchFamily="34" charset="0"/>
              <a:buChar char="•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600200" indent="-228600">
              <a:buClr>
                <a:srgbClr val="003863"/>
              </a:buClr>
              <a:buFont typeface="Arial" panose="020B0604020202020204" pitchFamily="34" charset="0"/>
              <a:buChar char="•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</a:lstStyle>
          <a:p>
            <a:pPr lvl="0"/>
            <a:r>
              <a:rPr lang="en-US" dirty="0" err="1"/>
              <a:t>Contenido</a:t>
            </a:r>
            <a:r>
              <a:rPr lang="en-US" dirty="0"/>
              <a:t> primer </a:t>
            </a:r>
            <a:r>
              <a:rPr lang="en-US" dirty="0" err="1"/>
              <a:t>nivel</a:t>
            </a:r>
            <a:endParaRPr lang="en-US" dirty="0"/>
          </a:p>
          <a:p>
            <a:pPr lvl="1"/>
            <a:r>
              <a:rPr lang="en-US" dirty="0" err="1"/>
              <a:t>Contenido</a:t>
            </a:r>
            <a:r>
              <a:rPr lang="en-US" dirty="0"/>
              <a:t> </a:t>
            </a:r>
            <a:r>
              <a:rPr lang="en-US" dirty="0" err="1"/>
              <a:t>segundo</a:t>
            </a:r>
            <a:r>
              <a:rPr lang="en-US" dirty="0"/>
              <a:t> </a:t>
            </a:r>
            <a:r>
              <a:rPr lang="en-US" dirty="0" err="1"/>
              <a:t>nivel</a:t>
            </a:r>
            <a:endParaRPr lang="en-US" dirty="0"/>
          </a:p>
          <a:p>
            <a:pPr lvl="2"/>
            <a:r>
              <a:rPr lang="en-US" dirty="0" err="1"/>
              <a:t>Contenido</a:t>
            </a:r>
            <a:r>
              <a:rPr lang="en-US" dirty="0"/>
              <a:t> </a:t>
            </a:r>
            <a:r>
              <a:rPr lang="en-US" dirty="0" err="1"/>
              <a:t>tercer</a:t>
            </a:r>
            <a:r>
              <a:rPr lang="en-US" dirty="0"/>
              <a:t> </a:t>
            </a:r>
            <a:r>
              <a:rPr lang="en-US" dirty="0" err="1"/>
              <a:t>nivel</a:t>
            </a:r>
            <a:endParaRPr lang="en-US" dirty="0"/>
          </a:p>
          <a:p>
            <a:pPr lvl="3"/>
            <a:r>
              <a:rPr lang="en-US" dirty="0" err="1"/>
              <a:t>Contenido</a:t>
            </a:r>
            <a:r>
              <a:rPr lang="en-US" dirty="0"/>
              <a:t> </a:t>
            </a:r>
            <a:r>
              <a:rPr lang="en-US" dirty="0" err="1"/>
              <a:t>cuarto</a:t>
            </a:r>
            <a:r>
              <a:rPr lang="en-US" dirty="0"/>
              <a:t> </a:t>
            </a:r>
            <a:r>
              <a:rPr lang="en-US" dirty="0" err="1"/>
              <a:t>nivel</a:t>
            </a:r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22239151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orta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n 1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13" name="Título 1"/>
          <p:cNvSpPr>
            <a:spLocks noGrp="1"/>
          </p:cNvSpPr>
          <p:nvPr>
            <p:ph type="ctrTitle" hasCustomPrompt="1"/>
          </p:nvPr>
        </p:nvSpPr>
        <p:spPr>
          <a:xfrm>
            <a:off x="611974" y="2388977"/>
            <a:ext cx="8024025" cy="2338544"/>
          </a:xfr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s-ES_tradnl" dirty="0"/>
              <a:t>Título de portada</a:t>
            </a:r>
          </a:p>
        </p:txBody>
      </p:sp>
      <p:pic>
        <p:nvPicPr>
          <p:cNvPr id="17" name="Imagen 1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587" y="527319"/>
            <a:ext cx="2051823" cy="738574"/>
          </a:xfrm>
          <a:prstGeom prst="rect">
            <a:avLst/>
          </a:prstGeom>
        </p:spPr>
      </p:pic>
      <p:sp>
        <p:nvSpPr>
          <p:cNvPr id="7" name="Subtítulo 2">
            <a:extLst>
              <a:ext uri="{FF2B5EF4-FFF2-40B4-BE49-F238E27FC236}">
                <a16:creationId xmlns:a16="http://schemas.microsoft.com/office/drawing/2014/main" id="{BA89B800-8001-774E-957C-AC625B32D68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11975" y="4868652"/>
            <a:ext cx="6725171" cy="866465"/>
          </a:xfrm>
        </p:spPr>
        <p:txBody>
          <a:bodyPr/>
          <a:lstStyle>
            <a:lvl1pPr marL="0" indent="0" algn="l">
              <a:buFont typeface="Arial" panose="020B0604020202020204" pitchFamily="34" charset="0"/>
              <a:buNone/>
              <a:defRPr sz="2400">
                <a:solidFill>
                  <a:schemeClr val="bg1">
                    <a:lumMod val="85000"/>
                  </a:schemeClr>
                </a:solidFill>
                <a:latin typeface="Georgia" charset="0"/>
                <a:ea typeface="Georgia" charset="0"/>
                <a:cs typeface="Georgia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_tradnl" dirty="0"/>
              <a:t>Subtítulo de portada</a:t>
            </a:r>
          </a:p>
          <a:p>
            <a:endParaRPr lang="es-ES_tradnl" dirty="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2C5C12C1-19D7-734A-8EC1-F26342F028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1974" y="6129862"/>
            <a:ext cx="6725171" cy="401637"/>
          </a:xfrm>
        </p:spPr>
        <p:txBody>
          <a:bodyPr anchor="ctr">
            <a:normAutofit/>
          </a:bodyPr>
          <a:lstStyle>
            <a:lvl1pPr marL="0" indent="0">
              <a:buNone/>
              <a:defRPr sz="1600">
                <a:solidFill>
                  <a:srgbClr val="CFCFC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Información</a:t>
            </a:r>
            <a:r>
              <a:rPr lang="en-US" dirty="0"/>
              <a:t> </a:t>
            </a:r>
            <a:r>
              <a:rPr lang="en-US" dirty="0" err="1"/>
              <a:t>adicional</a:t>
            </a:r>
            <a:r>
              <a:rPr lang="en-US" dirty="0"/>
              <a:t> de </a:t>
            </a:r>
            <a:r>
              <a:rPr lang="en-US" dirty="0" err="1"/>
              <a:t>portada</a:t>
            </a:r>
            <a:endParaRPr lang="x-none" dirty="0"/>
          </a:p>
        </p:txBody>
      </p:sp>
      <p:sp>
        <p:nvSpPr>
          <p:cNvPr id="10" name="Triangle 9">
            <a:extLst>
              <a:ext uri="{FF2B5EF4-FFF2-40B4-BE49-F238E27FC236}">
                <a16:creationId xmlns:a16="http://schemas.microsoft.com/office/drawing/2014/main" id="{5B98496C-96FD-CC47-9A44-3FA071B821A8}"/>
              </a:ext>
            </a:extLst>
          </p:cNvPr>
          <p:cNvSpPr/>
          <p:nvPr userDrawn="1"/>
        </p:nvSpPr>
        <p:spPr>
          <a:xfrm>
            <a:off x="8895908" y="0"/>
            <a:ext cx="3296091" cy="6858000"/>
          </a:xfrm>
          <a:prstGeom prst="triangle">
            <a:avLst>
              <a:gd name="adj" fmla="val 100000"/>
            </a:avLst>
          </a:prstGeom>
          <a:solidFill>
            <a:srgbClr val="8C1F1C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14" name="Paralelogramo 2">
            <a:extLst>
              <a:ext uri="{FF2B5EF4-FFF2-40B4-BE49-F238E27FC236}">
                <a16:creationId xmlns:a16="http://schemas.microsoft.com/office/drawing/2014/main" id="{D1B66DAF-BAB9-408F-978D-AC2DF62C28AE}"/>
              </a:ext>
            </a:extLst>
          </p:cNvPr>
          <p:cNvSpPr/>
          <p:nvPr userDrawn="1"/>
        </p:nvSpPr>
        <p:spPr>
          <a:xfrm flipV="1">
            <a:off x="8895908" y="6531492"/>
            <a:ext cx="3296093" cy="326491"/>
          </a:xfrm>
          <a:custGeom>
            <a:avLst/>
            <a:gdLst>
              <a:gd name="connsiteX0" fmla="*/ 0 w 3296093"/>
              <a:gd name="connsiteY0" fmla="*/ 613956 h 613956"/>
              <a:gd name="connsiteX1" fmla="*/ 153489 w 3296093"/>
              <a:gd name="connsiteY1" fmla="*/ 0 h 613956"/>
              <a:gd name="connsiteX2" fmla="*/ 3296093 w 3296093"/>
              <a:gd name="connsiteY2" fmla="*/ 0 h 613956"/>
              <a:gd name="connsiteX3" fmla="*/ 3142604 w 3296093"/>
              <a:gd name="connsiteY3" fmla="*/ 613956 h 613956"/>
              <a:gd name="connsiteX4" fmla="*/ 0 w 3296093"/>
              <a:gd name="connsiteY4" fmla="*/ 613956 h 613956"/>
              <a:gd name="connsiteX0" fmla="*/ 0 w 3296093"/>
              <a:gd name="connsiteY0" fmla="*/ 613956 h 623481"/>
              <a:gd name="connsiteX1" fmla="*/ 153489 w 3296093"/>
              <a:gd name="connsiteY1" fmla="*/ 0 h 623481"/>
              <a:gd name="connsiteX2" fmla="*/ 3296093 w 3296093"/>
              <a:gd name="connsiteY2" fmla="*/ 0 h 623481"/>
              <a:gd name="connsiteX3" fmla="*/ 3295004 w 3296093"/>
              <a:gd name="connsiteY3" fmla="*/ 623481 h 623481"/>
              <a:gd name="connsiteX4" fmla="*/ 0 w 3296093"/>
              <a:gd name="connsiteY4" fmla="*/ 613956 h 623481"/>
              <a:gd name="connsiteX0" fmla="*/ 0 w 3296093"/>
              <a:gd name="connsiteY0" fmla="*/ 613956 h 623481"/>
              <a:gd name="connsiteX1" fmla="*/ 296364 w 3296093"/>
              <a:gd name="connsiteY1" fmla="*/ 47625 h 623481"/>
              <a:gd name="connsiteX2" fmla="*/ 3296093 w 3296093"/>
              <a:gd name="connsiteY2" fmla="*/ 0 h 623481"/>
              <a:gd name="connsiteX3" fmla="*/ 3295004 w 3296093"/>
              <a:gd name="connsiteY3" fmla="*/ 623481 h 623481"/>
              <a:gd name="connsiteX4" fmla="*/ 0 w 3296093"/>
              <a:gd name="connsiteY4" fmla="*/ 613956 h 623481"/>
              <a:gd name="connsiteX0" fmla="*/ 0 w 3296093"/>
              <a:gd name="connsiteY0" fmla="*/ 613956 h 623481"/>
              <a:gd name="connsiteX1" fmla="*/ 258264 w 3296093"/>
              <a:gd name="connsiteY1" fmla="*/ 38100 h 623481"/>
              <a:gd name="connsiteX2" fmla="*/ 3296093 w 3296093"/>
              <a:gd name="connsiteY2" fmla="*/ 0 h 623481"/>
              <a:gd name="connsiteX3" fmla="*/ 3295004 w 3296093"/>
              <a:gd name="connsiteY3" fmla="*/ 623481 h 623481"/>
              <a:gd name="connsiteX4" fmla="*/ 0 w 3296093"/>
              <a:gd name="connsiteY4" fmla="*/ 613956 h 623481"/>
              <a:gd name="connsiteX0" fmla="*/ 0 w 3296093"/>
              <a:gd name="connsiteY0" fmla="*/ 613956 h 623481"/>
              <a:gd name="connsiteX1" fmla="*/ 267789 w 3296093"/>
              <a:gd name="connsiteY1" fmla="*/ 38100 h 623481"/>
              <a:gd name="connsiteX2" fmla="*/ 3296093 w 3296093"/>
              <a:gd name="connsiteY2" fmla="*/ 0 h 623481"/>
              <a:gd name="connsiteX3" fmla="*/ 3295004 w 3296093"/>
              <a:gd name="connsiteY3" fmla="*/ 623481 h 623481"/>
              <a:gd name="connsiteX4" fmla="*/ 0 w 3296093"/>
              <a:gd name="connsiteY4" fmla="*/ 613956 h 623481"/>
              <a:gd name="connsiteX0" fmla="*/ 0 w 3296093"/>
              <a:gd name="connsiteY0" fmla="*/ 613956 h 623481"/>
              <a:gd name="connsiteX1" fmla="*/ 296364 w 3296093"/>
              <a:gd name="connsiteY1" fmla="*/ 28575 h 623481"/>
              <a:gd name="connsiteX2" fmla="*/ 3296093 w 3296093"/>
              <a:gd name="connsiteY2" fmla="*/ 0 h 623481"/>
              <a:gd name="connsiteX3" fmla="*/ 3295004 w 3296093"/>
              <a:gd name="connsiteY3" fmla="*/ 623481 h 623481"/>
              <a:gd name="connsiteX4" fmla="*/ 0 w 3296093"/>
              <a:gd name="connsiteY4" fmla="*/ 613956 h 623481"/>
              <a:gd name="connsiteX0" fmla="*/ 0 w 3296093"/>
              <a:gd name="connsiteY0" fmla="*/ 633006 h 642531"/>
              <a:gd name="connsiteX1" fmla="*/ 124914 w 3296093"/>
              <a:gd name="connsiteY1" fmla="*/ 0 h 642531"/>
              <a:gd name="connsiteX2" fmla="*/ 3296093 w 3296093"/>
              <a:gd name="connsiteY2" fmla="*/ 19050 h 642531"/>
              <a:gd name="connsiteX3" fmla="*/ 3295004 w 3296093"/>
              <a:gd name="connsiteY3" fmla="*/ 642531 h 642531"/>
              <a:gd name="connsiteX4" fmla="*/ 0 w 3296093"/>
              <a:gd name="connsiteY4" fmla="*/ 633006 h 642531"/>
              <a:gd name="connsiteX0" fmla="*/ 113211 w 3171179"/>
              <a:gd name="connsiteY0" fmla="*/ 633006 h 642531"/>
              <a:gd name="connsiteX1" fmla="*/ 0 w 3171179"/>
              <a:gd name="connsiteY1" fmla="*/ 0 h 642531"/>
              <a:gd name="connsiteX2" fmla="*/ 3171179 w 3171179"/>
              <a:gd name="connsiteY2" fmla="*/ 19050 h 642531"/>
              <a:gd name="connsiteX3" fmla="*/ 3170090 w 3171179"/>
              <a:gd name="connsiteY3" fmla="*/ 642531 h 642531"/>
              <a:gd name="connsiteX4" fmla="*/ 113211 w 3171179"/>
              <a:gd name="connsiteY4" fmla="*/ 633006 h 642531"/>
              <a:gd name="connsiteX0" fmla="*/ 284661 w 3171179"/>
              <a:gd name="connsiteY0" fmla="*/ 623481 h 642531"/>
              <a:gd name="connsiteX1" fmla="*/ 0 w 3171179"/>
              <a:gd name="connsiteY1" fmla="*/ 0 h 642531"/>
              <a:gd name="connsiteX2" fmla="*/ 3171179 w 3171179"/>
              <a:gd name="connsiteY2" fmla="*/ 19050 h 642531"/>
              <a:gd name="connsiteX3" fmla="*/ 3170090 w 3171179"/>
              <a:gd name="connsiteY3" fmla="*/ 642531 h 642531"/>
              <a:gd name="connsiteX4" fmla="*/ 284661 w 3171179"/>
              <a:gd name="connsiteY4" fmla="*/ 623481 h 642531"/>
              <a:gd name="connsiteX0" fmla="*/ 466614 w 3353132"/>
              <a:gd name="connsiteY0" fmla="*/ 623481 h 642531"/>
              <a:gd name="connsiteX1" fmla="*/ 0 w 3353132"/>
              <a:gd name="connsiteY1" fmla="*/ 0 h 642531"/>
              <a:gd name="connsiteX2" fmla="*/ 3353132 w 3353132"/>
              <a:gd name="connsiteY2" fmla="*/ 19050 h 642531"/>
              <a:gd name="connsiteX3" fmla="*/ 3352043 w 3353132"/>
              <a:gd name="connsiteY3" fmla="*/ 642531 h 642531"/>
              <a:gd name="connsiteX4" fmla="*/ 466614 w 3353132"/>
              <a:gd name="connsiteY4" fmla="*/ 623481 h 642531"/>
              <a:gd name="connsiteX0" fmla="*/ 466614 w 3353132"/>
              <a:gd name="connsiteY0" fmla="*/ 623481 h 642531"/>
              <a:gd name="connsiteX1" fmla="*/ 0 w 3353132"/>
              <a:gd name="connsiteY1" fmla="*/ 0 h 642531"/>
              <a:gd name="connsiteX2" fmla="*/ 3353132 w 3353132"/>
              <a:gd name="connsiteY2" fmla="*/ 19050 h 642531"/>
              <a:gd name="connsiteX3" fmla="*/ 3352043 w 3353132"/>
              <a:gd name="connsiteY3" fmla="*/ 642531 h 642531"/>
              <a:gd name="connsiteX4" fmla="*/ 466614 w 3353132"/>
              <a:gd name="connsiteY4" fmla="*/ 623481 h 642531"/>
              <a:gd name="connsiteX0" fmla="*/ 509936 w 3353132"/>
              <a:gd name="connsiteY0" fmla="*/ 638719 h 642531"/>
              <a:gd name="connsiteX1" fmla="*/ 0 w 3353132"/>
              <a:gd name="connsiteY1" fmla="*/ 0 h 642531"/>
              <a:gd name="connsiteX2" fmla="*/ 3353132 w 3353132"/>
              <a:gd name="connsiteY2" fmla="*/ 19050 h 642531"/>
              <a:gd name="connsiteX3" fmla="*/ 3352043 w 3353132"/>
              <a:gd name="connsiteY3" fmla="*/ 642531 h 642531"/>
              <a:gd name="connsiteX4" fmla="*/ 509936 w 3353132"/>
              <a:gd name="connsiteY4" fmla="*/ 638719 h 642531"/>
              <a:gd name="connsiteX0" fmla="*/ 723113 w 3353132"/>
              <a:gd name="connsiteY0" fmla="*/ 638719 h 642531"/>
              <a:gd name="connsiteX1" fmla="*/ 0 w 3353132"/>
              <a:gd name="connsiteY1" fmla="*/ 0 h 642531"/>
              <a:gd name="connsiteX2" fmla="*/ 3353132 w 3353132"/>
              <a:gd name="connsiteY2" fmla="*/ 19050 h 642531"/>
              <a:gd name="connsiteX3" fmla="*/ 3352043 w 3353132"/>
              <a:gd name="connsiteY3" fmla="*/ 642531 h 642531"/>
              <a:gd name="connsiteX4" fmla="*/ 723113 w 3353132"/>
              <a:gd name="connsiteY4" fmla="*/ 638719 h 642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3132" h="642531">
                <a:moveTo>
                  <a:pt x="723113" y="638719"/>
                </a:moveTo>
                <a:lnTo>
                  <a:pt x="0" y="0"/>
                </a:lnTo>
                <a:lnTo>
                  <a:pt x="3353132" y="19050"/>
                </a:lnTo>
                <a:lnTo>
                  <a:pt x="3352043" y="642531"/>
                </a:lnTo>
                <a:lnTo>
                  <a:pt x="723113" y="638719"/>
                </a:lnTo>
                <a:close/>
              </a:path>
            </a:pathLst>
          </a:custGeom>
          <a:solidFill>
            <a:srgbClr val="8C1F1C"/>
          </a:solidFill>
          <a:ln>
            <a:noFill/>
          </a:ln>
          <a:effectLst>
            <a:outerShdw blurRad="304800" dist="50800" dir="15120000" algn="ctr" rotWithShape="0">
              <a:schemeClr val="tx1">
                <a:alpha val="5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5" name="CuadroTexto 13">
            <a:extLst>
              <a:ext uri="{FF2B5EF4-FFF2-40B4-BE49-F238E27FC236}">
                <a16:creationId xmlns:a16="http://schemas.microsoft.com/office/drawing/2014/main" id="{666E9AA8-EDD6-45ED-9A04-8FFA465576E8}"/>
              </a:ext>
            </a:extLst>
          </p:cNvPr>
          <p:cNvSpPr txBox="1"/>
          <p:nvPr userDrawn="1"/>
        </p:nvSpPr>
        <p:spPr>
          <a:xfrm>
            <a:off x="9591261" y="6531487"/>
            <a:ext cx="2600739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MX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Ingeniería Mecánico-Eléctrica</a:t>
            </a:r>
            <a:endParaRPr lang="es-PE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93392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968DE7-FDB2-4D58-8D92-DE0CF3F7B888}" type="slidenum">
              <a:rPr lang="es-ES" altLang="es-PE" smtClean="0"/>
              <a:pPr>
                <a:defRPr/>
              </a:pPr>
              <a:t>‹Nº›</a:t>
            </a:fld>
            <a:endParaRPr lang="es-ES" altLang="es-PE"/>
          </a:p>
        </p:txBody>
      </p:sp>
    </p:spTree>
    <p:extLst>
      <p:ext uri="{BB962C8B-B14F-4D97-AF65-F5344CB8AC3E}">
        <p14:creationId xmlns:p14="http://schemas.microsoft.com/office/powerpoint/2010/main" val="4252903860"/>
      </p:ext>
    </p:extLst>
  </p:cSld>
  <p:clrMapOvr>
    <a:masterClrMapping/>
  </p:clrMapOvr>
  <p:transition>
    <p:randomBar dir="vert"/>
    <p:sndAc>
      <p:stSnd>
        <p:snd r:embed="rId1" name="bomb.wav"/>
      </p:stSnd>
    </p:sndAc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EC28CA-D590-474E-AD6B-F45D4E4E1411}" type="slidenum">
              <a:rPr lang="es-ES" altLang="es-PE" smtClean="0"/>
              <a:pPr>
                <a:defRPr/>
              </a:pPr>
              <a:t>‹Nº›</a:t>
            </a:fld>
            <a:endParaRPr lang="es-ES" altLang="es-PE"/>
          </a:p>
        </p:txBody>
      </p:sp>
    </p:spTree>
    <p:extLst>
      <p:ext uri="{BB962C8B-B14F-4D97-AF65-F5344CB8AC3E}">
        <p14:creationId xmlns:p14="http://schemas.microsoft.com/office/powerpoint/2010/main" val="410571598"/>
      </p:ext>
    </p:extLst>
  </p:cSld>
  <p:clrMapOvr>
    <a:masterClrMapping/>
  </p:clrMapOvr>
  <p:transition>
    <p:randomBar dir="vert"/>
    <p:sndAc>
      <p:stSnd>
        <p:snd r:embed="rId1" name="bomb.wav"/>
      </p:stSnd>
    </p:sndAc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B3EE69-2928-4E4F-8716-02EF73DFC277}" type="slidenum">
              <a:rPr lang="es-ES" altLang="es-PE" smtClean="0"/>
              <a:pPr>
                <a:defRPr/>
              </a:pPr>
              <a:t>‹Nº›</a:t>
            </a:fld>
            <a:endParaRPr lang="es-ES" altLang="es-PE"/>
          </a:p>
        </p:txBody>
      </p:sp>
    </p:spTree>
    <p:extLst>
      <p:ext uri="{BB962C8B-B14F-4D97-AF65-F5344CB8AC3E}">
        <p14:creationId xmlns:p14="http://schemas.microsoft.com/office/powerpoint/2010/main" val="1287538254"/>
      </p:ext>
    </p:extLst>
  </p:cSld>
  <p:clrMapOvr>
    <a:masterClrMapping/>
  </p:clrMapOvr>
  <p:transition>
    <p:randomBar dir="vert"/>
    <p:sndAc>
      <p:stSnd>
        <p:snd r:embed="rId1" name="bomb.wav"/>
      </p:stSnd>
    </p:sndAc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_tradnl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_tradnl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825E03E-A335-694B-A2BE-C56FC4485501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6354383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gra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003863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s-ES_tradnl" dirty="0"/>
              <a:t>Título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B7DE5B-B126-0B42-B728-A8650A460CC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960563"/>
            <a:ext cx="10515600" cy="4330700"/>
          </a:xfrm>
        </p:spPr>
        <p:txBody>
          <a:bodyPr/>
          <a:lstStyle>
            <a:lvl1pPr marL="457200" indent="-457200">
              <a:buClr>
                <a:srgbClr val="003863"/>
              </a:buClr>
              <a:buFont typeface="Wingdings" pitchFamily="2" charset="2"/>
              <a:buChar char="§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-228600">
              <a:buClr>
                <a:srgbClr val="003863"/>
              </a:buClr>
              <a:buFont typeface="Arial" panose="020B0604020202020204" pitchFamily="34" charset="0"/>
              <a:buChar char="•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1143000" indent="-228600">
              <a:buClr>
                <a:srgbClr val="003863"/>
              </a:buClr>
              <a:buFont typeface="Arial" panose="020B0604020202020204" pitchFamily="34" charset="0"/>
              <a:buChar char="•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600200" indent="-228600">
              <a:buClr>
                <a:srgbClr val="003863"/>
              </a:buClr>
              <a:buFont typeface="Arial" panose="020B0604020202020204" pitchFamily="34" charset="0"/>
              <a:buChar char="•"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</a:lstStyle>
          <a:p>
            <a:pPr lvl="0"/>
            <a:r>
              <a:rPr lang="en-US" dirty="0" err="1"/>
              <a:t>Contenido</a:t>
            </a:r>
            <a:r>
              <a:rPr lang="en-US" dirty="0"/>
              <a:t> primer </a:t>
            </a:r>
            <a:r>
              <a:rPr lang="en-US" dirty="0" err="1"/>
              <a:t>nivel</a:t>
            </a:r>
            <a:endParaRPr lang="en-US" dirty="0"/>
          </a:p>
          <a:p>
            <a:pPr lvl="1"/>
            <a:r>
              <a:rPr lang="en-US" dirty="0" err="1"/>
              <a:t>Contenido</a:t>
            </a:r>
            <a:r>
              <a:rPr lang="en-US" dirty="0"/>
              <a:t> </a:t>
            </a:r>
            <a:r>
              <a:rPr lang="en-US" dirty="0" err="1"/>
              <a:t>segundo</a:t>
            </a:r>
            <a:r>
              <a:rPr lang="en-US" dirty="0"/>
              <a:t> </a:t>
            </a:r>
            <a:r>
              <a:rPr lang="en-US" dirty="0" err="1"/>
              <a:t>nivel</a:t>
            </a:r>
            <a:endParaRPr lang="en-US" dirty="0"/>
          </a:p>
          <a:p>
            <a:pPr lvl="2"/>
            <a:r>
              <a:rPr lang="en-US" dirty="0" err="1"/>
              <a:t>Contenido</a:t>
            </a:r>
            <a:r>
              <a:rPr lang="en-US" dirty="0"/>
              <a:t> </a:t>
            </a:r>
            <a:r>
              <a:rPr lang="en-US" dirty="0" err="1"/>
              <a:t>tercer</a:t>
            </a:r>
            <a:r>
              <a:rPr lang="en-US" dirty="0"/>
              <a:t> </a:t>
            </a:r>
            <a:r>
              <a:rPr lang="en-US" dirty="0" err="1"/>
              <a:t>nivel</a:t>
            </a:r>
            <a:endParaRPr lang="en-US" dirty="0"/>
          </a:p>
          <a:p>
            <a:pPr lvl="3"/>
            <a:r>
              <a:rPr lang="en-US" dirty="0" err="1"/>
              <a:t>Contenido</a:t>
            </a:r>
            <a:r>
              <a:rPr lang="en-US" dirty="0"/>
              <a:t> </a:t>
            </a:r>
            <a:r>
              <a:rPr lang="en-US" dirty="0" err="1"/>
              <a:t>cuarto</a:t>
            </a:r>
            <a:r>
              <a:rPr lang="en-US" dirty="0"/>
              <a:t> </a:t>
            </a:r>
            <a:r>
              <a:rPr lang="en-US" dirty="0" err="1"/>
              <a:t>nivel</a:t>
            </a:r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13336327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ací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60976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BE1EA9-4E43-5048-806C-A530FF88898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607442" y="0"/>
            <a:ext cx="7584558" cy="670994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x-none" dirty="0"/>
              <a:t>Imagen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D6FB2F2C-340B-BB41-8807-1EBD1D0857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326" y="762074"/>
            <a:ext cx="4373525" cy="620159"/>
          </a:xfrm>
        </p:spPr>
        <p:txBody>
          <a:bodyPr/>
          <a:lstStyle>
            <a:lvl1pPr algn="ctr">
              <a:defRPr sz="3000">
                <a:solidFill>
                  <a:srgbClr val="003863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s-ES_tradnl" dirty="0"/>
              <a:t>Título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CEC67945-2D2A-4049-B6EE-C5C1BC241BD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6326" y="1609059"/>
            <a:ext cx="4373525" cy="4682203"/>
          </a:xfrm>
        </p:spPr>
        <p:txBody>
          <a:bodyPr/>
          <a:lstStyle>
            <a:lvl1pPr marL="457200" indent="-457200">
              <a:buClr>
                <a:srgbClr val="003863"/>
              </a:buClr>
              <a:buFont typeface="Wingdings" pitchFamily="2" charset="2"/>
              <a:buChar char="§"/>
              <a:defRPr>
                <a:solidFill>
                  <a:srgbClr val="071321"/>
                </a:solidFill>
              </a:defRPr>
            </a:lvl1pPr>
            <a:lvl2pPr marL="685800" indent="-228600">
              <a:buClr>
                <a:srgbClr val="003863"/>
              </a:buClr>
              <a:buFont typeface="Arial" panose="020B0604020202020204" pitchFamily="34" charset="0"/>
              <a:buChar char="•"/>
              <a:defRPr>
                <a:solidFill>
                  <a:srgbClr val="071321"/>
                </a:solidFill>
              </a:defRPr>
            </a:lvl2pPr>
            <a:lvl3pPr marL="1143000" indent="-228600">
              <a:buClr>
                <a:srgbClr val="003863"/>
              </a:buClr>
              <a:buFont typeface="Arial" panose="020B0604020202020204" pitchFamily="34" charset="0"/>
              <a:buChar char="•"/>
              <a:defRPr>
                <a:solidFill>
                  <a:srgbClr val="071321"/>
                </a:solidFill>
              </a:defRPr>
            </a:lvl3pPr>
            <a:lvl4pPr marL="1600200" indent="-228600">
              <a:buClr>
                <a:srgbClr val="003863"/>
              </a:buClr>
              <a:buFont typeface="Arial" panose="020B0604020202020204" pitchFamily="34" charset="0"/>
              <a:buChar char="•"/>
              <a:defRPr>
                <a:solidFill>
                  <a:srgbClr val="071321"/>
                </a:solidFill>
              </a:defRPr>
            </a:lvl4pPr>
          </a:lstStyle>
          <a:p>
            <a:pPr lvl="0"/>
            <a:r>
              <a:rPr lang="en-US" dirty="0" err="1"/>
              <a:t>Contenido</a:t>
            </a:r>
            <a:r>
              <a:rPr lang="en-US" dirty="0"/>
              <a:t> primer </a:t>
            </a:r>
            <a:r>
              <a:rPr lang="en-US" dirty="0" err="1"/>
              <a:t>nivel</a:t>
            </a:r>
            <a:endParaRPr lang="en-US" dirty="0"/>
          </a:p>
          <a:p>
            <a:pPr lvl="1"/>
            <a:r>
              <a:rPr lang="en-US" dirty="0" err="1"/>
              <a:t>Contenido</a:t>
            </a:r>
            <a:r>
              <a:rPr lang="en-US" dirty="0"/>
              <a:t> </a:t>
            </a:r>
            <a:r>
              <a:rPr lang="en-US" dirty="0" err="1"/>
              <a:t>segundo</a:t>
            </a:r>
            <a:r>
              <a:rPr lang="en-US" dirty="0"/>
              <a:t> </a:t>
            </a:r>
            <a:r>
              <a:rPr lang="en-US" dirty="0" err="1"/>
              <a:t>nivel</a:t>
            </a:r>
            <a:endParaRPr lang="en-US" dirty="0"/>
          </a:p>
          <a:p>
            <a:pPr lvl="2"/>
            <a:r>
              <a:rPr lang="en-US" dirty="0" err="1"/>
              <a:t>Contenido</a:t>
            </a:r>
            <a:r>
              <a:rPr lang="en-US" dirty="0"/>
              <a:t> </a:t>
            </a:r>
            <a:r>
              <a:rPr lang="en-US" dirty="0" err="1"/>
              <a:t>tercer</a:t>
            </a:r>
            <a:r>
              <a:rPr lang="en-US" dirty="0"/>
              <a:t> </a:t>
            </a:r>
            <a:r>
              <a:rPr lang="en-US" dirty="0" err="1"/>
              <a:t>nivel</a:t>
            </a:r>
            <a:endParaRPr lang="en-US" dirty="0"/>
          </a:p>
          <a:p>
            <a:pPr lvl="3"/>
            <a:r>
              <a:rPr lang="en-US" dirty="0" err="1"/>
              <a:t>Contenido</a:t>
            </a:r>
            <a:r>
              <a:rPr lang="en-US" dirty="0"/>
              <a:t> </a:t>
            </a:r>
            <a:r>
              <a:rPr lang="en-US" dirty="0" err="1"/>
              <a:t>cuarto</a:t>
            </a:r>
            <a:r>
              <a:rPr lang="en-US" dirty="0"/>
              <a:t> </a:t>
            </a:r>
            <a:r>
              <a:rPr lang="en-US" dirty="0" err="1"/>
              <a:t>nivel</a:t>
            </a:r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13324141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EAB234F9-9B24-1348-A6E2-02133E575E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762328"/>
            <a:ext cx="10515600" cy="1325563"/>
          </a:xfrm>
        </p:spPr>
        <p:txBody>
          <a:bodyPr/>
          <a:lstStyle>
            <a:lvl1pPr algn="ctr">
              <a:defRPr>
                <a:solidFill>
                  <a:srgbClr val="003863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s-ES_tradnl" dirty="0"/>
              <a:t>Título de sección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07DE41-49D2-3248-A4E2-68DDDC3818E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75891" y="3611877"/>
            <a:ext cx="7840218" cy="924388"/>
          </a:xfrm>
        </p:spPr>
        <p:txBody>
          <a:bodyPr anchor="ctr"/>
          <a:lstStyle>
            <a:lvl1pPr marL="0" indent="0" algn="ctr">
              <a:buNone/>
              <a:defRPr>
                <a:solidFill>
                  <a:srgbClr val="071321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x-none" dirty="0"/>
              <a:t>Subtítulo de sección</a:t>
            </a:r>
          </a:p>
        </p:txBody>
      </p:sp>
    </p:spTree>
    <p:extLst>
      <p:ext uri="{BB962C8B-B14F-4D97-AF65-F5344CB8AC3E}">
        <p14:creationId xmlns:p14="http://schemas.microsoft.com/office/powerpoint/2010/main" val="19545631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gra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003863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s-ES_tradnl" dirty="0"/>
              <a:t>Título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B7DE5B-B126-0B42-B728-A8650A460CC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960563"/>
            <a:ext cx="10515600" cy="4330700"/>
          </a:xfrm>
        </p:spPr>
        <p:txBody>
          <a:bodyPr/>
          <a:lstStyle>
            <a:lvl1pPr marL="457200" indent="-457200">
              <a:buClr>
                <a:srgbClr val="003863"/>
              </a:buClr>
              <a:buFont typeface="Wingdings" pitchFamily="2" charset="2"/>
              <a:buChar char="§"/>
              <a:defRPr>
                <a:solidFill>
                  <a:srgbClr val="071321"/>
                </a:solidFill>
              </a:defRPr>
            </a:lvl1pPr>
            <a:lvl2pPr marL="685800" indent="-228600">
              <a:buClr>
                <a:srgbClr val="003863"/>
              </a:buClr>
              <a:buFont typeface="Arial" panose="020B0604020202020204" pitchFamily="34" charset="0"/>
              <a:buChar char="•"/>
              <a:defRPr>
                <a:solidFill>
                  <a:srgbClr val="071321"/>
                </a:solidFill>
              </a:defRPr>
            </a:lvl2pPr>
            <a:lvl3pPr marL="1143000" indent="-228600">
              <a:buClr>
                <a:srgbClr val="003863"/>
              </a:buClr>
              <a:buFont typeface="Arial" panose="020B0604020202020204" pitchFamily="34" charset="0"/>
              <a:buChar char="•"/>
              <a:defRPr>
                <a:solidFill>
                  <a:srgbClr val="071321"/>
                </a:solidFill>
              </a:defRPr>
            </a:lvl3pPr>
            <a:lvl4pPr marL="1600200" indent="-228600">
              <a:buClr>
                <a:srgbClr val="003863"/>
              </a:buClr>
              <a:buFont typeface="Arial" panose="020B0604020202020204" pitchFamily="34" charset="0"/>
              <a:buChar char="•"/>
              <a:defRPr>
                <a:solidFill>
                  <a:srgbClr val="071321"/>
                </a:solidFill>
              </a:defRPr>
            </a:lvl4pPr>
          </a:lstStyle>
          <a:p>
            <a:pPr lvl="0"/>
            <a:r>
              <a:rPr lang="en-US" dirty="0" err="1"/>
              <a:t>Contenido</a:t>
            </a:r>
            <a:r>
              <a:rPr lang="en-US" dirty="0"/>
              <a:t> primer </a:t>
            </a:r>
            <a:r>
              <a:rPr lang="en-US" dirty="0" err="1"/>
              <a:t>nivel</a:t>
            </a:r>
            <a:endParaRPr lang="en-US" dirty="0"/>
          </a:p>
          <a:p>
            <a:pPr lvl="1"/>
            <a:r>
              <a:rPr lang="en-US" dirty="0" err="1"/>
              <a:t>Contenido</a:t>
            </a:r>
            <a:r>
              <a:rPr lang="en-US" dirty="0"/>
              <a:t> </a:t>
            </a:r>
            <a:r>
              <a:rPr lang="en-US" dirty="0" err="1"/>
              <a:t>segundo</a:t>
            </a:r>
            <a:r>
              <a:rPr lang="en-US" dirty="0"/>
              <a:t> </a:t>
            </a:r>
            <a:r>
              <a:rPr lang="en-US" dirty="0" err="1"/>
              <a:t>nivel</a:t>
            </a:r>
            <a:endParaRPr lang="en-US" dirty="0"/>
          </a:p>
          <a:p>
            <a:pPr lvl="2"/>
            <a:r>
              <a:rPr lang="en-US" dirty="0" err="1"/>
              <a:t>Contenido</a:t>
            </a:r>
            <a:r>
              <a:rPr lang="en-US" dirty="0"/>
              <a:t> </a:t>
            </a:r>
            <a:r>
              <a:rPr lang="en-US" dirty="0" err="1"/>
              <a:t>tercer</a:t>
            </a:r>
            <a:r>
              <a:rPr lang="en-US" dirty="0"/>
              <a:t> </a:t>
            </a:r>
            <a:r>
              <a:rPr lang="en-US" dirty="0" err="1"/>
              <a:t>nivel</a:t>
            </a:r>
            <a:endParaRPr lang="en-US" dirty="0"/>
          </a:p>
          <a:p>
            <a:pPr lvl="3"/>
            <a:r>
              <a:rPr lang="en-US" dirty="0" err="1"/>
              <a:t>Contenido</a:t>
            </a:r>
            <a:r>
              <a:rPr lang="en-US" dirty="0"/>
              <a:t> </a:t>
            </a:r>
            <a:r>
              <a:rPr lang="en-US" dirty="0" err="1"/>
              <a:t>cuarto</a:t>
            </a:r>
            <a:r>
              <a:rPr lang="en-US" dirty="0"/>
              <a:t> </a:t>
            </a:r>
            <a:r>
              <a:rPr lang="en-US" dirty="0" err="1"/>
              <a:t>nivel</a:t>
            </a:r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18783122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pequeñ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461493"/>
          </a:xfrm>
        </p:spPr>
        <p:txBody>
          <a:bodyPr/>
          <a:lstStyle>
            <a:lvl1pPr>
              <a:defRPr sz="3000">
                <a:solidFill>
                  <a:srgbClr val="003863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s-ES_tradnl" dirty="0"/>
              <a:t>Título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B7DE5B-B126-0B42-B728-A8650A460CC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53389"/>
            <a:ext cx="10515600" cy="5237874"/>
          </a:xfrm>
        </p:spPr>
        <p:txBody>
          <a:bodyPr/>
          <a:lstStyle>
            <a:lvl1pPr marL="457200" indent="-457200">
              <a:buClr>
                <a:srgbClr val="003863"/>
              </a:buClr>
              <a:buFont typeface="Wingdings" pitchFamily="2" charset="2"/>
              <a:buChar char="§"/>
              <a:defRPr>
                <a:solidFill>
                  <a:srgbClr val="071321"/>
                </a:solidFill>
              </a:defRPr>
            </a:lvl1pPr>
            <a:lvl2pPr marL="685800" indent="-228600">
              <a:buClr>
                <a:srgbClr val="003863"/>
              </a:buClr>
              <a:buFont typeface="Arial" panose="020B0604020202020204" pitchFamily="34" charset="0"/>
              <a:buChar char="•"/>
              <a:defRPr>
                <a:solidFill>
                  <a:srgbClr val="071321"/>
                </a:solidFill>
              </a:defRPr>
            </a:lvl2pPr>
            <a:lvl3pPr marL="1143000" indent="-228600">
              <a:buClr>
                <a:srgbClr val="003863"/>
              </a:buClr>
              <a:buFont typeface="Arial" panose="020B0604020202020204" pitchFamily="34" charset="0"/>
              <a:buChar char="•"/>
              <a:defRPr>
                <a:solidFill>
                  <a:srgbClr val="071321"/>
                </a:solidFill>
              </a:defRPr>
            </a:lvl3pPr>
            <a:lvl4pPr marL="1600200" indent="-228600">
              <a:buClr>
                <a:srgbClr val="003863"/>
              </a:buClr>
              <a:buFont typeface="Arial" panose="020B0604020202020204" pitchFamily="34" charset="0"/>
              <a:buChar char="•"/>
              <a:defRPr>
                <a:solidFill>
                  <a:srgbClr val="071321"/>
                </a:solidFill>
              </a:defRPr>
            </a:lvl4pPr>
          </a:lstStyle>
          <a:p>
            <a:pPr lvl="0"/>
            <a:r>
              <a:rPr lang="en-US" dirty="0" err="1"/>
              <a:t>Contenido</a:t>
            </a:r>
            <a:r>
              <a:rPr lang="en-US" dirty="0"/>
              <a:t> primer </a:t>
            </a:r>
            <a:r>
              <a:rPr lang="en-US" dirty="0" err="1"/>
              <a:t>nivel</a:t>
            </a:r>
            <a:endParaRPr lang="en-US" dirty="0"/>
          </a:p>
          <a:p>
            <a:pPr lvl="1"/>
            <a:r>
              <a:rPr lang="en-US" dirty="0" err="1"/>
              <a:t>Contenido</a:t>
            </a:r>
            <a:r>
              <a:rPr lang="en-US" dirty="0"/>
              <a:t> </a:t>
            </a:r>
            <a:r>
              <a:rPr lang="en-US" dirty="0" err="1"/>
              <a:t>segundo</a:t>
            </a:r>
            <a:r>
              <a:rPr lang="en-US" dirty="0"/>
              <a:t> </a:t>
            </a:r>
            <a:r>
              <a:rPr lang="en-US" dirty="0" err="1"/>
              <a:t>nivel</a:t>
            </a:r>
            <a:endParaRPr lang="en-US" dirty="0"/>
          </a:p>
          <a:p>
            <a:pPr lvl="2"/>
            <a:r>
              <a:rPr lang="en-US" dirty="0" err="1"/>
              <a:t>Contenido</a:t>
            </a:r>
            <a:r>
              <a:rPr lang="en-US" dirty="0"/>
              <a:t> </a:t>
            </a:r>
            <a:r>
              <a:rPr lang="en-US" dirty="0" err="1"/>
              <a:t>tercer</a:t>
            </a:r>
            <a:r>
              <a:rPr lang="en-US" dirty="0"/>
              <a:t> </a:t>
            </a:r>
            <a:r>
              <a:rPr lang="en-US" dirty="0" err="1"/>
              <a:t>nivel</a:t>
            </a:r>
            <a:endParaRPr lang="en-US" dirty="0"/>
          </a:p>
          <a:p>
            <a:pPr lvl="3"/>
            <a:r>
              <a:rPr lang="en-US" dirty="0" err="1"/>
              <a:t>Contenido</a:t>
            </a:r>
            <a:r>
              <a:rPr lang="en-US" dirty="0"/>
              <a:t> </a:t>
            </a:r>
            <a:r>
              <a:rPr lang="en-US" dirty="0" err="1"/>
              <a:t>cuarto</a:t>
            </a:r>
            <a:r>
              <a:rPr lang="en-US" dirty="0"/>
              <a:t> </a:t>
            </a:r>
            <a:r>
              <a:rPr lang="en-US" dirty="0" err="1"/>
              <a:t>nivel</a:t>
            </a:r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20123304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ací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644897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BE1EA9-4E43-5048-806C-A530FF88898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607442" y="0"/>
            <a:ext cx="7584558" cy="670994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x-none" dirty="0"/>
              <a:t>Imagen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D6FB2F2C-340B-BB41-8807-1EBD1D0857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326" y="762074"/>
            <a:ext cx="4373525" cy="620159"/>
          </a:xfrm>
        </p:spPr>
        <p:txBody>
          <a:bodyPr/>
          <a:lstStyle>
            <a:lvl1pPr algn="ctr">
              <a:defRPr sz="3000">
                <a:solidFill>
                  <a:schemeClr val="tx1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s-ES_tradnl" dirty="0"/>
              <a:t>Título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4D65F07F-1598-AA49-8D42-3B267202AE7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6325" y="1609059"/>
            <a:ext cx="4373525" cy="4682203"/>
          </a:xfrm>
        </p:spPr>
        <p:txBody>
          <a:bodyPr/>
          <a:lstStyle>
            <a:lvl1pPr marL="457200" indent="-457200">
              <a:buClr>
                <a:schemeClr val="tx1"/>
              </a:buClr>
              <a:buFont typeface="Wingdings" pitchFamily="2" charset="2"/>
              <a:buChar char="§"/>
              <a:defRPr>
                <a:solidFill>
                  <a:srgbClr val="EAEAEA"/>
                </a:solidFill>
              </a:defRPr>
            </a:lvl1pPr>
            <a:lvl2pPr marL="685800" indent="-228600"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rgbClr val="EAEAEA"/>
                </a:solidFill>
              </a:defRPr>
            </a:lvl2pPr>
            <a:lvl3pPr marL="1143000" indent="-228600"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rgbClr val="EAEAEA"/>
                </a:solidFill>
              </a:defRPr>
            </a:lvl3pPr>
            <a:lvl4pPr marL="1600200" indent="-228600"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rgbClr val="EAEAEA"/>
                </a:solidFill>
              </a:defRPr>
            </a:lvl4pPr>
          </a:lstStyle>
          <a:p>
            <a:pPr lvl="0"/>
            <a:r>
              <a:rPr lang="en-US" dirty="0" err="1"/>
              <a:t>Contenido</a:t>
            </a:r>
            <a:r>
              <a:rPr lang="en-US" dirty="0"/>
              <a:t> primer </a:t>
            </a:r>
            <a:r>
              <a:rPr lang="en-US" dirty="0" err="1"/>
              <a:t>nivel</a:t>
            </a:r>
            <a:endParaRPr lang="en-US" dirty="0"/>
          </a:p>
          <a:p>
            <a:pPr lvl="1"/>
            <a:r>
              <a:rPr lang="en-US" dirty="0" err="1"/>
              <a:t>Contenido</a:t>
            </a:r>
            <a:r>
              <a:rPr lang="en-US" dirty="0"/>
              <a:t> </a:t>
            </a:r>
            <a:r>
              <a:rPr lang="en-US" dirty="0" err="1"/>
              <a:t>segundo</a:t>
            </a:r>
            <a:r>
              <a:rPr lang="en-US" dirty="0"/>
              <a:t> </a:t>
            </a:r>
            <a:r>
              <a:rPr lang="en-US" dirty="0" err="1"/>
              <a:t>nivel</a:t>
            </a:r>
            <a:endParaRPr lang="en-US" dirty="0"/>
          </a:p>
          <a:p>
            <a:pPr lvl="2"/>
            <a:r>
              <a:rPr lang="en-US" dirty="0" err="1"/>
              <a:t>Contenido</a:t>
            </a:r>
            <a:r>
              <a:rPr lang="en-US" dirty="0"/>
              <a:t> </a:t>
            </a:r>
            <a:r>
              <a:rPr lang="en-US" dirty="0" err="1"/>
              <a:t>tercer</a:t>
            </a:r>
            <a:r>
              <a:rPr lang="en-US" dirty="0"/>
              <a:t> </a:t>
            </a:r>
            <a:r>
              <a:rPr lang="en-US" dirty="0" err="1"/>
              <a:t>nivel</a:t>
            </a:r>
            <a:endParaRPr lang="en-US" dirty="0"/>
          </a:p>
          <a:p>
            <a:pPr lvl="3"/>
            <a:r>
              <a:rPr lang="en-US" dirty="0" err="1"/>
              <a:t>Contenido</a:t>
            </a:r>
            <a:r>
              <a:rPr lang="en-US" dirty="0"/>
              <a:t> </a:t>
            </a:r>
            <a:r>
              <a:rPr lang="en-US" dirty="0" err="1"/>
              <a:t>cuarto</a:t>
            </a:r>
            <a:r>
              <a:rPr lang="en-US" dirty="0"/>
              <a:t> </a:t>
            </a:r>
            <a:r>
              <a:rPr lang="en-US" dirty="0" err="1"/>
              <a:t>nivel</a:t>
            </a:r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40245855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EAB234F9-9B24-1348-A6E2-02133E575E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762328"/>
            <a:ext cx="10515600" cy="1325563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s-ES_tradnl" dirty="0"/>
              <a:t>Título de sección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07DE41-49D2-3248-A4E2-68DDDC3818E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75891" y="3611877"/>
            <a:ext cx="7840218" cy="924388"/>
          </a:xfrm>
        </p:spPr>
        <p:txBody>
          <a:bodyPr anchor="ctr"/>
          <a:lstStyle>
            <a:lvl1pPr marL="0" indent="0" algn="ctr">
              <a:buNone/>
              <a:defRPr>
                <a:solidFill>
                  <a:srgbClr val="EAEAEA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x-none" dirty="0"/>
              <a:t>Subtítulo de sección</a:t>
            </a:r>
          </a:p>
        </p:txBody>
      </p:sp>
    </p:spTree>
    <p:extLst>
      <p:ext uri="{BB962C8B-B14F-4D97-AF65-F5344CB8AC3E}">
        <p14:creationId xmlns:p14="http://schemas.microsoft.com/office/powerpoint/2010/main" val="101556712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gra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s-ES_tradnl" dirty="0"/>
              <a:t>Título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B7DE5B-B126-0B42-B728-A8650A460CC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960563"/>
            <a:ext cx="10515600" cy="4330700"/>
          </a:xfrm>
        </p:spPr>
        <p:txBody>
          <a:bodyPr/>
          <a:lstStyle>
            <a:lvl1pPr marL="457200" indent="-457200">
              <a:buClr>
                <a:schemeClr val="tx1"/>
              </a:buClr>
              <a:buFont typeface="Wingdings" pitchFamily="2" charset="2"/>
              <a:buChar char="§"/>
              <a:defRPr>
                <a:solidFill>
                  <a:srgbClr val="EAEAEA"/>
                </a:solidFill>
              </a:defRPr>
            </a:lvl1pPr>
            <a:lvl2pPr marL="685800" indent="-228600"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rgbClr val="EAEAEA"/>
                </a:solidFill>
              </a:defRPr>
            </a:lvl2pPr>
            <a:lvl3pPr marL="1143000" indent="-228600"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rgbClr val="EAEAEA"/>
                </a:solidFill>
              </a:defRPr>
            </a:lvl3pPr>
            <a:lvl4pPr marL="1600200" indent="-228600"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rgbClr val="EAEAEA"/>
                </a:solidFill>
              </a:defRPr>
            </a:lvl4pPr>
          </a:lstStyle>
          <a:p>
            <a:pPr lvl="0"/>
            <a:r>
              <a:rPr lang="en-US" dirty="0" err="1"/>
              <a:t>Contenido</a:t>
            </a:r>
            <a:r>
              <a:rPr lang="en-US" dirty="0"/>
              <a:t> primer </a:t>
            </a:r>
            <a:r>
              <a:rPr lang="en-US" dirty="0" err="1"/>
              <a:t>nivel</a:t>
            </a:r>
            <a:endParaRPr lang="en-US" dirty="0"/>
          </a:p>
          <a:p>
            <a:pPr lvl="1"/>
            <a:r>
              <a:rPr lang="en-US" dirty="0" err="1"/>
              <a:t>Contenido</a:t>
            </a:r>
            <a:r>
              <a:rPr lang="en-US" dirty="0"/>
              <a:t> </a:t>
            </a:r>
            <a:r>
              <a:rPr lang="en-US" dirty="0" err="1"/>
              <a:t>segundo</a:t>
            </a:r>
            <a:r>
              <a:rPr lang="en-US" dirty="0"/>
              <a:t> </a:t>
            </a:r>
            <a:r>
              <a:rPr lang="en-US" dirty="0" err="1"/>
              <a:t>nivel</a:t>
            </a:r>
            <a:endParaRPr lang="en-US" dirty="0"/>
          </a:p>
          <a:p>
            <a:pPr lvl="2"/>
            <a:r>
              <a:rPr lang="en-US" dirty="0" err="1"/>
              <a:t>Contenido</a:t>
            </a:r>
            <a:r>
              <a:rPr lang="en-US" dirty="0"/>
              <a:t> </a:t>
            </a:r>
            <a:r>
              <a:rPr lang="en-US" dirty="0" err="1"/>
              <a:t>tercer</a:t>
            </a:r>
            <a:r>
              <a:rPr lang="en-US" dirty="0"/>
              <a:t> </a:t>
            </a:r>
            <a:r>
              <a:rPr lang="en-US" dirty="0" err="1"/>
              <a:t>nivel</a:t>
            </a:r>
            <a:endParaRPr lang="en-US" dirty="0"/>
          </a:p>
          <a:p>
            <a:pPr lvl="3"/>
            <a:r>
              <a:rPr lang="en-US" dirty="0" err="1"/>
              <a:t>Contenido</a:t>
            </a:r>
            <a:r>
              <a:rPr lang="en-US" dirty="0"/>
              <a:t> </a:t>
            </a:r>
            <a:r>
              <a:rPr lang="en-US" dirty="0" err="1"/>
              <a:t>cuarto</a:t>
            </a:r>
            <a:r>
              <a:rPr lang="en-US" dirty="0"/>
              <a:t> </a:t>
            </a:r>
            <a:r>
              <a:rPr lang="en-US" dirty="0" err="1"/>
              <a:t>nivel</a:t>
            </a:r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12611653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pequeñ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461493"/>
          </a:xfrm>
        </p:spPr>
        <p:txBody>
          <a:bodyPr/>
          <a:lstStyle>
            <a:lvl1pPr>
              <a:defRPr sz="3000">
                <a:solidFill>
                  <a:schemeClr val="tx1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s-ES_tradnl" dirty="0"/>
              <a:t>Título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B7DE5B-B126-0B42-B728-A8650A460CC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53389"/>
            <a:ext cx="10515600" cy="5237874"/>
          </a:xfrm>
        </p:spPr>
        <p:txBody>
          <a:bodyPr/>
          <a:lstStyle>
            <a:lvl1pPr marL="457200" indent="-457200">
              <a:buClr>
                <a:schemeClr val="tx1"/>
              </a:buClr>
              <a:buFont typeface="Wingdings" pitchFamily="2" charset="2"/>
              <a:buChar char="§"/>
              <a:defRPr>
                <a:solidFill>
                  <a:srgbClr val="EAEAEA"/>
                </a:solidFill>
              </a:defRPr>
            </a:lvl1pPr>
            <a:lvl2pPr marL="685800" indent="-228600"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rgbClr val="EAEAEA"/>
                </a:solidFill>
              </a:defRPr>
            </a:lvl2pPr>
            <a:lvl3pPr marL="1143000" indent="-228600"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rgbClr val="EAEAEA"/>
                </a:solidFill>
              </a:defRPr>
            </a:lvl3pPr>
            <a:lvl4pPr marL="1600200" indent="-228600"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rgbClr val="EAEAEA"/>
                </a:solidFill>
              </a:defRPr>
            </a:lvl4pPr>
          </a:lstStyle>
          <a:p>
            <a:pPr lvl="0"/>
            <a:r>
              <a:rPr lang="en-US" dirty="0" err="1"/>
              <a:t>Contenido</a:t>
            </a:r>
            <a:r>
              <a:rPr lang="en-US" dirty="0"/>
              <a:t> primer </a:t>
            </a:r>
            <a:r>
              <a:rPr lang="en-US" dirty="0" err="1"/>
              <a:t>nivel</a:t>
            </a:r>
            <a:endParaRPr lang="en-US" dirty="0"/>
          </a:p>
          <a:p>
            <a:pPr lvl="1"/>
            <a:r>
              <a:rPr lang="en-US" dirty="0" err="1"/>
              <a:t>Contenido</a:t>
            </a:r>
            <a:r>
              <a:rPr lang="en-US" dirty="0"/>
              <a:t> </a:t>
            </a:r>
            <a:r>
              <a:rPr lang="en-US" dirty="0" err="1"/>
              <a:t>segundo</a:t>
            </a:r>
            <a:r>
              <a:rPr lang="en-US" dirty="0"/>
              <a:t> </a:t>
            </a:r>
            <a:r>
              <a:rPr lang="en-US" dirty="0" err="1"/>
              <a:t>nivel</a:t>
            </a:r>
            <a:endParaRPr lang="en-US" dirty="0"/>
          </a:p>
          <a:p>
            <a:pPr lvl="2"/>
            <a:r>
              <a:rPr lang="en-US" dirty="0" err="1"/>
              <a:t>Contenido</a:t>
            </a:r>
            <a:r>
              <a:rPr lang="en-US" dirty="0"/>
              <a:t> </a:t>
            </a:r>
            <a:r>
              <a:rPr lang="en-US" dirty="0" err="1"/>
              <a:t>tercer</a:t>
            </a:r>
            <a:r>
              <a:rPr lang="en-US" dirty="0"/>
              <a:t> </a:t>
            </a:r>
            <a:r>
              <a:rPr lang="en-US" dirty="0" err="1"/>
              <a:t>nivel</a:t>
            </a:r>
            <a:endParaRPr lang="en-US" dirty="0"/>
          </a:p>
          <a:p>
            <a:pPr lvl="3"/>
            <a:r>
              <a:rPr lang="en-US" dirty="0" err="1"/>
              <a:t>Contenido</a:t>
            </a:r>
            <a:r>
              <a:rPr lang="en-US" dirty="0"/>
              <a:t> </a:t>
            </a:r>
            <a:r>
              <a:rPr lang="en-US" dirty="0" err="1"/>
              <a:t>cuarto</a:t>
            </a:r>
            <a:r>
              <a:rPr lang="en-US" dirty="0"/>
              <a:t> </a:t>
            </a:r>
            <a:r>
              <a:rPr lang="en-US" dirty="0" err="1"/>
              <a:t>nivel</a:t>
            </a:r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381115732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ací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559548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BE1EA9-4E43-5048-806C-A530FF88898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607442" y="0"/>
            <a:ext cx="7584558" cy="670994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x-none" dirty="0"/>
              <a:t>Imagen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D6FB2F2C-340B-BB41-8807-1EBD1D0857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326" y="762074"/>
            <a:ext cx="4373525" cy="620159"/>
          </a:xfrm>
        </p:spPr>
        <p:txBody>
          <a:bodyPr/>
          <a:lstStyle>
            <a:lvl1pPr algn="ctr">
              <a:defRPr sz="3000">
                <a:solidFill>
                  <a:schemeClr val="tx1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s-ES_tradnl" dirty="0"/>
              <a:t>Título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4D65F07F-1598-AA49-8D42-3B267202AE7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6325" y="1609059"/>
            <a:ext cx="4373525" cy="4682203"/>
          </a:xfrm>
        </p:spPr>
        <p:txBody>
          <a:bodyPr/>
          <a:lstStyle>
            <a:lvl1pPr marL="457200" indent="-457200">
              <a:buClr>
                <a:schemeClr val="tx1"/>
              </a:buClr>
              <a:buFont typeface="Wingdings" pitchFamily="2" charset="2"/>
              <a:buChar char="§"/>
              <a:defRPr>
                <a:solidFill>
                  <a:srgbClr val="EAEAEA"/>
                </a:solidFill>
              </a:defRPr>
            </a:lvl1pPr>
            <a:lvl2pPr marL="685800" indent="-228600"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rgbClr val="EAEAEA"/>
                </a:solidFill>
              </a:defRPr>
            </a:lvl2pPr>
            <a:lvl3pPr marL="1143000" indent="-228600"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rgbClr val="EAEAEA"/>
                </a:solidFill>
              </a:defRPr>
            </a:lvl3pPr>
            <a:lvl4pPr marL="1600200" indent="-228600"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rgbClr val="EAEAEA"/>
                </a:solidFill>
              </a:defRPr>
            </a:lvl4pPr>
          </a:lstStyle>
          <a:p>
            <a:pPr lvl="0"/>
            <a:r>
              <a:rPr lang="en-US" dirty="0" err="1"/>
              <a:t>Contenido</a:t>
            </a:r>
            <a:r>
              <a:rPr lang="en-US" dirty="0"/>
              <a:t> primer </a:t>
            </a:r>
            <a:r>
              <a:rPr lang="en-US" dirty="0" err="1"/>
              <a:t>nivel</a:t>
            </a:r>
            <a:endParaRPr lang="en-US" dirty="0"/>
          </a:p>
          <a:p>
            <a:pPr lvl="1"/>
            <a:r>
              <a:rPr lang="en-US" dirty="0" err="1"/>
              <a:t>Contenido</a:t>
            </a:r>
            <a:r>
              <a:rPr lang="en-US" dirty="0"/>
              <a:t> </a:t>
            </a:r>
            <a:r>
              <a:rPr lang="en-US" dirty="0" err="1"/>
              <a:t>segundo</a:t>
            </a:r>
            <a:r>
              <a:rPr lang="en-US" dirty="0"/>
              <a:t> </a:t>
            </a:r>
            <a:r>
              <a:rPr lang="en-US" dirty="0" err="1"/>
              <a:t>nivel</a:t>
            </a:r>
            <a:endParaRPr lang="en-US" dirty="0"/>
          </a:p>
          <a:p>
            <a:pPr lvl="2"/>
            <a:r>
              <a:rPr lang="en-US" dirty="0" err="1"/>
              <a:t>Contenido</a:t>
            </a:r>
            <a:r>
              <a:rPr lang="en-US" dirty="0"/>
              <a:t> </a:t>
            </a:r>
            <a:r>
              <a:rPr lang="en-US" dirty="0" err="1"/>
              <a:t>tercer</a:t>
            </a:r>
            <a:r>
              <a:rPr lang="en-US" dirty="0"/>
              <a:t> </a:t>
            </a:r>
            <a:r>
              <a:rPr lang="en-US" dirty="0" err="1"/>
              <a:t>nivel</a:t>
            </a:r>
            <a:endParaRPr lang="en-US" dirty="0"/>
          </a:p>
          <a:p>
            <a:pPr lvl="3"/>
            <a:r>
              <a:rPr lang="en-US" dirty="0" err="1"/>
              <a:t>Contenido</a:t>
            </a:r>
            <a:r>
              <a:rPr lang="en-US" dirty="0"/>
              <a:t> </a:t>
            </a:r>
            <a:r>
              <a:rPr lang="en-US" dirty="0" err="1"/>
              <a:t>cuarto</a:t>
            </a:r>
            <a:r>
              <a:rPr lang="en-US" dirty="0"/>
              <a:t> </a:t>
            </a:r>
            <a:r>
              <a:rPr lang="en-US" dirty="0" err="1"/>
              <a:t>nivel</a:t>
            </a:r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201112068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EAB234F9-9B24-1348-A6E2-02133E575E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762328"/>
            <a:ext cx="10515600" cy="1325563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s-ES_tradnl" dirty="0"/>
              <a:t>Título de sección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07DE41-49D2-3248-A4E2-68DDDC3818E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75891" y="3611877"/>
            <a:ext cx="7840218" cy="924388"/>
          </a:xfrm>
        </p:spPr>
        <p:txBody>
          <a:bodyPr anchor="ctr"/>
          <a:lstStyle>
            <a:lvl1pPr marL="0" indent="0" algn="ctr">
              <a:buNone/>
              <a:defRPr>
                <a:solidFill>
                  <a:srgbClr val="EAEAEA"/>
                </a:solidFill>
                <a:latin typeface="Georgia" panose="02040502050405020303" pitchFamily="18" charset="0"/>
              </a:defRPr>
            </a:lvl1pPr>
          </a:lstStyle>
          <a:p>
            <a:pPr lvl="0"/>
            <a:r>
              <a:rPr lang="x-none" dirty="0"/>
              <a:t>Subtítulo de sección</a:t>
            </a:r>
          </a:p>
        </p:txBody>
      </p:sp>
    </p:spTree>
    <p:extLst>
      <p:ext uri="{BB962C8B-B14F-4D97-AF65-F5344CB8AC3E}">
        <p14:creationId xmlns:p14="http://schemas.microsoft.com/office/powerpoint/2010/main" val="363240356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gra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s-ES_tradnl" dirty="0"/>
              <a:t>Título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B7DE5B-B126-0B42-B728-A8650A460CC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960563"/>
            <a:ext cx="10515600" cy="4330700"/>
          </a:xfrm>
        </p:spPr>
        <p:txBody>
          <a:bodyPr/>
          <a:lstStyle>
            <a:lvl1pPr marL="457200" indent="-457200">
              <a:buClr>
                <a:schemeClr val="tx1"/>
              </a:buClr>
              <a:buFont typeface="Wingdings" pitchFamily="2" charset="2"/>
              <a:buChar char="§"/>
              <a:defRPr>
                <a:solidFill>
                  <a:srgbClr val="EAEAEA"/>
                </a:solidFill>
              </a:defRPr>
            </a:lvl1pPr>
            <a:lvl2pPr marL="685800" indent="-228600"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rgbClr val="EAEAEA"/>
                </a:solidFill>
              </a:defRPr>
            </a:lvl2pPr>
            <a:lvl3pPr marL="1143000" indent="-228600"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rgbClr val="EAEAEA"/>
                </a:solidFill>
              </a:defRPr>
            </a:lvl3pPr>
            <a:lvl4pPr marL="1600200" indent="-228600"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rgbClr val="EAEAEA"/>
                </a:solidFill>
              </a:defRPr>
            </a:lvl4pPr>
          </a:lstStyle>
          <a:p>
            <a:pPr lvl="0"/>
            <a:r>
              <a:rPr lang="en-US" dirty="0" err="1"/>
              <a:t>Contenido</a:t>
            </a:r>
            <a:r>
              <a:rPr lang="en-US" dirty="0"/>
              <a:t> primer </a:t>
            </a:r>
            <a:r>
              <a:rPr lang="en-US" dirty="0" err="1"/>
              <a:t>nivel</a:t>
            </a:r>
            <a:endParaRPr lang="en-US" dirty="0"/>
          </a:p>
          <a:p>
            <a:pPr lvl="1"/>
            <a:r>
              <a:rPr lang="en-US" dirty="0" err="1"/>
              <a:t>Contenido</a:t>
            </a:r>
            <a:r>
              <a:rPr lang="en-US" dirty="0"/>
              <a:t> </a:t>
            </a:r>
            <a:r>
              <a:rPr lang="en-US" dirty="0" err="1"/>
              <a:t>segundo</a:t>
            </a:r>
            <a:r>
              <a:rPr lang="en-US" dirty="0"/>
              <a:t> </a:t>
            </a:r>
            <a:r>
              <a:rPr lang="en-US" dirty="0" err="1"/>
              <a:t>nivel</a:t>
            </a:r>
            <a:endParaRPr lang="en-US" dirty="0"/>
          </a:p>
          <a:p>
            <a:pPr lvl="2"/>
            <a:r>
              <a:rPr lang="en-US" dirty="0" err="1"/>
              <a:t>Contenido</a:t>
            </a:r>
            <a:r>
              <a:rPr lang="en-US" dirty="0"/>
              <a:t> </a:t>
            </a:r>
            <a:r>
              <a:rPr lang="en-US" dirty="0" err="1"/>
              <a:t>tercer</a:t>
            </a:r>
            <a:r>
              <a:rPr lang="en-US" dirty="0"/>
              <a:t> </a:t>
            </a:r>
            <a:r>
              <a:rPr lang="en-US" dirty="0" err="1"/>
              <a:t>nivel</a:t>
            </a:r>
            <a:endParaRPr lang="en-US" dirty="0"/>
          </a:p>
          <a:p>
            <a:pPr lvl="3"/>
            <a:r>
              <a:rPr lang="en-US" dirty="0" err="1"/>
              <a:t>Contenido</a:t>
            </a:r>
            <a:r>
              <a:rPr lang="en-US" dirty="0"/>
              <a:t> </a:t>
            </a:r>
            <a:r>
              <a:rPr lang="en-US" dirty="0" err="1"/>
              <a:t>cuarto</a:t>
            </a:r>
            <a:r>
              <a:rPr lang="en-US" dirty="0"/>
              <a:t> </a:t>
            </a:r>
            <a:r>
              <a:rPr lang="en-US" dirty="0" err="1"/>
              <a:t>nivel</a:t>
            </a:r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289704889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pequeñ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461493"/>
          </a:xfrm>
        </p:spPr>
        <p:txBody>
          <a:bodyPr/>
          <a:lstStyle>
            <a:lvl1pPr>
              <a:defRPr sz="3000">
                <a:solidFill>
                  <a:schemeClr val="tx1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s-ES_tradnl" dirty="0"/>
              <a:t>Título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B7DE5B-B126-0B42-B728-A8650A460CC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53389"/>
            <a:ext cx="10515600" cy="5237874"/>
          </a:xfrm>
        </p:spPr>
        <p:txBody>
          <a:bodyPr/>
          <a:lstStyle>
            <a:lvl1pPr marL="457200" indent="-457200">
              <a:buClr>
                <a:schemeClr val="tx1"/>
              </a:buClr>
              <a:buFont typeface="Wingdings" pitchFamily="2" charset="2"/>
              <a:buChar char="§"/>
              <a:defRPr>
                <a:solidFill>
                  <a:srgbClr val="EAEAEA"/>
                </a:solidFill>
              </a:defRPr>
            </a:lvl1pPr>
            <a:lvl2pPr marL="685800" indent="-228600"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rgbClr val="EAEAEA"/>
                </a:solidFill>
              </a:defRPr>
            </a:lvl2pPr>
            <a:lvl3pPr marL="1143000" indent="-228600"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rgbClr val="EAEAEA"/>
                </a:solidFill>
              </a:defRPr>
            </a:lvl3pPr>
            <a:lvl4pPr marL="1600200" indent="-228600"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rgbClr val="EAEAEA"/>
                </a:solidFill>
              </a:defRPr>
            </a:lvl4pPr>
          </a:lstStyle>
          <a:p>
            <a:pPr lvl="0"/>
            <a:r>
              <a:rPr lang="en-US" dirty="0" err="1"/>
              <a:t>Contenido</a:t>
            </a:r>
            <a:r>
              <a:rPr lang="en-US" dirty="0"/>
              <a:t> primer </a:t>
            </a:r>
            <a:r>
              <a:rPr lang="en-US" dirty="0" err="1"/>
              <a:t>nivel</a:t>
            </a:r>
            <a:endParaRPr lang="en-US" dirty="0"/>
          </a:p>
          <a:p>
            <a:pPr lvl="1"/>
            <a:r>
              <a:rPr lang="en-US" dirty="0" err="1"/>
              <a:t>Contenido</a:t>
            </a:r>
            <a:r>
              <a:rPr lang="en-US" dirty="0"/>
              <a:t> </a:t>
            </a:r>
            <a:r>
              <a:rPr lang="en-US" dirty="0" err="1"/>
              <a:t>segundo</a:t>
            </a:r>
            <a:r>
              <a:rPr lang="en-US" dirty="0"/>
              <a:t> </a:t>
            </a:r>
            <a:r>
              <a:rPr lang="en-US" dirty="0" err="1"/>
              <a:t>nivel</a:t>
            </a:r>
            <a:endParaRPr lang="en-US" dirty="0"/>
          </a:p>
          <a:p>
            <a:pPr lvl="2"/>
            <a:r>
              <a:rPr lang="en-US" dirty="0" err="1"/>
              <a:t>Contenido</a:t>
            </a:r>
            <a:r>
              <a:rPr lang="en-US" dirty="0"/>
              <a:t> </a:t>
            </a:r>
            <a:r>
              <a:rPr lang="en-US" dirty="0" err="1"/>
              <a:t>tercer</a:t>
            </a:r>
            <a:r>
              <a:rPr lang="en-US" dirty="0"/>
              <a:t> </a:t>
            </a:r>
            <a:r>
              <a:rPr lang="en-US" dirty="0" err="1"/>
              <a:t>nivel</a:t>
            </a:r>
            <a:endParaRPr lang="en-US" dirty="0"/>
          </a:p>
          <a:p>
            <a:pPr lvl="3"/>
            <a:r>
              <a:rPr lang="en-US" dirty="0" err="1"/>
              <a:t>Contenido</a:t>
            </a:r>
            <a:r>
              <a:rPr lang="en-US" dirty="0"/>
              <a:t> </a:t>
            </a:r>
            <a:r>
              <a:rPr lang="en-US" dirty="0" err="1"/>
              <a:t>cuarto</a:t>
            </a:r>
            <a:r>
              <a:rPr lang="en-US" dirty="0"/>
              <a:t> </a:t>
            </a:r>
            <a:r>
              <a:rPr lang="en-US" dirty="0" err="1"/>
              <a:t>nivel</a:t>
            </a:r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420113008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EC28CA-D590-474E-AD6B-F45D4E4E1411}" type="slidenum">
              <a:rPr lang="es-ES" altLang="es-PE" smtClean="0"/>
              <a:pPr>
                <a:defRPr/>
              </a:pPr>
              <a:t>‹Nº›</a:t>
            </a:fld>
            <a:endParaRPr lang="es-ES" altLang="es-PE"/>
          </a:p>
        </p:txBody>
      </p:sp>
    </p:spTree>
    <p:extLst>
      <p:ext uri="{BB962C8B-B14F-4D97-AF65-F5344CB8AC3E}">
        <p14:creationId xmlns:p14="http://schemas.microsoft.com/office/powerpoint/2010/main" val="2073731592"/>
      </p:ext>
    </p:extLst>
  </p:cSld>
  <p:clrMapOvr>
    <a:masterClrMapping/>
  </p:clrMapOvr>
  <p:transition>
    <p:randomBar dir="vert"/>
    <p:sndAc>
      <p:stSnd>
        <p:snd r:embed="rId1" name="bomb.wav"/>
      </p:stSnd>
    </p:sndAc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968DE7-FDB2-4D58-8D92-DE0CF3F7B888}" type="slidenum">
              <a:rPr lang="es-ES" altLang="es-PE" smtClean="0"/>
              <a:pPr>
                <a:defRPr/>
              </a:pPr>
              <a:t>‹Nº›</a:t>
            </a:fld>
            <a:endParaRPr lang="es-ES" altLang="es-PE"/>
          </a:p>
        </p:txBody>
      </p:sp>
    </p:spTree>
    <p:extLst>
      <p:ext uri="{BB962C8B-B14F-4D97-AF65-F5344CB8AC3E}">
        <p14:creationId xmlns:p14="http://schemas.microsoft.com/office/powerpoint/2010/main" val="1231885668"/>
      </p:ext>
    </p:extLst>
  </p:cSld>
  <p:clrMapOvr>
    <a:masterClrMapping/>
  </p:clrMapOvr>
  <p:transition>
    <p:randomBar dir="vert"/>
    <p:sndAc>
      <p:stSnd>
        <p:snd r:embed="rId1" name="bomb.wav"/>
      </p:stSnd>
    </p:sndAc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2" y="1709741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2" y="4589466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825E03E-A335-694B-A2BE-C56FC4485501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54311573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_tradnl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_tradnl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825E03E-A335-694B-A2BE-C56FC4485501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48712804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65128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90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90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_tradnl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_tradnl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825E03E-A335-694B-A2BE-C56FC4485501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71387647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_tradnl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_tradnl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825E03E-A335-694B-A2BE-C56FC4485501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83972758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B3EE69-2928-4E4F-8716-02EF73DFC277}" type="slidenum">
              <a:rPr lang="es-ES" altLang="es-PE" smtClean="0"/>
              <a:pPr>
                <a:defRPr/>
              </a:pPr>
              <a:t>‹Nº›</a:t>
            </a:fld>
            <a:endParaRPr lang="es-ES" altLang="es-PE"/>
          </a:p>
        </p:txBody>
      </p:sp>
    </p:spTree>
    <p:extLst>
      <p:ext uri="{BB962C8B-B14F-4D97-AF65-F5344CB8AC3E}">
        <p14:creationId xmlns:p14="http://schemas.microsoft.com/office/powerpoint/2010/main" val="594711354"/>
      </p:ext>
    </p:extLst>
  </p:cSld>
  <p:clrMapOvr>
    <a:masterClrMapping/>
  </p:clrMapOvr>
  <p:transition>
    <p:randomBar dir="vert"/>
    <p:sndAc>
      <p:stSnd>
        <p:snd r:embed="rId1" name="bomb.wav"/>
      </p:stSnd>
    </p:sndAc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8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_tradnl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_tradnl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825E03E-A335-694B-A2BE-C56FC4485501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49975375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8"/>
            <a:ext cx="6172201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s-ES" noProof="0"/>
              <a:t>Haga clic en el icono para agregar una imagen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_tradnl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_tradnl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825E03E-A335-694B-A2BE-C56FC4485501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73671257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825E03E-A335-694B-A2BE-C56FC4485501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00525237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825E03E-A335-694B-A2BE-C56FC4485501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98561685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orta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n 1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13" name="Título 1"/>
          <p:cNvSpPr>
            <a:spLocks noGrp="1"/>
          </p:cNvSpPr>
          <p:nvPr>
            <p:ph type="ctrTitle" hasCustomPrompt="1"/>
          </p:nvPr>
        </p:nvSpPr>
        <p:spPr>
          <a:xfrm>
            <a:off x="611974" y="2388977"/>
            <a:ext cx="8024025" cy="2338544"/>
          </a:xfr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s-ES_tradnl" dirty="0"/>
              <a:t>Título de portada</a:t>
            </a:r>
          </a:p>
        </p:txBody>
      </p:sp>
      <p:pic>
        <p:nvPicPr>
          <p:cNvPr id="17" name="Imagen 1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587" y="527319"/>
            <a:ext cx="2051823" cy="738574"/>
          </a:xfrm>
          <a:prstGeom prst="rect">
            <a:avLst/>
          </a:prstGeom>
        </p:spPr>
      </p:pic>
      <p:sp>
        <p:nvSpPr>
          <p:cNvPr id="7" name="Subtítulo 2">
            <a:extLst>
              <a:ext uri="{FF2B5EF4-FFF2-40B4-BE49-F238E27FC236}">
                <a16:creationId xmlns:a16="http://schemas.microsoft.com/office/drawing/2014/main" id="{BA89B800-8001-774E-957C-AC625B32D68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11975" y="4868652"/>
            <a:ext cx="6725171" cy="866465"/>
          </a:xfrm>
        </p:spPr>
        <p:txBody>
          <a:bodyPr/>
          <a:lstStyle>
            <a:lvl1pPr marL="0" indent="0" algn="l">
              <a:buFont typeface="Arial" panose="020B0604020202020204" pitchFamily="34" charset="0"/>
              <a:buNone/>
              <a:defRPr sz="2400">
                <a:solidFill>
                  <a:schemeClr val="bg1">
                    <a:lumMod val="85000"/>
                  </a:schemeClr>
                </a:solidFill>
                <a:latin typeface="Georgia" charset="0"/>
                <a:ea typeface="Georgia" charset="0"/>
                <a:cs typeface="Georgia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_tradnl" dirty="0"/>
              <a:t>Subtítulo de portada</a:t>
            </a:r>
          </a:p>
          <a:p>
            <a:endParaRPr lang="es-ES_tradnl" dirty="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2C5C12C1-19D7-734A-8EC1-F26342F028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1974" y="6129862"/>
            <a:ext cx="6725171" cy="401637"/>
          </a:xfrm>
        </p:spPr>
        <p:txBody>
          <a:bodyPr anchor="ctr">
            <a:normAutofit/>
          </a:bodyPr>
          <a:lstStyle>
            <a:lvl1pPr marL="0" indent="0">
              <a:buNone/>
              <a:defRPr sz="1600">
                <a:solidFill>
                  <a:srgbClr val="CFCFC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Información</a:t>
            </a:r>
            <a:r>
              <a:rPr lang="en-US" dirty="0"/>
              <a:t> </a:t>
            </a:r>
            <a:r>
              <a:rPr lang="en-US" dirty="0" err="1"/>
              <a:t>adicional</a:t>
            </a:r>
            <a:r>
              <a:rPr lang="en-US" dirty="0"/>
              <a:t> de </a:t>
            </a:r>
            <a:r>
              <a:rPr lang="en-US" dirty="0" err="1"/>
              <a:t>portada</a:t>
            </a:r>
            <a:endParaRPr lang="x-none" dirty="0"/>
          </a:p>
        </p:txBody>
      </p:sp>
      <p:sp>
        <p:nvSpPr>
          <p:cNvPr id="10" name="Triangle 9">
            <a:extLst>
              <a:ext uri="{FF2B5EF4-FFF2-40B4-BE49-F238E27FC236}">
                <a16:creationId xmlns:a16="http://schemas.microsoft.com/office/drawing/2014/main" id="{5B98496C-96FD-CC47-9A44-3FA071B821A8}"/>
              </a:ext>
            </a:extLst>
          </p:cNvPr>
          <p:cNvSpPr/>
          <p:nvPr userDrawn="1"/>
        </p:nvSpPr>
        <p:spPr>
          <a:xfrm>
            <a:off x="8895908" y="0"/>
            <a:ext cx="3296091" cy="6858000"/>
          </a:xfrm>
          <a:prstGeom prst="triangle">
            <a:avLst>
              <a:gd name="adj" fmla="val 100000"/>
            </a:avLst>
          </a:prstGeom>
          <a:solidFill>
            <a:srgbClr val="8C1F1C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14" name="Paralelogramo 2">
            <a:extLst>
              <a:ext uri="{FF2B5EF4-FFF2-40B4-BE49-F238E27FC236}">
                <a16:creationId xmlns:a16="http://schemas.microsoft.com/office/drawing/2014/main" id="{D1B66DAF-BAB9-408F-978D-AC2DF62C28AE}"/>
              </a:ext>
            </a:extLst>
          </p:cNvPr>
          <p:cNvSpPr/>
          <p:nvPr userDrawn="1"/>
        </p:nvSpPr>
        <p:spPr>
          <a:xfrm flipV="1">
            <a:off x="8895908" y="6531492"/>
            <a:ext cx="3296093" cy="326491"/>
          </a:xfrm>
          <a:custGeom>
            <a:avLst/>
            <a:gdLst>
              <a:gd name="connsiteX0" fmla="*/ 0 w 3296093"/>
              <a:gd name="connsiteY0" fmla="*/ 613956 h 613956"/>
              <a:gd name="connsiteX1" fmla="*/ 153489 w 3296093"/>
              <a:gd name="connsiteY1" fmla="*/ 0 h 613956"/>
              <a:gd name="connsiteX2" fmla="*/ 3296093 w 3296093"/>
              <a:gd name="connsiteY2" fmla="*/ 0 h 613956"/>
              <a:gd name="connsiteX3" fmla="*/ 3142604 w 3296093"/>
              <a:gd name="connsiteY3" fmla="*/ 613956 h 613956"/>
              <a:gd name="connsiteX4" fmla="*/ 0 w 3296093"/>
              <a:gd name="connsiteY4" fmla="*/ 613956 h 613956"/>
              <a:gd name="connsiteX0" fmla="*/ 0 w 3296093"/>
              <a:gd name="connsiteY0" fmla="*/ 613956 h 623481"/>
              <a:gd name="connsiteX1" fmla="*/ 153489 w 3296093"/>
              <a:gd name="connsiteY1" fmla="*/ 0 h 623481"/>
              <a:gd name="connsiteX2" fmla="*/ 3296093 w 3296093"/>
              <a:gd name="connsiteY2" fmla="*/ 0 h 623481"/>
              <a:gd name="connsiteX3" fmla="*/ 3295004 w 3296093"/>
              <a:gd name="connsiteY3" fmla="*/ 623481 h 623481"/>
              <a:gd name="connsiteX4" fmla="*/ 0 w 3296093"/>
              <a:gd name="connsiteY4" fmla="*/ 613956 h 623481"/>
              <a:gd name="connsiteX0" fmla="*/ 0 w 3296093"/>
              <a:gd name="connsiteY0" fmla="*/ 613956 h 623481"/>
              <a:gd name="connsiteX1" fmla="*/ 296364 w 3296093"/>
              <a:gd name="connsiteY1" fmla="*/ 47625 h 623481"/>
              <a:gd name="connsiteX2" fmla="*/ 3296093 w 3296093"/>
              <a:gd name="connsiteY2" fmla="*/ 0 h 623481"/>
              <a:gd name="connsiteX3" fmla="*/ 3295004 w 3296093"/>
              <a:gd name="connsiteY3" fmla="*/ 623481 h 623481"/>
              <a:gd name="connsiteX4" fmla="*/ 0 w 3296093"/>
              <a:gd name="connsiteY4" fmla="*/ 613956 h 623481"/>
              <a:gd name="connsiteX0" fmla="*/ 0 w 3296093"/>
              <a:gd name="connsiteY0" fmla="*/ 613956 h 623481"/>
              <a:gd name="connsiteX1" fmla="*/ 258264 w 3296093"/>
              <a:gd name="connsiteY1" fmla="*/ 38100 h 623481"/>
              <a:gd name="connsiteX2" fmla="*/ 3296093 w 3296093"/>
              <a:gd name="connsiteY2" fmla="*/ 0 h 623481"/>
              <a:gd name="connsiteX3" fmla="*/ 3295004 w 3296093"/>
              <a:gd name="connsiteY3" fmla="*/ 623481 h 623481"/>
              <a:gd name="connsiteX4" fmla="*/ 0 w 3296093"/>
              <a:gd name="connsiteY4" fmla="*/ 613956 h 623481"/>
              <a:gd name="connsiteX0" fmla="*/ 0 w 3296093"/>
              <a:gd name="connsiteY0" fmla="*/ 613956 h 623481"/>
              <a:gd name="connsiteX1" fmla="*/ 267789 w 3296093"/>
              <a:gd name="connsiteY1" fmla="*/ 38100 h 623481"/>
              <a:gd name="connsiteX2" fmla="*/ 3296093 w 3296093"/>
              <a:gd name="connsiteY2" fmla="*/ 0 h 623481"/>
              <a:gd name="connsiteX3" fmla="*/ 3295004 w 3296093"/>
              <a:gd name="connsiteY3" fmla="*/ 623481 h 623481"/>
              <a:gd name="connsiteX4" fmla="*/ 0 w 3296093"/>
              <a:gd name="connsiteY4" fmla="*/ 613956 h 623481"/>
              <a:gd name="connsiteX0" fmla="*/ 0 w 3296093"/>
              <a:gd name="connsiteY0" fmla="*/ 613956 h 623481"/>
              <a:gd name="connsiteX1" fmla="*/ 296364 w 3296093"/>
              <a:gd name="connsiteY1" fmla="*/ 28575 h 623481"/>
              <a:gd name="connsiteX2" fmla="*/ 3296093 w 3296093"/>
              <a:gd name="connsiteY2" fmla="*/ 0 h 623481"/>
              <a:gd name="connsiteX3" fmla="*/ 3295004 w 3296093"/>
              <a:gd name="connsiteY3" fmla="*/ 623481 h 623481"/>
              <a:gd name="connsiteX4" fmla="*/ 0 w 3296093"/>
              <a:gd name="connsiteY4" fmla="*/ 613956 h 623481"/>
              <a:gd name="connsiteX0" fmla="*/ 0 w 3296093"/>
              <a:gd name="connsiteY0" fmla="*/ 633006 h 642531"/>
              <a:gd name="connsiteX1" fmla="*/ 124914 w 3296093"/>
              <a:gd name="connsiteY1" fmla="*/ 0 h 642531"/>
              <a:gd name="connsiteX2" fmla="*/ 3296093 w 3296093"/>
              <a:gd name="connsiteY2" fmla="*/ 19050 h 642531"/>
              <a:gd name="connsiteX3" fmla="*/ 3295004 w 3296093"/>
              <a:gd name="connsiteY3" fmla="*/ 642531 h 642531"/>
              <a:gd name="connsiteX4" fmla="*/ 0 w 3296093"/>
              <a:gd name="connsiteY4" fmla="*/ 633006 h 642531"/>
              <a:gd name="connsiteX0" fmla="*/ 113211 w 3171179"/>
              <a:gd name="connsiteY0" fmla="*/ 633006 h 642531"/>
              <a:gd name="connsiteX1" fmla="*/ 0 w 3171179"/>
              <a:gd name="connsiteY1" fmla="*/ 0 h 642531"/>
              <a:gd name="connsiteX2" fmla="*/ 3171179 w 3171179"/>
              <a:gd name="connsiteY2" fmla="*/ 19050 h 642531"/>
              <a:gd name="connsiteX3" fmla="*/ 3170090 w 3171179"/>
              <a:gd name="connsiteY3" fmla="*/ 642531 h 642531"/>
              <a:gd name="connsiteX4" fmla="*/ 113211 w 3171179"/>
              <a:gd name="connsiteY4" fmla="*/ 633006 h 642531"/>
              <a:gd name="connsiteX0" fmla="*/ 284661 w 3171179"/>
              <a:gd name="connsiteY0" fmla="*/ 623481 h 642531"/>
              <a:gd name="connsiteX1" fmla="*/ 0 w 3171179"/>
              <a:gd name="connsiteY1" fmla="*/ 0 h 642531"/>
              <a:gd name="connsiteX2" fmla="*/ 3171179 w 3171179"/>
              <a:gd name="connsiteY2" fmla="*/ 19050 h 642531"/>
              <a:gd name="connsiteX3" fmla="*/ 3170090 w 3171179"/>
              <a:gd name="connsiteY3" fmla="*/ 642531 h 642531"/>
              <a:gd name="connsiteX4" fmla="*/ 284661 w 3171179"/>
              <a:gd name="connsiteY4" fmla="*/ 623481 h 642531"/>
              <a:gd name="connsiteX0" fmla="*/ 466614 w 3353132"/>
              <a:gd name="connsiteY0" fmla="*/ 623481 h 642531"/>
              <a:gd name="connsiteX1" fmla="*/ 0 w 3353132"/>
              <a:gd name="connsiteY1" fmla="*/ 0 h 642531"/>
              <a:gd name="connsiteX2" fmla="*/ 3353132 w 3353132"/>
              <a:gd name="connsiteY2" fmla="*/ 19050 h 642531"/>
              <a:gd name="connsiteX3" fmla="*/ 3352043 w 3353132"/>
              <a:gd name="connsiteY3" fmla="*/ 642531 h 642531"/>
              <a:gd name="connsiteX4" fmla="*/ 466614 w 3353132"/>
              <a:gd name="connsiteY4" fmla="*/ 623481 h 642531"/>
              <a:gd name="connsiteX0" fmla="*/ 466614 w 3353132"/>
              <a:gd name="connsiteY0" fmla="*/ 623481 h 642531"/>
              <a:gd name="connsiteX1" fmla="*/ 0 w 3353132"/>
              <a:gd name="connsiteY1" fmla="*/ 0 h 642531"/>
              <a:gd name="connsiteX2" fmla="*/ 3353132 w 3353132"/>
              <a:gd name="connsiteY2" fmla="*/ 19050 h 642531"/>
              <a:gd name="connsiteX3" fmla="*/ 3352043 w 3353132"/>
              <a:gd name="connsiteY3" fmla="*/ 642531 h 642531"/>
              <a:gd name="connsiteX4" fmla="*/ 466614 w 3353132"/>
              <a:gd name="connsiteY4" fmla="*/ 623481 h 642531"/>
              <a:gd name="connsiteX0" fmla="*/ 509936 w 3353132"/>
              <a:gd name="connsiteY0" fmla="*/ 638719 h 642531"/>
              <a:gd name="connsiteX1" fmla="*/ 0 w 3353132"/>
              <a:gd name="connsiteY1" fmla="*/ 0 h 642531"/>
              <a:gd name="connsiteX2" fmla="*/ 3353132 w 3353132"/>
              <a:gd name="connsiteY2" fmla="*/ 19050 h 642531"/>
              <a:gd name="connsiteX3" fmla="*/ 3352043 w 3353132"/>
              <a:gd name="connsiteY3" fmla="*/ 642531 h 642531"/>
              <a:gd name="connsiteX4" fmla="*/ 509936 w 3353132"/>
              <a:gd name="connsiteY4" fmla="*/ 638719 h 642531"/>
              <a:gd name="connsiteX0" fmla="*/ 723113 w 3353132"/>
              <a:gd name="connsiteY0" fmla="*/ 638719 h 642531"/>
              <a:gd name="connsiteX1" fmla="*/ 0 w 3353132"/>
              <a:gd name="connsiteY1" fmla="*/ 0 h 642531"/>
              <a:gd name="connsiteX2" fmla="*/ 3353132 w 3353132"/>
              <a:gd name="connsiteY2" fmla="*/ 19050 h 642531"/>
              <a:gd name="connsiteX3" fmla="*/ 3352043 w 3353132"/>
              <a:gd name="connsiteY3" fmla="*/ 642531 h 642531"/>
              <a:gd name="connsiteX4" fmla="*/ 723113 w 3353132"/>
              <a:gd name="connsiteY4" fmla="*/ 638719 h 642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3132" h="642531">
                <a:moveTo>
                  <a:pt x="723113" y="638719"/>
                </a:moveTo>
                <a:lnTo>
                  <a:pt x="0" y="0"/>
                </a:lnTo>
                <a:lnTo>
                  <a:pt x="3353132" y="19050"/>
                </a:lnTo>
                <a:lnTo>
                  <a:pt x="3352043" y="642531"/>
                </a:lnTo>
                <a:lnTo>
                  <a:pt x="723113" y="638719"/>
                </a:lnTo>
                <a:close/>
              </a:path>
            </a:pathLst>
          </a:custGeom>
          <a:solidFill>
            <a:srgbClr val="8C1F1C"/>
          </a:solidFill>
          <a:ln>
            <a:noFill/>
          </a:ln>
          <a:effectLst>
            <a:outerShdw blurRad="304800" dist="50800" dir="15120000" algn="ctr" rotWithShape="0">
              <a:schemeClr val="tx1">
                <a:alpha val="5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5" name="CuadroTexto 13">
            <a:extLst>
              <a:ext uri="{FF2B5EF4-FFF2-40B4-BE49-F238E27FC236}">
                <a16:creationId xmlns:a16="http://schemas.microsoft.com/office/drawing/2014/main" id="{666E9AA8-EDD6-45ED-9A04-8FFA465576E8}"/>
              </a:ext>
            </a:extLst>
          </p:cNvPr>
          <p:cNvSpPr txBox="1"/>
          <p:nvPr userDrawn="1"/>
        </p:nvSpPr>
        <p:spPr>
          <a:xfrm>
            <a:off x="9591261" y="6531487"/>
            <a:ext cx="2600739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MX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Ingeniería Mecánico-Eléctrica</a:t>
            </a:r>
            <a:endParaRPr lang="es-PE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04349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0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7" Type="http://schemas.openxmlformats.org/officeDocument/2006/relationships/image" Target="../media/image3.jpg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5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25E03E-A335-694B-A2BE-C56FC4485501}" type="slidenum">
              <a:rPr lang="es-ES_tradnl" smtClean="0"/>
              <a:t>‹Nº›</a:t>
            </a:fld>
            <a:endParaRPr lang="es-ES_tradnl"/>
          </a:p>
        </p:txBody>
      </p:sp>
      <p:sp>
        <p:nvSpPr>
          <p:cNvPr id="11" name="Triángulo isósceles 11">
            <a:extLst>
              <a:ext uri="{FF2B5EF4-FFF2-40B4-BE49-F238E27FC236}">
                <a16:creationId xmlns:a16="http://schemas.microsoft.com/office/drawing/2014/main" id="{BCFBDACA-FF37-441C-BCA2-F698176ECD6F}"/>
              </a:ext>
            </a:extLst>
          </p:cNvPr>
          <p:cNvSpPr/>
          <p:nvPr userDrawn="1"/>
        </p:nvSpPr>
        <p:spPr>
          <a:xfrm>
            <a:off x="11827751" y="6681004"/>
            <a:ext cx="93528" cy="92142"/>
          </a:xfrm>
          <a:custGeom>
            <a:avLst/>
            <a:gdLst>
              <a:gd name="connsiteX0" fmla="*/ 0 w 389220"/>
              <a:gd name="connsiteY0" fmla="*/ 326109 h 326109"/>
              <a:gd name="connsiteX1" fmla="*/ 194610 w 389220"/>
              <a:gd name="connsiteY1" fmla="*/ 0 h 326109"/>
              <a:gd name="connsiteX2" fmla="*/ 389220 w 389220"/>
              <a:gd name="connsiteY2" fmla="*/ 326109 h 326109"/>
              <a:gd name="connsiteX3" fmla="*/ 0 w 389220"/>
              <a:gd name="connsiteY3" fmla="*/ 326109 h 326109"/>
              <a:gd name="connsiteX0" fmla="*/ 0 w 389220"/>
              <a:gd name="connsiteY0" fmla="*/ 0 h 217732"/>
              <a:gd name="connsiteX1" fmla="*/ 13329 w 389220"/>
              <a:gd name="connsiteY1" fmla="*/ 217732 h 217732"/>
              <a:gd name="connsiteX2" fmla="*/ 389220 w 389220"/>
              <a:gd name="connsiteY2" fmla="*/ 0 h 217732"/>
              <a:gd name="connsiteX3" fmla="*/ 0 w 389220"/>
              <a:gd name="connsiteY3" fmla="*/ 0 h 217732"/>
              <a:gd name="connsiteX0" fmla="*/ 0 w 389220"/>
              <a:gd name="connsiteY0" fmla="*/ 0 h 212400"/>
              <a:gd name="connsiteX1" fmla="*/ 2666 w 389220"/>
              <a:gd name="connsiteY1" fmla="*/ 212400 h 212400"/>
              <a:gd name="connsiteX2" fmla="*/ 389220 w 389220"/>
              <a:gd name="connsiteY2" fmla="*/ 0 h 212400"/>
              <a:gd name="connsiteX3" fmla="*/ 0 w 389220"/>
              <a:gd name="connsiteY3" fmla="*/ 0 h 21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9220" h="212400">
                <a:moveTo>
                  <a:pt x="0" y="0"/>
                </a:moveTo>
                <a:cubicBezTo>
                  <a:pt x="889" y="70800"/>
                  <a:pt x="1777" y="141600"/>
                  <a:pt x="2666" y="212400"/>
                </a:cubicBezTo>
                <a:lnTo>
                  <a:pt x="389220" y="0"/>
                </a:lnTo>
                <a:lnTo>
                  <a:pt x="0" y="0"/>
                </a:lnTo>
                <a:close/>
              </a:path>
            </a:pathLst>
          </a:custGeom>
          <a:solidFill>
            <a:srgbClr val="4910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299EC40-71AD-4A69-8ACD-75BE2DB449D2}"/>
              </a:ext>
            </a:extLst>
          </p:cNvPr>
          <p:cNvSpPr/>
          <p:nvPr userDrawn="1"/>
        </p:nvSpPr>
        <p:spPr>
          <a:xfrm>
            <a:off x="0" y="6721200"/>
            <a:ext cx="12192000" cy="136800"/>
          </a:xfrm>
          <a:prstGeom prst="rect">
            <a:avLst/>
          </a:prstGeom>
          <a:solidFill>
            <a:srgbClr val="0046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5" name="Subtítulo 2">
            <a:extLst>
              <a:ext uri="{FF2B5EF4-FFF2-40B4-BE49-F238E27FC236}">
                <a16:creationId xmlns:a16="http://schemas.microsoft.com/office/drawing/2014/main" id="{D312A0A2-FEF0-4040-951C-30E5E1ABC731}"/>
              </a:ext>
            </a:extLst>
          </p:cNvPr>
          <p:cNvSpPr txBox="1">
            <a:spLocks/>
          </p:cNvSpPr>
          <p:nvPr userDrawn="1"/>
        </p:nvSpPr>
        <p:spPr>
          <a:xfrm>
            <a:off x="6096000" y="6715571"/>
            <a:ext cx="6096000" cy="136800"/>
          </a:xfrm>
          <a:prstGeom prst="rect">
            <a:avLst/>
          </a:prstGeom>
        </p:spPr>
        <p:txBody>
          <a:bodyPr vert="horz" lIns="91440" tIns="0" rIns="503998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20000"/>
              </a:lnSpc>
              <a:spcBef>
                <a:spcPts val="0"/>
              </a:spcBef>
            </a:pPr>
            <a:r>
              <a:rPr lang="es-ES_tradnl" sz="900" dirty="0">
                <a:solidFill>
                  <a:schemeClr val="bg1"/>
                </a:solidFill>
                <a:latin typeface="Arial" panose="020B0604020202020204" pitchFamily="34" charset="0"/>
                <a:ea typeface="Georgia" charset="0"/>
                <a:cs typeface="Arial" panose="020B0604020202020204" pitchFamily="34" charset="0"/>
              </a:rPr>
              <a:t>Universidad de Piura</a:t>
            </a:r>
          </a:p>
        </p:txBody>
      </p:sp>
      <p:sp>
        <p:nvSpPr>
          <p:cNvPr id="16" name="Rectángulo 6">
            <a:extLst>
              <a:ext uri="{FF2B5EF4-FFF2-40B4-BE49-F238E27FC236}">
                <a16:creationId xmlns:a16="http://schemas.microsoft.com/office/drawing/2014/main" id="{32994FAF-F5C6-49E8-BF44-FC4A064FDEA0}"/>
              </a:ext>
            </a:extLst>
          </p:cNvPr>
          <p:cNvSpPr/>
          <p:nvPr userDrawn="1"/>
        </p:nvSpPr>
        <p:spPr>
          <a:xfrm>
            <a:off x="11827749" y="6678853"/>
            <a:ext cx="364251" cy="179147"/>
          </a:xfrm>
          <a:custGeom>
            <a:avLst/>
            <a:gdLst>
              <a:gd name="connsiteX0" fmla="*/ 0 w 364251"/>
              <a:gd name="connsiteY0" fmla="*/ 0 h 176765"/>
              <a:gd name="connsiteX1" fmla="*/ 364251 w 364251"/>
              <a:gd name="connsiteY1" fmla="*/ 0 h 176765"/>
              <a:gd name="connsiteX2" fmla="*/ 364251 w 364251"/>
              <a:gd name="connsiteY2" fmla="*/ 176765 h 176765"/>
              <a:gd name="connsiteX3" fmla="*/ 0 w 364251"/>
              <a:gd name="connsiteY3" fmla="*/ 176765 h 176765"/>
              <a:gd name="connsiteX4" fmla="*/ 0 w 364251"/>
              <a:gd name="connsiteY4" fmla="*/ 0 h 176765"/>
              <a:gd name="connsiteX0" fmla="*/ 0 w 364251"/>
              <a:gd name="connsiteY0" fmla="*/ 0 h 176765"/>
              <a:gd name="connsiteX1" fmla="*/ 364251 w 364251"/>
              <a:gd name="connsiteY1" fmla="*/ 0 h 176765"/>
              <a:gd name="connsiteX2" fmla="*/ 364251 w 364251"/>
              <a:gd name="connsiteY2" fmla="*/ 176765 h 176765"/>
              <a:gd name="connsiteX3" fmla="*/ 111919 w 364251"/>
              <a:gd name="connsiteY3" fmla="*/ 176765 h 176765"/>
              <a:gd name="connsiteX4" fmla="*/ 0 w 364251"/>
              <a:gd name="connsiteY4" fmla="*/ 0 h 176765"/>
              <a:gd name="connsiteX0" fmla="*/ 0 w 364251"/>
              <a:gd name="connsiteY0" fmla="*/ 0 h 179147"/>
              <a:gd name="connsiteX1" fmla="*/ 364251 w 364251"/>
              <a:gd name="connsiteY1" fmla="*/ 0 h 179147"/>
              <a:gd name="connsiteX2" fmla="*/ 364251 w 364251"/>
              <a:gd name="connsiteY2" fmla="*/ 176765 h 179147"/>
              <a:gd name="connsiteX3" fmla="*/ 102394 w 364251"/>
              <a:gd name="connsiteY3" fmla="*/ 179147 h 179147"/>
              <a:gd name="connsiteX4" fmla="*/ 0 w 364251"/>
              <a:gd name="connsiteY4" fmla="*/ 0 h 179147"/>
              <a:gd name="connsiteX0" fmla="*/ 0 w 364251"/>
              <a:gd name="connsiteY0" fmla="*/ 0 h 179147"/>
              <a:gd name="connsiteX1" fmla="*/ 364251 w 364251"/>
              <a:gd name="connsiteY1" fmla="*/ 0 h 179147"/>
              <a:gd name="connsiteX2" fmla="*/ 364251 w 364251"/>
              <a:gd name="connsiteY2" fmla="*/ 179147 h 179147"/>
              <a:gd name="connsiteX3" fmla="*/ 102394 w 364251"/>
              <a:gd name="connsiteY3" fmla="*/ 179147 h 179147"/>
              <a:gd name="connsiteX4" fmla="*/ 0 w 364251"/>
              <a:gd name="connsiteY4" fmla="*/ 0 h 1791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4251" h="179147">
                <a:moveTo>
                  <a:pt x="0" y="0"/>
                </a:moveTo>
                <a:lnTo>
                  <a:pt x="364251" y="0"/>
                </a:lnTo>
                <a:lnTo>
                  <a:pt x="364251" y="179147"/>
                </a:lnTo>
                <a:lnTo>
                  <a:pt x="102394" y="179147"/>
                </a:lnTo>
                <a:lnTo>
                  <a:pt x="0" y="0"/>
                </a:lnTo>
                <a:close/>
              </a:path>
            </a:pathLst>
          </a:custGeom>
          <a:solidFill>
            <a:srgbClr val="8C1F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37062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4" r:id="rId2"/>
    <p:sldLayoutId id="2147483680" r:id="rId3"/>
    <p:sldLayoutId id="2147483681" r:id="rId4"/>
    <p:sldLayoutId id="2147483682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69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25E03E-A335-694B-A2BE-C56FC4485501}" type="slidenum">
              <a:rPr lang="es-ES_tradnl" smtClean="0"/>
              <a:t>‹Nº›</a:t>
            </a:fld>
            <a:endParaRPr lang="es-ES_tradnl"/>
          </a:p>
        </p:txBody>
      </p:sp>
      <p:sp>
        <p:nvSpPr>
          <p:cNvPr id="11" name="Triángulo isósceles 11">
            <a:extLst>
              <a:ext uri="{FF2B5EF4-FFF2-40B4-BE49-F238E27FC236}">
                <a16:creationId xmlns:a16="http://schemas.microsoft.com/office/drawing/2014/main" id="{47735557-F7C4-498D-AE82-C7F37A83EA5A}"/>
              </a:ext>
            </a:extLst>
          </p:cNvPr>
          <p:cNvSpPr/>
          <p:nvPr userDrawn="1"/>
        </p:nvSpPr>
        <p:spPr>
          <a:xfrm>
            <a:off x="11827751" y="6681004"/>
            <a:ext cx="93528" cy="92142"/>
          </a:xfrm>
          <a:custGeom>
            <a:avLst/>
            <a:gdLst>
              <a:gd name="connsiteX0" fmla="*/ 0 w 389220"/>
              <a:gd name="connsiteY0" fmla="*/ 326109 h 326109"/>
              <a:gd name="connsiteX1" fmla="*/ 194610 w 389220"/>
              <a:gd name="connsiteY1" fmla="*/ 0 h 326109"/>
              <a:gd name="connsiteX2" fmla="*/ 389220 w 389220"/>
              <a:gd name="connsiteY2" fmla="*/ 326109 h 326109"/>
              <a:gd name="connsiteX3" fmla="*/ 0 w 389220"/>
              <a:gd name="connsiteY3" fmla="*/ 326109 h 326109"/>
              <a:gd name="connsiteX0" fmla="*/ 0 w 389220"/>
              <a:gd name="connsiteY0" fmla="*/ 0 h 217732"/>
              <a:gd name="connsiteX1" fmla="*/ 13329 w 389220"/>
              <a:gd name="connsiteY1" fmla="*/ 217732 h 217732"/>
              <a:gd name="connsiteX2" fmla="*/ 389220 w 389220"/>
              <a:gd name="connsiteY2" fmla="*/ 0 h 217732"/>
              <a:gd name="connsiteX3" fmla="*/ 0 w 389220"/>
              <a:gd name="connsiteY3" fmla="*/ 0 h 217732"/>
              <a:gd name="connsiteX0" fmla="*/ 0 w 389220"/>
              <a:gd name="connsiteY0" fmla="*/ 0 h 212400"/>
              <a:gd name="connsiteX1" fmla="*/ 2666 w 389220"/>
              <a:gd name="connsiteY1" fmla="*/ 212400 h 212400"/>
              <a:gd name="connsiteX2" fmla="*/ 389220 w 389220"/>
              <a:gd name="connsiteY2" fmla="*/ 0 h 212400"/>
              <a:gd name="connsiteX3" fmla="*/ 0 w 389220"/>
              <a:gd name="connsiteY3" fmla="*/ 0 h 21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9220" h="212400">
                <a:moveTo>
                  <a:pt x="0" y="0"/>
                </a:moveTo>
                <a:cubicBezTo>
                  <a:pt x="889" y="70800"/>
                  <a:pt x="1777" y="141600"/>
                  <a:pt x="2666" y="212400"/>
                </a:cubicBezTo>
                <a:lnTo>
                  <a:pt x="389220" y="0"/>
                </a:lnTo>
                <a:lnTo>
                  <a:pt x="0" y="0"/>
                </a:lnTo>
                <a:close/>
              </a:path>
            </a:pathLst>
          </a:custGeom>
          <a:solidFill>
            <a:srgbClr val="4910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F38E5C20-3D83-47A6-9025-BCD93CA4C3AA}"/>
              </a:ext>
            </a:extLst>
          </p:cNvPr>
          <p:cNvSpPr/>
          <p:nvPr userDrawn="1"/>
        </p:nvSpPr>
        <p:spPr>
          <a:xfrm>
            <a:off x="0" y="6721200"/>
            <a:ext cx="12192000" cy="136800"/>
          </a:xfrm>
          <a:prstGeom prst="rect">
            <a:avLst/>
          </a:prstGeom>
          <a:solidFill>
            <a:srgbClr val="0046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5" name="Subtítulo 2">
            <a:extLst>
              <a:ext uri="{FF2B5EF4-FFF2-40B4-BE49-F238E27FC236}">
                <a16:creationId xmlns:a16="http://schemas.microsoft.com/office/drawing/2014/main" id="{5C32F732-43A0-4D96-89A3-45C4CE01CD38}"/>
              </a:ext>
            </a:extLst>
          </p:cNvPr>
          <p:cNvSpPr txBox="1">
            <a:spLocks/>
          </p:cNvSpPr>
          <p:nvPr userDrawn="1"/>
        </p:nvSpPr>
        <p:spPr>
          <a:xfrm>
            <a:off x="6096000" y="6715571"/>
            <a:ext cx="6096000" cy="136800"/>
          </a:xfrm>
          <a:prstGeom prst="rect">
            <a:avLst/>
          </a:prstGeom>
        </p:spPr>
        <p:txBody>
          <a:bodyPr vert="horz" lIns="91440" tIns="0" rIns="503998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20000"/>
              </a:lnSpc>
              <a:spcBef>
                <a:spcPts val="0"/>
              </a:spcBef>
            </a:pPr>
            <a:r>
              <a:rPr lang="es-ES_tradnl" sz="900" dirty="0">
                <a:solidFill>
                  <a:schemeClr val="bg1"/>
                </a:solidFill>
                <a:latin typeface="Arial" panose="020B0604020202020204" pitchFamily="34" charset="0"/>
                <a:ea typeface="Georgia" charset="0"/>
                <a:cs typeface="Arial" panose="020B0604020202020204" pitchFamily="34" charset="0"/>
              </a:rPr>
              <a:t>Universidad de Piura</a:t>
            </a:r>
          </a:p>
        </p:txBody>
      </p:sp>
      <p:sp>
        <p:nvSpPr>
          <p:cNvPr id="16" name="Rectángulo 6">
            <a:extLst>
              <a:ext uri="{FF2B5EF4-FFF2-40B4-BE49-F238E27FC236}">
                <a16:creationId xmlns:a16="http://schemas.microsoft.com/office/drawing/2014/main" id="{125E8DDA-FDD5-44C0-A389-8212F84298A2}"/>
              </a:ext>
            </a:extLst>
          </p:cNvPr>
          <p:cNvSpPr/>
          <p:nvPr userDrawn="1"/>
        </p:nvSpPr>
        <p:spPr>
          <a:xfrm>
            <a:off x="11827749" y="6678853"/>
            <a:ext cx="364251" cy="179147"/>
          </a:xfrm>
          <a:custGeom>
            <a:avLst/>
            <a:gdLst>
              <a:gd name="connsiteX0" fmla="*/ 0 w 364251"/>
              <a:gd name="connsiteY0" fmla="*/ 0 h 176765"/>
              <a:gd name="connsiteX1" fmla="*/ 364251 w 364251"/>
              <a:gd name="connsiteY1" fmla="*/ 0 h 176765"/>
              <a:gd name="connsiteX2" fmla="*/ 364251 w 364251"/>
              <a:gd name="connsiteY2" fmla="*/ 176765 h 176765"/>
              <a:gd name="connsiteX3" fmla="*/ 0 w 364251"/>
              <a:gd name="connsiteY3" fmla="*/ 176765 h 176765"/>
              <a:gd name="connsiteX4" fmla="*/ 0 w 364251"/>
              <a:gd name="connsiteY4" fmla="*/ 0 h 176765"/>
              <a:gd name="connsiteX0" fmla="*/ 0 w 364251"/>
              <a:gd name="connsiteY0" fmla="*/ 0 h 176765"/>
              <a:gd name="connsiteX1" fmla="*/ 364251 w 364251"/>
              <a:gd name="connsiteY1" fmla="*/ 0 h 176765"/>
              <a:gd name="connsiteX2" fmla="*/ 364251 w 364251"/>
              <a:gd name="connsiteY2" fmla="*/ 176765 h 176765"/>
              <a:gd name="connsiteX3" fmla="*/ 111919 w 364251"/>
              <a:gd name="connsiteY3" fmla="*/ 176765 h 176765"/>
              <a:gd name="connsiteX4" fmla="*/ 0 w 364251"/>
              <a:gd name="connsiteY4" fmla="*/ 0 h 176765"/>
              <a:gd name="connsiteX0" fmla="*/ 0 w 364251"/>
              <a:gd name="connsiteY0" fmla="*/ 0 h 179147"/>
              <a:gd name="connsiteX1" fmla="*/ 364251 w 364251"/>
              <a:gd name="connsiteY1" fmla="*/ 0 h 179147"/>
              <a:gd name="connsiteX2" fmla="*/ 364251 w 364251"/>
              <a:gd name="connsiteY2" fmla="*/ 176765 h 179147"/>
              <a:gd name="connsiteX3" fmla="*/ 102394 w 364251"/>
              <a:gd name="connsiteY3" fmla="*/ 179147 h 179147"/>
              <a:gd name="connsiteX4" fmla="*/ 0 w 364251"/>
              <a:gd name="connsiteY4" fmla="*/ 0 h 179147"/>
              <a:gd name="connsiteX0" fmla="*/ 0 w 364251"/>
              <a:gd name="connsiteY0" fmla="*/ 0 h 179147"/>
              <a:gd name="connsiteX1" fmla="*/ 364251 w 364251"/>
              <a:gd name="connsiteY1" fmla="*/ 0 h 179147"/>
              <a:gd name="connsiteX2" fmla="*/ 364251 w 364251"/>
              <a:gd name="connsiteY2" fmla="*/ 179147 h 179147"/>
              <a:gd name="connsiteX3" fmla="*/ 102394 w 364251"/>
              <a:gd name="connsiteY3" fmla="*/ 179147 h 179147"/>
              <a:gd name="connsiteX4" fmla="*/ 0 w 364251"/>
              <a:gd name="connsiteY4" fmla="*/ 0 h 1791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4251" h="179147">
                <a:moveTo>
                  <a:pt x="0" y="0"/>
                </a:moveTo>
                <a:lnTo>
                  <a:pt x="364251" y="0"/>
                </a:lnTo>
                <a:lnTo>
                  <a:pt x="364251" y="179147"/>
                </a:lnTo>
                <a:lnTo>
                  <a:pt x="102394" y="179147"/>
                </a:lnTo>
                <a:lnTo>
                  <a:pt x="0" y="0"/>
                </a:lnTo>
                <a:close/>
              </a:path>
            </a:pathLst>
          </a:custGeom>
          <a:solidFill>
            <a:srgbClr val="8C1F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51933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85" r:id="rId2"/>
    <p:sldLayoutId id="2147483668" r:id="rId3"/>
    <p:sldLayoutId id="2147483669" r:id="rId4"/>
    <p:sldLayoutId id="2147483670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46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dirty="0"/>
              <a:t>Haga clic para modificar el estilo de texto del patrón</a:t>
            </a:r>
          </a:p>
          <a:p>
            <a:pPr lvl="1"/>
            <a:r>
              <a:rPr lang="es-ES_tradnl" dirty="0"/>
              <a:t>Segundo nivel</a:t>
            </a:r>
          </a:p>
          <a:p>
            <a:pPr lvl="2"/>
            <a:r>
              <a:rPr lang="es-ES_tradnl" dirty="0"/>
              <a:t>Tercer nivel</a:t>
            </a:r>
          </a:p>
          <a:p>
            <a:pPr lvl="3"/>
            <a:r>
              <a:rPr lang="es-ES_tradnl" dirty="0"/>
              <a:t>Cuarto nivel</a:t>
            </a:r>
          </a:p>
          <a:p>
            <a:pPr lvl="4"/>
            <a:r>
              <a:rPr lang="es-ES_tradnl" dirty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25E03E-A335-694B-A2BE-C56FC4485501}" type="slidenum">
              <a:rPr lang="es-ES_tradnl" smtClean="0"/>
              <a:t>‹Nº›</a:t>
            </a:fld>
            <a:endParaRPr lang="es-ES_tradnl"/>
          </a:p>
        </p:txBody>
      </p:sp>
      <p:sp>
        <p:nvSpPr>
          <p:cNvPr id="11" name="Triángulo isósceles 11">
            <a:extLst>
              <a:ext uri="{FF2B5EF4-FFF2-40B4-BE49-F238E27FC236}">
                <a16:creationId xmlns:a16="http://schemas.microsoft.com/office/drawing/2014/main" id="{830B16EE-6BB5-47C4-91BA-BE0340D716B8}"/>
              </a:ext>
            </a:extLst>
          </p:cNvPr>
          <p:cNvSpPr/>
          <p:nvPr userDrawn="1"/>
        </p:nvSpPr>
        <p:spPr>
          <a:xfrm>
            <a:off x="11827751" y="6681004"/>
            <a:ext cx="93528" cy="92142"/>
          </a:xfrm>
          <a:custGeom>
            <a:avLst/>
            <a:gdLst>
              <a:gd name="connsiteX0" fmla="*/ 0 w 389220"/>
              <a:gd name="connsiteY0" fmla="*/ 326109 h 326109"/>
              <a:gd name="connsiteX1" fmla="*/ 194610 w 389220"/>
              <a:gd name="connsiteY1" fmla="*/ 0 h 326109"/>
              <a:gd name="connsiteX2" fmla="*/ 389220 w 389220"/>
              <a:gd name="connsiteY2" fmla="*/ 326109 h 326109"/>
              <a:gd name="connsiteX3" fmla="*/ 0 w 389220"/>
              <a:gd name="connsiteY3" fmla="*/ 326109 h 326109"/>
              <a:gd name="connsiteX0" fmla="*/ 0 w 389220"/>
              <a:gd name="connsiteY0" fmla="*/ 0 h 217732"/>
              <a:gd name="connsiteX1" fmla="*/ 13329 w 389220"/>
              <a:gd name="connsiteY1" fmla="*/ 217732 h 217732"/>
              <a:gd name="connsiteX2" fmla="*/ 389220 w 389220"/>
              <a:gd name="connsiteY2" fmla="*/ 0 h 217732"/>
              <a:gd name="connsiteX3" fmla="*/ 0 w 389220"/>
              <a:gd name="connsiteY3" fmla="*/ 0 h 217732"/>
              <a:gd name="connsiteX0" fmla="*/ 0 w 389220"/>
              <a:gd name="connsiteY0" fmla="*/ 0 h 212400"/>
              <a:gd name="connsiteX1" fmla="*/ 2666 w 389220"/>
              <a:gd name="connsiteY1" fmla="*/ 212400 h 212400"/>
              <a:gd name="connsiteX2" fmla="*/ 389220 w 389220"/>
              <a:gd name="connsiteY2" fmla="*/ 0 h 212400"/>
              <a:gd name="connsiteX3" fmla="*/ 0 w 389220"/>
              <a:gd name="connsiteY3" fmla="*/ 0 h 21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9220" h="212400">
                <a:moveTo>
                  <a:pt x="0" y="0"/>
                </a:moveTo>
                <a:cubicBezTo>
                  <a:pt x="889" y="70800"/>
                  <a:pt x="1777" y="141600"/>
                  <a:pt x="2666" y="212400"/>
                </a:cubicBezTo>
                <a:lnTo>
                  <a:pt x="389220" y="0"/>
                </a:lnTo>
                <a:lnTo>
                  <a:pt x="0" y="0"/>
                </a:lnTo>
                <a:close/>
              </a:path>
            </a:pathLst>
          </a:custGeom>
          <a:solidFill>
            <a:srgbClr val="4910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D266D848-88FA-4442-A0D4-C4E74F9C8178}"/>
              </a:ext>
            </a:extLst>
          </p:cNvPr>
          <p:cNvSpPr/>
          <p:nvPr userDrawn="1"/>
        </p:nvSpPr>
        <p:spPr>
          <a:xfrm>
            <a:off x="0" y="6721200"/>
            <a:ext cx="12192000" cy="136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5" name="Subtítulo 2">
            <a:extLst>
              <a:ext uri="{FF2B5EF4-FFF2-40B4-BE49-F238E27FC236}">
                <a16:creationId xmlns:a16="http://schemas.microsoft.com/office/drawing/2014/main" id="{5632C20E-C7FA-4AD0-A019-B72792281560}"/>
              </a:ext>
            </a:extLst>
          </p:cNvPr>
          <p:cNvSpPr txBox="1">
            <a:spLocks/>
          </p:cNvSpPr>
          <p:nvPr userDrawn="1"/>
        </p:nvSpPr>
        <p:spPr>
          <a:xfrm>
            <a:off x="6096000" y="6715571"/>
            <a:ext cx="6096000" cy="136800"/>
          </a:xfrm>
          <a:prstGeom prst="rect">
            <a:avLst/>
          </a:prstGeom>
          <a:noFill/>
        </p:spPr>
        <p:txBody>
          <a:bodyPr vert="horz" lIns="91440" tIns="0" rIns="503998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20000"/>
              </a:lnSpc>
              <a:spcBef>
                <a:spcPts val="0"/>
              </a:spcBef>
            </a:pPr>
            <a:r>
              <a:rPr lang="es-ES_tradnl" sz="900" dirty="0">
                <a:solidFill>
                  <a:srgbClr val="00467A"/>
                </a:solidFill>
                <a:latin typeface="Arial" panose="020B0604020202020204" pitchFamily="34" charset="0"/>
                <a:ea typeface="Georgia" charset="0"/>
                <a:cs typeface="Arial" panose="020B0604020202020204" pitchFamily="34" charset="0"/>
              </a:rPr>
              <a:t>Universidad de Piura</a:t>
            </a:r>
          </a:p>
        </p:txBody>
      </p:sp>
      <p:sp>
        <p:nvSpPr>
          <p:cNvPr id="16" name="Rectángulo 6">
            <a:extLst>
              <a:ext uri="{FF2B5EF4-FFF2-40B4-BE49-F238E27FC236}">
                <a16:creationId xmlns:a16="http://schemas.microsoft.com/office/drawing/2014/main" id="{88A87789-B72E-4D2F-8070-D82EE2CA8CBA}"/>
              </a:ext>
            </a:extLst>
          </p:cNvPr>
          <p:cNvSpPr/>
          <p:nvPr userDrawn="1"/>
        </p:nvSpPr>
        <p:spPr>
          <a:xfrm>
            <a:off x="11827749" y="6678853"/>
            <a:ext cx="364251" cy="179147"/>
          </a:xfrm>
          <a:custGeom>
            <a:avLst/>
            <a:gdLst>
              <a:gd name="connsiteX0" fmla="*/ 0 w 364251"/>
              <a:gd name="connsiteY0" fmla="*/ 0 h 176765"/>
              <a:gd name="connsiteX1" fmla="*/ 364251 w 364251"/>
              <a:gd name="connsiteY1" fmla="*/ 0 h 176765"/>
              <a:gd name="connsiteX2" fmla="*/ 364251 w 364251"/>
              <a:gd name="connsiteY2" fmla="*/ 176765 h 176765"/>
              <a:gd name="connsiteX3" fmla="*/ 0 w 364251"/>
              <a:gd name="connsiteY3" fmla="*/ 176765 h 176765"/>
              <a:gd name="connsiteX4" fmla="*/ 0 w 364251"/>
              <a:gd name="connsiteY4" fmla="*/ 0 h 176765"/>
              <a:gd name="connsiteX0" fmla="*/ 0 w 364251"/>
              <a:gd name="connsiteY0" fmla="*/ 0 h 176765"/>
              <a:gd name="connsiteX1" fmla="*/ 364251 w 364251"/>
              <a:gd name="connsiteY1" fmla="*/ 0 h 176765"/>
              <a:gd name="connsiteX2" fmla="*/ 364251 w 364251"/>
              <a:gd name="connsiteY2" fmla="*/ 176765 h 176765"/>
              <a:gd name="connsiteX3" fmla="*/ 111919 w 364251"/>
              <a:gd name="connsiteY3" fmla="*/ 176765 h 176765"/>
              <a:gd name="connsiteX4" fmla="*/ 0 w 364251"/>
              <a:gd name="connsiteY4" fmla="*/ 0 h 176765"/>
              <a:gd name="connsiteX0" fmla="*/ 0 w 364251"/>
              <a:gd name="connsiteY0" fmla="*/ 0 h 179147"/>
              <a:gd name="connsiteX1" fmla="*/ 364251 w 364251"/>
              <a:gd name="connsiteY1" fmla="*/ 0 h 179147"/>
              <a:gd name="connsiteX2" fmla="*/ 364251 w 364251"/>
              <a:gd name="connsiteY2" fmla="*/ 176765 h 179147"/>
              <a:gd name="connsiteX3" fmla="*/ 102394 w 364251"/>
              <a:gd name="connsiteY3" fmla="*/ 179147 h 179147"/>
              <a:gd name="connsiteX4" fmla="*/ 0 w 364251"/>
              <a:gd name="connsiteY4" fmla="*/ 0 h 179147"/>
              <a:gd name="connsiteX0" fmla="*/ 0 w 364251"/>
              <a:gd name="connsiteY0" fmla="*/ 0 h 179147"/>
              <a:gd name="connsiteX1" fmla="*/ 364251 w 364251"/>
              <a:gd name="connsiteY1" fmla="*/ 0 h 179147"/>
              <a:gd name="connsiteX2" fmla="*/ 364251 w 364251"/>
              <a:gd name="connsiteY2" fmla="*/ 179147 h 179147"/>
              <a:gd name="connsiteX3" fmla="*/ 102394 w 364251"/>
              <a:gd name="connsiteY3" fmla="*/ 179147 h 179147"/>
              <a:gd name="connsiteX4" fmla="*/ 0 w 364251"/>
              <a:gd name="connsiteY4" fmla="*/ 0 h 1791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4251" h="179147">
                <a:moveTo>
                  <a:pt x="0" y="0"/>
                </a:moveTo>
                <a:lnTo>
                  <a:pt x="364251" y="0"/>
                </a:lnTo>
                <a:lnTo>
                  <a:pt x="364251" y="179147"/>
                </a:lnTo>
                <a:lnTo>
                  <a:pt x="102394" y="179147"/>
                </a:lnTo>
                <a:lnTo>
                  <a:pt x="0" y="0"/>
                </a:lnTo>
                <a:close/>
              </a:path>
            </a:pathLst>
          </a:custGeom>
          <a:solidFill>
            <a:srgbClr val="8C1F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222931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86" r:id="rId2"/>
    <p:sldLayoutId id="2147483674" r:id="rId3"/>
    <p:sldLayoutId id="2147483675" r:id="rId4"/>
    <p:sldLayoutId id="2147483676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dirty="0"/>
              <a:t>Haga clic para modificar el estilo de texto del patrón</a:t>
            </a:r>
          </a:p>
          <a:p>
            <a:pPr lvl="1"/>
            <a:r>
              <a:rPr lang="es-ES_tradnl" dirty="0"/>
              <a:t>Segundo nivel</a:t>
            </a:r>
          </a:p>
          <a:p>
            <a:pPr lvl="2"/>
            <a:r>
              <a:rPr lang="es-ES_tradnl" dirty="0"/>
              <a:t>Tercer nivel</a:t>
            </a:r>
          </a:p>
          <a:p>
            <a:pPr lvl="3"/>
            <a:r>
              <a:rPr lang="es-ES_tradnl" dirty="0"/>
              <a:t>Cuarto nivel</a:t>
            </a:r>
          </a:p>
          <a:p>
            <a:pPr lvl="4"/>
            <a:r>
              <a:rPr lang="es-ES_tradnl" dirty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25E03E-A335-694B-A2BE-C56FC4485501}" type="slidenum">
              <a:rPr lang="es-ES_tradnl" smtClean="0"/>
              <a:t>‹Nº›</a:t>
            </a:fld>
            <a:endParaRPr lang="es-ES_tradnl"/>
          </a:p>
        </p:txBody>
      </p:sp>
      <p:sp>
        <p:nvSpPr>
          <p:cNvPr id="11" name="Triángulo isósceles 11">
            <a:extLst>
              <a:ext uri="{FF2B5EF4-FFF2-40B4-BE49-F238E27FC236}">
                <a16:creationId xmlns:a16="http://schemas.microsoft.com/office/drawing/2014/main" id="{35E87525-EEC6-4F94-A306-ED003C2CF282}"/>
              </a:ext>
            </a:extLst>
          </p:cNvPr>
          <p:cNvSpPr/>
          <p:nvPr userDrawn="1"/>
        </p:nvSpPr>
        <p:spPr>
          <a:xfrm>
            <a:off x="11827751" y="6681004"/>
            <a:ext cx="93528" cy="92142"/>
          </a:xfrm>
          <a:custGeom>
            <a:avLst/>
            <a:gdLst>
              <a:gd name="connsiteX0" fmla="*/ 0 w 389220"/>
              <a:gd name="connsiteY0" fmla="*/ 326109 h 326109"/>
              <a:gd name="connsiteX1" fmla="*/ 194610 w 389220"/>
              <a:gd name="connsiteY1" fmla="*/ 0 h 326109"/>
              <a:gd name="connsiteX2" fmla="*/ 389220 w 389220"/>
              <a:gd name="connsiteY2" fmla="*/ 326109 h 326109"/>
              <a:gd name="connsiteX3" fmla="*/ 0 w 389220"/>
              <a:gd name="connsiteY3" fmla="*/ 326109 h 326109"/>
              <a:gd name="connsiteX0" fmla="*/ 0 w 389220"/>
              <a:gd name="connsiteY0" fmla="*/ 0 h 217732"/>
              <a:gd name="connsiteX1" fmla="*/ 13329 w 389220"/>
              <a:gd name="connsiteY1" fmla="*/ 217732 h 217732"/>
              <a:gd name="connsiteX2" fmla="*/ 389220 w 389220"/>
              <a:gd name="connsiteY2" fmla="*/ 0 h 217732"/>
              <a:gd name="connsiteX3" fmla="*/ 0 w 389220"/>
              <a:gd name="connsiteY3" fmla="*/ 0 h 217732"/>
              <a:gd name="connsiteX0" fmla="*/ 0 w 389220"/>
              <a:gd name="connsiteY0" fmla="*/ 0 h 212400"/>
              <a:gd name="connsiteX1" fmla="*/ 2666 w 389220"/>
              <a:gd name="connsiteY1" fmla="*/ 212400 h 212400"/>
              <a:gd name="connsiteX2" fmla="*/ 389220 w 389220"/>
              <a:gd name="connsiteY2" fmla="*/ 0 h 212400"/>
              <a:gd name="connsiteX3" fmla="*/ 0 w 389220"/>
              <a:gd name="connsiteY3" fmla="*/ 0 h 21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9220" h="212400">
                <a:moveTo>
                  <a:pt x="0" y="0"/>
                </a:moveTo>
                <a:cubicBezTo>
                  <a:pt x="889" y="70800"/>
                  <a:pt x="1777" y="141600"/>
                  <a:pt x="2666" y="212400"/>
                </a:cubicBezTo>
                <a:lnTo>
                  <a:pt x="389220" y="0"/>
                </a:lnTo>
                <a:lnTo>
                  <a:pt x="0" y="0"/>
                </a:lnTo>
                <a:close/>
              </a:path>
            </a:pathLst>
          </a:custGeom>
          <a:solidFill>
            <a:srgbClr val="4910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1CD3012A-0F9C-4F6E-B089-0AEB39DCEFAE}"/>
              </a:ext>
            </a:extLst>
          </p:cNvPr>
          <p:cNvSpPr/>
          <p:nvPr userDrawn="1"/>
        </p:nvSpPr>
        <p:spPr>
          <a:xfrm>
            <a:off x="0" y="6721200"/>
            <a:ext cx="12192000" cy="136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5" name="Subtítulo 2">
            <a:extLst>
              <a:ext uri="{FF2B5EF4-FFF2-40B4-BE49-F238E27FC236}">
                <a16:creationId xmlns:a16="http://schemas.microsoft.com/office/drawing/2014/main" id="{54013010-7EC2-477A-9777-5F8D1C8C9819}"/>
              </a:ext>
            </a:extLst>
          </p:cNvPr>
          <p:cNvSpPr txBox="1">
            <a:spLocks/>
          </p:cNvSpPr>
          <p:nvPr userDrawn="1"/>
        </p:nvSpPr>
        <p:spPr>
          <a:xfrm>
            <a:off x="6096000" y="6715571"/>
            <a:ext cx="6096000" cy="136800"/>
          </a:xfrm>
          <a:prstGeom prst="rect">
            <a:avLst/>
          </a:prstGeom>
          <a:noFill/>
        </p:spPr>
        <p:txBody>
          <a:bodyPr vert="horz" lIns="91440" tIns="0" rIns="503998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20000"/>
              </a:lnSpc>
              <a:spcBef>
                <a:spcPts val="0"/>
              </a:spcBef>
            </a:pPr>
            <a:r>
              <a:rPr lang="es-ES_tradnl" sz="900" dirty="0">
                <a:solidFill>
                  <a:srgbClr val="00467A"/>
                </a:solidFill>
                <a:latin typeface="Arial" panose="020B0604020202020204" pitchFamily="34" charset="0"/>
                <a:ea typeface="Georgia" charset="0"/>
                <a:cs typeface="Arial" panose="020B0604020202020204" pitchFamily="34" charset="0"/>
              </a:rPr>
              <a:t>Universidad de Piura</a:t>
            </a:r>
          </a:p>
        </p:txBody>
      </p:sp>
      <p:sp>
        <p:nvSpPr>
          <p:cNvPr id="16" name="Rectángulo 6">
            <a:extLst>
              <a:ext uri="{FF2B5EF4-FFF2-40B4-BE49-F238E27FC236}">
                <a16:creationId xmlns:a16="http://schemas.microsoft.com/office/drawing/2014/main" id="{755C1C57-8C13-46AE-AF8C-50183E7C38EF}"/>
              </a:ext>
            </a:extLst>
          </p:cNvPr>
          <p:cNvSpPr/>
          <p:nvPr userDrawn="1"/>
        </p:nvSpPr>
        <p:spPr>
          <a:xfrm>
            <a:off x="11827749" y="6678853"/>
            <a:ext cx="364251" cy="179147"/>
          </a:xfrm>
          <a:custGeom>
            <a:avLst/>
            <a:gdLst>
              <a:gd name="connsiteX0" fmla="*/ 0 w 364251"/>
              <a:gd name="connsiteY0" fmla="*/ 0 h 176765"/>
              <a:gd name="connsiteX1" fmla="*/ 364251 w 364251"/>
              <a:gd name="connsiteY1" fmla="*/ 0 h 176765"/>
              <a:gd name="connsiteX2" fmla="*/ 364251 w 364251"/>
              <a:gd name="connsiteY2" fmla="*/ 176765 h 176765"/>
              <a:gd name="connsiteX3" fmla="*/ 0 w 364251"/>
              <a:gd name="connsiteY3" fmla="*/ 176765 h 176765"/>
              <a:gd name="connsiteX4" fmla="*/ 0 w 364251"/>
              <a:gd name="connsiteY4" fmla="*/ 0 h 176765"/>
              <a:gd name="connsiteX0" fmla="*/ 0 w 364251"/>
              <a:gd name="connsiteY0" fmla="*/ 0 h 176765"/>
              <a:gd name="connsiteX1" fmla="*/ 364251 w 364251"/>
              <a:gd name="connsiteY1" fmla="*/ 0 h 176765"/>
              <a:gd name="connsiteX2" fmla="*/ 364251 w 364251"/>
              <a:gd name="connsiteY2" fmla="*/ 176765 h 176765"/>
              <a:gd name="connsiteX3" fmla="*/ 111919 w 364251"/>
              <a:gd name="connsiteY3" fmla="*/ 176765 h 176765"/>
              <a:gd name="connsiteX4" fmla="*/ 0 w 364251"/>
              <a:gd name="connsiteY4" fmla="*/ 0 h 176765"/>
              <a:gd name="connsiteX0" fmla="*/ 0 w 364251"/>
              <a:gd name="connsiteY0" fmla="*/ 0 h 179147"/>
              <a:gd name="connsiteX1" fmla="*/ 364251 w 364251"/>
              <a:gd name="connsiteY1" fmla="*/ 0 h 179147"/>
              <a:gd name="connsiteX2" fmla="*/ 364251 w 364251"/>
              <a:gd name="connsiteY2" fmla="*/ 176765 h 179147"/>
              <a:gd name="connsiteX3" fmla="*/ 102394 w 364251"/>
              <a:gd name="connsiteY3" fmla="*/ 179147 h 179147"/>
              <a:gd name="connsiteX4" fmla="*/ 0 w 364251"/>
              <a:gd name="connsiteY4" fmla="*/ 0 h 179147"/>
              <a:gd name="connsiteX0" fmla="*/ 0 w 364251"/>
              <a:gd name="connsiteY0" fmla="*/ 0 h 179147"/>
              <a:gd name="connsiteX1" fmla="*/ 364251 w 364251"/>
              <a:gd name="connsiteY1" fmla="*/ 0 h 179147"/>
              <a:gd name="connsiteX2" fmla="*/ 364251 w 364251"/>
              <a:gd name="connsiteY2" fmla="*/ 179147 h 179147"/>
              <a:gd name="connsiteX3" fmla="*/ 102394 w 364251"/>
              <a:gd name="connsiteY3" fmla="*/ 179147 h 179147"/>
              <a:gd name="connsiteX4" fmla="*/ 0 w 364251"/>
              <a:gd name="connsiteY4" fmla="*/ 0 h 1791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4251" h="179147">
                <a:moveTo>
                  <a:pt x="0" y="0"/>
                </a:moveTo>
                <a:lnTo>
                  <a:pt x="364251" y="0"/>
                </a:lnTo>
                <a:lnTo>
                  <a:pt x="364251" y="179147"/>
                </a:lnTo>
                <a:lnTo>
                  <a:pt x="102394" y="179147"/>
                </a:lnTo>
                <a:lnTo>
                  <a:pt x="0" y="0"/>
                </a:lnTo>
                <a:close/>
              </a:path>
            </a:pathLst>
          </a:custGeom>
          <a:solidFill>
            <a:srgbClr val="8C1F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4691546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1" y="365126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PE"/>
              <a:t>Haga clic para modificar el estilo de título del patrón</a:t>
            </a:r>
            <a:endParaRPr lang="en-US" altLang="es-PE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1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PE"/>
              <a:t>Editar los estilos de texto del patrón
Segundo nivel
Tercer nivel
Cuarto nivel
Quinto nivel</a:t>
            </a:r>
            <a:endParaRPr lang="en-US" altLang="es-P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898989"/>
                </a:solidFill>
              </a:defRPr>
            </a:lvl1pPr>
          </a:lstStyle>
          <a:p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1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fld id="{6825E03E-A335-694B-A2BE-C56FC4485501}" type="slidenum">
              <a:rPr lang="es-ES_tradnl" smtClean="0"/>
              <a:t>‹Nº›</a:t>
            </a:fld>
            <a:endParaRPr lang="es-ES_tradnl"/>
          </a:p>
        </p:txBody>
      </p:sp>
      <p:sp>
        <p:nvSpPr>
          <p:cNvPr id="7" name="Triángulo isósceles 11">
            <a:extLst>
              <a:ext uri="{FF2B5EF4-FFF2-40B4-BE49-F238E27FC236}">
                <a16:creationId xmlns:a16="http://schemas.microsoft.com/office/drawing/2014/main" id="{BCFBDACA-FF37-441C-BCA2-F698176ECD6F}"/>
              </a:ext>
            </a:extLst>
          </p:cNvPr>
          <p:cNvSpPr/>
          <p:nvPr userDrawn="1"/>
        </p:nvSpPr>
        <p:spPr>
          <a:xfrm>
            <a:off x="11827751" y="6681004"/>
            <a:ext cx="93528" cy="92142"/>
          </a:xfrm>
          <a:custGeom>
            <a:avLst/>
            <a:gdLst>
              <a:gd name="connsiteX0" fmla="*/ 0 w 389220"/>
              <a:gd name="connsiteY0" fmla="*/ 326109 h 326109"/>
              <a:gd name="connsiteX1" fmla="*/ 194610 w 389220"/>
              <a:gd name="connsiteY1" fmla="*/ 0 h 326109"/>
              <a:gd name="connsiteX2" fmla="*/ 389220 w 389220"/>
              <a:gd name="connsiteY2" fmla="*/ 326109 h 326109"/>
              <a:gd name="connsiteX3" fmla="*/ 0 w 389220"/>
              <a:gd name="connsiteY3" fmla="*/ 326109 h 326109"/>
              <a:gd name="connsiteX0" fmla="*/ 0 w 389220"/>
              <a:gd name="connsiteY0" fmla="*/ 0 h 217732"/>
              <a:gd name="connsiteX1" fmla="*/ 13329 w 389220"/>
              <a:gd name="connsiteY1" fmla="*/ 217732 h 217732"/>
              <a:gd name="connsiteX2" fmla="*/ 389220 w 389220"/>
              <a:gd name="connsiteY2" fmla="*/ 0 h 217732"/>
              <a:gd name="connsiteX3" fmla="*/ 0 w 389220"/>
              <a:gd name="connsiteY3" fmla="*/ 0 h 217732"/>
              <a:gd name="connsiteX0" fmla="*/ 0 w 389220"/>
              <a:gd name="connsiteY0" fmla="*/ 0 h 212400"/>
              <a:gd name="connsiteX1" fmla="*/ 2666 w 389220"/>
              <a:gd name="connsiteY1" fmla="*/ 212400 h 212400"/>
              <a:gd name="connsiteX2" fmla="*/ 389220 w 389220"/>
              <a:gd name="connsiteY2" fmla="*/ 0 h 212400"/>
              <a:gd name="connsiteX3" fmla="*/ 0 w 389220"/>
              <a:gd name="connsiteY3" fmla="*/ 0 h 21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9220" h="212400">
                <a:moveTo>
                  <a:pt x="0" y="0"/>
                </a:moveTo>
                <a:cubicBezTo>
                  <a:pt x="889" y="70800"/>
                  <a:pt x="1777" y="141600"/>
                  <a:pt x="2666" y="212400"/>
                </a:cubicBezTo>
                <a:lnTo>
                  <a:pt x="389220" y="0"/>
                </a:lnTo>
                <a:lnTo>
                  <a:pt x="0" y="0"/>
                </a:lnTo>
                <a:close/>
              </a:path>
            </a:pathLst>
          </a:custGeom>
          <a:solidFill>
            <a:srgbClr val="4910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9299EC40-71AD-4A69-8ACD-75BE2DB449D2}"/>
              </a:ext>
            </a:extLst>
          </p:cNvPr>
          <p:cNvSpPr/>
          <p:nvPr userDrawn="1"/>
        </p:nvSpPr>
        <p:spPr>
          <a:xfrm>
            <a:off x="0" y="6721200"/>
            <a:ext cx="12192000" cy="136800"/>
          </a:xfrm>
          <a:prstGeom prst="rect">
            <a:avLst/>
          </a:prstGeom>
          <a:solidFill>
            <a:srgbClr val="0046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9" name="Subtítulo 2">
            <a:extLst>
              <a:ext uri="{FF2B5EF4-FFF2-40B4-BE49-F238E27FC236}">
                <a16:creationId xmlns:a16="http://schemas.microsoft.com/office/drawing/2014/main" id="{D312A0A2-FEF0-4040-951C-30E5E1ABC731}"/>
              </a:ext>
            </a:extLst>
          </p:cNvPr>
          <p:cNvSpPr txBox="1">
            <a:spLocks/>
          </p:cNvSpPr>
          <p:nvPr userDrawn="1"/>
        </p:nvSpPr>
        <p:spPr>
          <a:xfrm>
            <a:off x="6096000" y="6715571"/>
            <a:ext cx="6096000" cy="136800"/>
          </a:xfrm>
          <a:prstGeom prst="rect">
            <a:avLst/>
          </a:prstGeom>
        </p:spPr>
        <p:txBody>
          <a:bodyPr vert="horz" lIns="91440" tIns="0" rIns="503998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20000"/>
              </a:lnSpc>
              <a:spcBef>
                <a:spcPts val="0"/>
              </a:spcBef>
            </a:pPr>
            <a:r>
              <a:rPr lang="es-ES_tradnl" sz="900" dirty="0">
                <a:solidFill>
                  <a:schemeClr val="bg1"/>
                </a:solidFill>
                <a:latin typeface="Arial" panose="020B0604020202020204" pitchFamily="34" charset="0"/>
                <a:ea typeface="Georgia" charset="0"/>
                <a:cs typeface="Arial" panose="020B0604020202020204" pitchFamily="34" charset="0"/>
              </a:rPr>
              <a:t>Universidad de Piura</a:t>
            </a:r>
          </a:p>
        </p:txBody>
      </p:sp>
      <p:sp>
        <p:nvSpPr>
          <p:cNvPr id="10" name="Rectángulo 6">
            <a:extLst>
              <a:ext uri="{FF2B5EF4-FFF2-40B4-BE49-F238E27FC236}">
                <a16:creationId xmlns:a16="http://schemas.microsoft.com/office/drawing/2014/main" id="{32994FAF-F5C6-49E8-BF44-FC4A064FDEA0}"/>
              </a:ext>
            </a:extLst>
          </p:cNvPr>
          <p:cNvSpPr/>
          <p:nvPr userDrawn="1"/>
        </p:nvSpPr>
        <p:spPr>
          <a:xfrm>
            <a:off x="11827749" y="6678853"/>
            <a:ext cx="364251" cy="179147"/>
          </a:xfrm>
          <a:custGeom>
            <a:avLst/>
            <a:gdLst>
              <a:gd name="connsiteX0" fmla="*/ 0 w 364251"/>
              <a:gd name="connsiteY0" fmla="*/ 0 h 176765"/>
              <a:gd name="connsiteX1" fmla="*/ 364251 w 364251"/>
              <a:gd name="connsiteY1" fmla="*/ 0 h 176765"/>
              <a:gd name="connsiteX2" fmla="*/ 364251 w 364251"/>
              <a:gd name="connsiteY2" fmla="*/ 176765 h 176765"/>
              <a:gd name="connsiteX3" fmla="*/ 0 w 364251"/>
              <a:gd name="connsiteY3" fmla="*/ 176765 h 176765"/>
              <a:gd name="connsiteX4" fmla="*/ 0 w 364251"/>
              <a:gd name="connsiteY4" fmla="*/ 0 h 176765"/>
              <a:gd name="connsiteX0" fmla="*/ 0 w 364251"/>
              <a:gd name="connsiteY0" fmla="*/ 0 h 176765"/>
              <a:gd name="connsiteX1" fmla="*/ 364251 w 364251"/>
              <a:gd name="connsiteY1" fmla="*/ 0 h 176765"/>
              <a:gd name="connsiteX2" fmla="*/ 364251 w 364251"/>
              <a:gd name="connsiteY2" fmla="*/ 176765 h 176765"/>
              <a:gd name="connsiteX3" fmla="*/ 111919 w 364251"/>
              <a:gd name="connsiteY3" fmla="*/ 176765 h 176765"/>
              <a:gd name="connsiteX4" fmla="*/ 0 w 364251"/>
              <a:gd name="connsiteY4" fmla="*/ 0 h 176765"/>
              <a:gd name="connsiteX0" fmla="*/ 0 w 364251"/>
              <a:gd name="connsiteY0" fmla="*/ 0 h 179147"/>
              <a:gd name="connsiteX1" fmla="*/ 364251 w 364251"/>
              <a:gd name="connsiteY1" fmla="*/ 0 h 179147"/>
              <a:gd name="connsiteX2" fmla="*/ 364251 w 364251"/>
              <a:gd name="connsiteY2" fmla="*/ 176765 h 179147"/>
              <a:gd name="connsiteX3" fmla="*/ 102394 w 364251"/>
              <a:gd name="connsiteY3" fmla="*/ 179147 h 179147"/>
              <a:gd name="connsiteX4" fmla="*/ 0 w 364251"/>
              <a:gd name="connsiteY4" fmla="*/ 0 h 179147"/>
              <a:gd name="connsiteX0" fmla="*/ 0 w 364251"/>
              <a:gd name="connsiteY0" fmla="*/ 0 h 179147"/>
              <a:gd name="connsiteX1" fmla="*/ 364251 w 364251"/>
              <a:gd name="connsiteY1" fmla="*/ 0 h 179147"/>
              <a:gd name="connsiteX2" fmla="*/ 364251 w 364251"/>
              <a:gd name="connsiteY2" fmla="*/ 179147 h 179147"/>
              <a:gd name="connsiteX3" fmla="*/ 102394 w 364251"/>
              <a:gd name="connsiteY3" fmla="*/ 179147 h 179147"/>
              <a:gd name="connsiteX4" fmla="*/ 0 w 364251"/>
              <a:gd name="connsiteY4" fmla="*/ 0 h 1791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4251" h="179147">
                <a:moveTo>
                  <a:pt x="0" y="0"/>
                </a:moveTo>
                <a:lnTo>
                  <a:pt x="364251" y="0"/>
                </a:lnTo>
                <a:lnTo>
                  <a:pt x="364251" y="179147"/>
                </a:lnTo>
                <a:lnTo>
                  <a:pt x="102394" y="179147"/>
                </a:lnTo>
                <a:lnTo>
                  <a:pt x="0" y="0"/>
                </a:lnTo>
                <a:close/>
              </a:path>
            </a:pathLst>
          </a:custGeom>
          <a:solidFill>
            <a:srgbClr val="8C1F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43468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</p:sldLayoutIdLst>
  <p:hf hdr="0" ft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MS PGothic" panose="020B0600070205080204" pitchFamily="34" charset="-128"/>
          <a:cs typeface="ＭＳ Ｐゴシック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charset="0"/>
          <a:ea typeface="MS PGothic" panose="020B0600070205080204" pitchFamily="34" charset="-128"/>
          <a:cs typeface="ＭＳ Ｐゴシック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charset="0"/>
          <a:ea typeface="MS PGothic" panose="020B0600070205080204" pitchFamily="34" charset="-128"/>
          <a:cs typeface="ＭＳ Ｐゴシック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charset="0"/>
          <a:ea typeface="MS PGothic" panose="020B0600070205080204" pitchFamily="34" charset="-128"/>
          <a:cs typeface="ＭＳ Ｐゴシック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charset="0"/>
          <a:ea typeface="MS PGothic" panose="020B0600070205080204" pitchFamily="34" charset="-128"/>
          <a:cs typeface="ＭＳ Ｐゴシック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charset="0"/>
          <a:ea typeface="ＭＳ Ｐゴシック" charset="0"/>
          <a:cs typeface="ＭＳ Ｐゴシック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charset="0"/>
          <a:ea typeface="ＭＳ Ｐゴシック" charset="0"/>
          <a:cs typeface="ＭＳ Ｐゴシック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charset="0"/>
          <a:ea typeface="ＭＳ Ｐゴシック" charset="0"/>
          <a:cs typeface="ＭＳ Ｐゴシック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charset="0"/>
          <a:ea typeface="ＭＳ Ｐゴシック" charset="0"/>
          <a:cs typeface="ＭＳ Ｐゴシック" charset="0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8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7C279E39-41B1-A248-BD5E-7FF39FCC9D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1974" y="2321741"/>
            <a:ext cx="8024025" cy="2338544"/>
          </a:xfrm>
        </p:spPr>
        <p:txBody>
          <a:bodyPr>
            <a:normAutofit fontScale="90000"/>
          </a:bodyPr>
          <a:lstStyle/>
          <a:p>
            <a:r>
              <a:rPr lang="es-PE" dirty="0"/>
              <a:t>Tecnologías de Fabricación</a:t>
            </a:r>
            <a:br>
              <a:rPr lang="es-PE" dirty="0"/>
            </a:br>
            <a:r>
              <a:rPr lang="es-PE" dirty="0"/>
              <a:t>Costos de soldadura</a:t>
            </a:r>
          </a:p>
        </p:txBody>
      </p:sp>
      <p:sp>
        <p:nvSpPr>
          <p:cNvPr id="2" name="Marcador de texto 1"/>
          <p:cNvSpPr>
            <a:spLocks noGrp="1"/>
          </p:cNvSpPr>
          <p:nvPr>
            <p:ph type="body" sz="quarter" idx="12"/>
          </p:nvPr>
        </p:nvSpPr>
        <p:spPr>
          <a:xfrm>
            <a:off x="611974" y="5876366"/>
            <a:ext cx="6725171" cy="655134"/>
          </a:xfrm>
        </p:spPr>
        <p:txBody>
          <a:bodyPr>
            <a:normAutofit/>
          </a:bodyPr>
          <a:lstStyle/>
          <a:p>
            <a:r>
              <a:rPr lang="es-ES" sz="1800" dirty="0">
                <a:latin typeface="+mn-lt"/>
              </a:rPr>
              <a:t>Ing Jorge Yaksetig Castillo</a:t>
            </a:r>
            <a:endParaRPr lang="es-PE" sz="1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64966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ADC3A756-96B7-468F-A49B-A553EF8416FA}"/>
              </a:ext>
            </a:extLst>
          </p:cNvPr>
          <p:cNvSpPr txBox="1"/>
          <p:nvPr/>
        </p:nvSpPr>
        <p:spPr>
          <a:xfrm>
            <a:off x="2584174" y="2040834"/>
            <a:ext cx="7320998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400" dirty="0"/>
              <a:t>Consideraciones económicas de </a:t>
            </a:r>
          </a:p>
          <a:p>
            <a:pPr algn="ctr"/>
            <a:r>
              <a:rPr lang="es-ES" sz="4400" dirty="0"/>
              <a:t>la soldadura eléctrica por arco</a:t>
            </a:r>
          </a:p>
          <a:p>
            <a:pPr algn="ctr"/>
            <a:r>
              <a:rPr lang="es-ES" sz="4400" dirty="0"/>
              <a:t>SMAW</a:t>
            </a:r>
            <a:endParaRPr lang="es-PE" sz="4400" dirty="0"/>
          </a:p>
        </p:txBody>
      </p:sp>
      <p:pic>
        <p:nvPicPr>
          <p:cNvPr id="5" name="Imagen 2">
            <a:extLst>
              <a:ext uri="{FF2B5EF4-FFF2-40B4-BE49-F238E27FC236}">
                <a16:creationId xmlns:a16="http://schemas.microsoft.com/office/drawing/2014/main" id="{B0F3622B-C5F7-44CD-BE1E-4F5EC2D310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478" y="152401"/>
            <a:ext cx="1992573" cy="716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E23509F1-4908-48B1-A2FD-90430D2B00C6}"/>
              </a:ext>
            </a:extLst>
          </p:cNvPr>
          <p:cNvSpPr txBox="1"/>
          <p:nvPr/>
        </p:nvSpPr>
        <p:spPr>
          <a:xfrm>
            <a:off x="5062330" y="4851160"/>
            <a:ext cx="27784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Shielded</a:t>
            </a:r>
            <a:r>
              <a:rPr lang="es-ES" dirty="0"/>
              <a:t> Metal Arc </a:t>
            </a:r>
            <a:r>
              <a:rPr lang="es-ES" dirty="0" err="1"/>
              <a:t>Welding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977841886"/>
      </p:ext>
    </p:extLst>
  </p:cSld>
  <p:clrMapOvr>
    <a:masterClrMapping/>
  </p:clrMapOvr>
  <p:transition>
    <p:randomBar dir="vert"/>
    <p:sndAc>
      <p:stSnd>
        <p:snd r:embed="rId2" name="bomb.wav"/>
      </p:stSnd>
    </p:sndAc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Resultado de imagen para forma geométrica de un cordón de soldadura">
            <a:extLst>
              <a:ext uri="{FF2B5EF4-FFF2-40B4-BE49-F238E27FC236}">
                <a16:creationId xmlns:a16="http://schemas.microsoft.com/office/drawing/2014/main" id="{C8E4F09C-CFAD-4576-9D7B-7DE2B941CF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044" y="1060174"/>
            <a:ext cx="10758491" cy="4598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5BAD8559-33CF-478B-B977-37172BBFB9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478" y="152401"/>
            <a:ext cx="1992573" cy="716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C9DDD3BA-67C2-49B9-8E04-8649EE916F5E}"/>
              </a:ext>
            </a:extLst>
          </p:cNvPr>
          <p:cNvSpPr txBox="1"/>
          <p:nvPr/>
        </p:nvSpPr>
        <p:spPr>
          <a:xfrm>
            <a:off x="3776870" y="622852"/>
            <a:ext cx="24323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Posiciones de soldadura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734589209"/>
      </p:ext>
    </p:extLst>
  </p:cSld>
  <p:clrMapOvr>
    <a:masterClrMapping/>
  </p:clrMapOvr>
  <p:transition>
    <p:randomBar dir="vert"/>
    <p:sndAc>
      <p:stSnd>
        <p:snd r:embed="rId2" name="bomb.wav"/>
      </p:stSnd>
    </p:sndAc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a 2">
            <a:extLst>
              <a:ext uri="{FF2B5EF4-FFF2-40B4-BE49-F238E27FC236}">
                <a16:creationId xmlns:a16="http://schemas.microsoft.com/office/drawing/2014/main" id="{68E38E29-FE45-4C31-919D-3CF862CD1A75}"/>
              </a:ext>
            </a:extLst>
          </p:cNvPr>
          <p:cNvGraphicFramePr/>
          <p:nvPr/>
        </p:nvGraphicFramePr>
        <p:xfrm>
          <a:off x="1645027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4" name="Imagen 2">
            <a:extLst>
              <a:ext uri="{FF2B5EF4-FFF2-40B4-BE49-F238E27FC236}">
                <a16:creationId xmlns:a16="http://schemas.microsoft.com/office/drawing/2014/main" id="{0232128D-6E0E-4A86-8B13-B7EE05314F1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478" y="152401"/>
            <a:ext cx="1992573" cy="716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596E704B-731D-49D7-A437-EAA10D18D0E7}"/>
              </a:ext>
            </a:extLst>
          </p:cNvPr>
          <p:cNvSpPr txBox="1"/>
          <p:nvPr/>
        </p:nvSpPr>
        <p:spPr>
          <a:xfrm>
            <a:off x="3432313" y="980661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SIMA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148335131"/>
      </p:ext>
    </p:extLst>
  </p:cSld>
  <p:clrMapOvr>
    <a:masterClrMapping/>
  </p:clrMapOvr>
  <p:transition>
    <p:randomBar dir="vert"/>
    <p:sndAc>
      <p:stSnd>
        <p:snd r:embed="rId2" name="bomb.wav"/>
      </p:stSnd>
    </p:sndAc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F7915D2D-EF06-4E4E-9039-DF1DEADD4E5F}"/>
              </a:ext>
            </a:extLst>
          </p:cNvPr>
          <p:cNvSpPr/>
          <p:nvPr/>
        </p:nvSpPr>
        <p:spPr>
          <a:xfrm>
            <a:off x="3525078" y="982176"/>
            <a:ext cx="640080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400" b="0" i="0" dirty="0">
                <a:solidFill>
                  <a:srgbClr val="000000"/>
                </a:solidFill>
                <a:effectLst/>
                <a:latin typeface="ff4"/>
              </a:rPr>
              <a:t>La cantidad de metal depositado en el cordón de soldadura se determina en función de su </a:t>
            </a:r>
            <a:r>
              <a:rPr lang="es-ES" sz="2400" b="1" i="0" dirty="0">
                <a:solidFill>
                  <a:srgbClr val="FF0000"/>
                </a:solidFill>
                <a:effectLst/>
                <a:latin typeface="ff4"/>
              </a:rPr>
              <a:t>volumen (área * longitud). </a:t>
            </a:r>
          </a:p>
          <a:p>
            <a:endParaRPr lang="es-ES" sz="2400" b="0" i="0" dirty="0">
              <a:solidFill>
                <a:srgbClr val="000000"/>
              </a:solidFill>
              <a:effectLst/>
              <a:latin typeface="ff4"/>
            </a:endParaRPr>
          </a:p>
          <a:p>
            <a:r>
              <a:rPr lang="es-ES" sz="2400" b="0" i="0" dirty="0">
                <a:solidFill>
                  <a:srgbClr val="000000"/>
                </a:solidFill>
                <a:effectLst/>
                <a:latin typeface="ff4"/>
              </a:rPr>
              <a:t>Para tal efecto, se hace necesario determinar el </a:t>
            </a:r>
            <a:r>
              <a:rPr lang="es-ES" sz="2400" b="0" i="0" dirty="0">
                <a:solidFill>
                  <a:srgbClr val="FF0000"/>
                </a:solidFill>
                <a:effectLst/>
                <a:latin typeface="ff4"/>
              </a:rPr>
              <a:t>área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ff4"/>
              </a:rPr>
              <a:t> de la forma geométrica de la sección transversal del cordón, la cual se multiplicará por </a:t>
            </a:r>
            <a:r>
              <a:rPr lang="es-ES" sz="2400" b="0" i="0" dirty="0">
                <a:solidFill>
                  <a:srgbClr val="FF0000"/>
                </a:solidFill>
                <a:effectLst/>
                <a:latin typeface="ff4"/>
              </a:rPr>
              <a:t>la longitud 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ff4"/>
              </a:rPr>
              <a:t>total del cordón. </a:t>
            </a:r>
          </a:p>
          <a:p>
            <a:endParaRPr lang="es-ES" sz="2400" dirty="0">
              <a:solidFill>
                <a:srgbClr val="000000"/>
              </a:solidFill>
              <a:latin typeface="ff4"/>
            </a:endParaRPr>
          </a:p>
          <a:p>
            <a:r>
              <a:rPr lang="es-ES" sz="2400" b="0" i="0" dirty="0">
                <a:solidFill>
                  <a:srgbClr val="000000"/>
                </a:solidFill>
                <a:effectLst/>
                <a:latin typeface="ff4"/>
              </a:rPr>
              <a:t>Adicionalmente se hace necesario conocer la </a:t>
            </a:r>
            <a:r>
              <a:rPr lang="es-ES" sz="2400" b="0" i="0" dirty="0">
                <a:solidFill>
                  <a:srgbClr val="FF0000"/>
                </a:solidFill>
                <a:effectLst/>
                <a:latin typeface="ff4"/>
              </a:rPr>
              <a:t>densidad del metal de aporte</a:t>
            </a:r>
            <a:r>
              <a:rPr lang="es-ES" sz="2400" b="0" i="0" dirty="0">
                <a:solidFill>
                  <a:srgbClr val="000000"/>
                </a:solidFill>
                <a:effectLst/>
                <a:latin typeface="ff4"/>
              </a:rPr>
              <a:t>, el cual se multiplicará por el volumen anteriormente calculado. </a:t>
            </a:r>
            <a:endParaRPr lang="es-ES" sz="2400" b="0" i="0" dirty="0">
              <a:solidFill>
                <a:srgbClr val="000000"/>
              </a:solidFill>
              <a:effectLst/>
              <a:latin typeface="Roboto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6618FBF2-64E0-4075-B34A-83C2395F76C0}"/>
              </a:ext>
            </a:extLst>
          </p:cNvPr>
          <p:cNvSpPr/>
          <p:nvPr/>
        </p:nvSpPr>
        <p:spPr>
          <a:xfrm>
            <a:off x="953327" y="2405954"/>
            <a:ext cx="2349777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800" b="1" i="0" dirty="0">
                <a:solidFill>
                  <a:srgbClr val="000000"/>
                </a:solidFill>
                <a:effectLst/>
                <a:latin typeface="ff5"/>
              </a:rPr>
              <a:t>Cálculo de la masa de metal depositado </a:t>
            </a:r>
          </a:p>
          <a:p>
            <a:r>
              <a:rPr lang="es-ES" sz="2800" b="1" i="0" dirty="0">
                <a:solidFill>
                  <a:srgbClr val="000000"/>
                </a:solidFill>
                <a:effectLst/>
                <a:latin typeface="ff5"/>
              </a:rPr>
              <a:t>(Md):</a:t>
            </a:r>
            <a:endParaRPr lang="es-ES" sz="2800" b="0" i="0" dirty="0">
              <a:solidFill>
                <a:srgbClr val="000000"/>
              </a:solidFill>
              <a:effectLst/>
              <a:latin typeface="Roboto"/>
            </a:endParaRPr>
          </a:p>
        </p:txBody>
      </p:sp>
      <p:pic>
        <p:nvPicPr>
          <p:cNvPr id="5" name="Imagen 2">
            <a:extLst>
              <a:ext uri="{FF2B5EF4-FFF2-40B4-BE49-F238E27FC236}">
                <a16:creationId xmlns:a16="http://schemas.microsoft.com/office/drawing/2014/main" id="{4D674DDA-C550-465E-B379-5F038D112B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478" y="152401"/>
            <a:ext cx="1992573" cy="716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7AEB30C5-464E-41FA-8C2E-8F2DC3ABF643}"/>
              </a:ext>
            </a:extLst>
          </p:cNvPr>
          <p:cNvSpPr txBox="1"/>
          <p:nvPr/>
        </p:nvSpPr>
        <p:spPr>
          <a:xfrm>
            <a:off x="410818" y="5116204"/>
            <a:ext cx="27782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Masa = densidad *Volumen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429889065"/>
      </p:ext>
    </p:extLst>
  </p:cSld>
  <p:clrMapOvr>
    <a:masterClrMapping/>
  </p:clrMapOvr>
  <p:transition>
    <p:randomBar dir="vert"/>
    <p:sndAc>
      <p:stSnd>
        <p:snd r:embed="rId2" name="bomb.wav"/>
      </p:stSnd>
    </p:sndAc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848964CB-4BFE-4946-8467-7C2306E1E5A5}"/>
              </a:ext>
            </a:extLst>
          </p:cNvPr>
          <p:cNvCxnSpPr/>
          <p:nvPr/>
        </p:nvCxnSpPr>
        <p:spPr>
          <a:xfrm>
            <a:off x="2888974" y="2120348"/>
            <a:ext cx="1537252" cy="7023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D37D56B0-5F90-4CBD-B9F2-936FE36DA1C2}"/>
              </a:ext>
            </a:extLst>
          </p:cNvPr>
          <p:cNvCxnSpPr/>
          <p:nvPr/>
        </p:nvCxnSpPr>
        <p:spPr>
          <a:xfrm flipV="1">
            <a:off x="4465983" y="1643270"/>
            <a:ext cx="1630017" cy="11794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DD76E4A2-3EED-414E-887F-84DACA248DA2}"/>
              </a:ext>
            </a:extLst>
          </p:cNvPr>
          <p:cNvCxnSpPr/>
          <p:nvPr/>
        </p:nvCxnSpPr>
        <p:spPr>
          <a:xfrm>
            <a:off x="4558748" y="940905"/>
            <a:ext cx="1537252" cy="7023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8C997A24-2097-4B25-AA47-255165BF0015}"/>
              </a:ext>
            </a:extLst>
          </p:cNvPr>
          <p:cNvCxnSpPr/>
          <p:nvPr/>
        </p:nvCxnSpPr>
        <p:spPr>
          <a:xfrm>
            <a:off x="5161722" y="3173895"/>
            <a:ext cx="0" cy="4770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07B3047F-F840-49F3-89AC-37B41C98429F}"/>
              </a:ext>
            </a:extLst>
          </p:cNvPr>
          <p:cNvCxnSpPr/>
          <p:nvPr/>
        </p:nvCxnSpPr>
        <p:spPr>
          <a:xfrm>
            <a:off x="6096000" y="1643270"/>
            <a:ext cx="0" cy="4770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65BF2740-4696-431A-9DBF-821E7AF0FC26}"/>
              </a:ext>
            </a:extLst>
          </p:cNvPr>
          <p:cNvCxnSpPr/>
          <p:nvPr/>
        </p:nvCxnSpPr>
        <p:spPr>
          <a:xfrm flipV="1">
            <a:off x="4465982" y="2120348"/>
            <a:ext cx="1630017" cy="11794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3B75F29E-E4FC-44E4-8794-8AFA09EB2972}"/>
              </a:ext>
            </a:extLst>
          </p:cNvPr>
          <p:cNvCxnSpPr/>
          <p:nvPr/>
        </p:nvCxnSpPr>
        <p:spPr>
          <a:xfrm>
            <a:off x="2928730" y="2597426"/>
            <a:ext cx="1537252" cy="7023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2A5D917E-E518-4F66-B778-8DD7B2C54D7D}"/>
              </a:ext>
            </a:extLst>
          </p:cNvPr>
          <p:cNvCxnSpPr/>
          <p:nvPr/>
        </p:nvCxnSpPr>
        <p:spPr>
          <a:xfrm flipV="1">
            <a:off x="5161722" y="2007704"/>
            <a:ext cx="1630017" cy="11794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4AF3D3DD-174D-4F9A-ABED-A31BCD1B110B}"/>
              </a:ext>
            </a:extLst>
          </p:cNvPr>
          <p:cNvCxnSpPr/>
          <p:nvPr/>
        </p:nvCxnSpPr>
        <p:spPr>
          <a:xfrm>
            <a:off x="5208104" y="3173895"/>
            <a:ext cx="1537252" cy="7023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AEFE655A-4EDA-42A1-B4DE-44C0A3540F95}"/>
              </a:ext>
            </a:extLst>
          </p:cNvPr>
          <p:cNvCxnSpPr/>
          <p:nvPr/>
        </p:nvCxnSpPr>
        <p:spPr>
          <a:xfrm>
            <a:off x="6821556" y="2007704"/>
            <a:ext cx="1537252" cy="7023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431BE14B-6ED9-4316-8A3A-79162333CD0B}"/>
              </a:ext>
            </a:extLst>
          </p:cNvPr>
          <p:cNvCxnSpPr/>
          <p:nvPr/>
        </p:nvCxnSpPr>
        <p:spPr>
          <a:xfrm>
            <a:off x="5161721" y="3670854"/>
            <a:ext cx="1537252" cy="7023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52FABE4E-AAEC-44A9-95A5-786F17CBAC49}"/>
              </a:ext>
            </a:extLst>
          </p:cNvPr>
          <p:cNvCxnSpPr/>
          <p:nvPr/>
        </p:nvCxnSpPr>
        <p:spPr>
          <a:xfrm>
            <a:off x="4426226" y="2822713"/>
            <a:ext cx="0" cy="4770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uadroTexto 19">
            <a:extLst>
              <a:ext uri="{FF2B5EF4-FFF2-40B4-BE49-F238E27FC236}">
                <a16:creationId xmlns:a16="http://schemas.microsoft.com/office/drawing/2014/main" id="{D974CD0E-96A3-43EE-B5E4-96BC6B7B6B1B}"/>
              </a:ext>
            </a:extLst>
          </p:cNvPr>
          <p:cNvSpPr txBox="1"/>
          <p:nvPr/>
        </p:nvSpPr>
        <p:spPr>
          <a:xfrm>
            <a:off x="3564835" y="1444487"/>
            <a:ext cx="628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MB1</a:t>
            </a:r>
            <a:endParaRPr lang="es-PE" dirty="0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CA3583A1-58AC-4336-B4BF-53BEF8EFF415}"/>
              </a:ext>
            </a:extLst>
          </p:cNvPr>
          <p:cNvSpPr txBox="1"/>
          <p:nvPr/>
        </p:nvSpPr>
        <p:spPr>
          <a:xfrm>
            <a:off x="6586330" y="2928730"/>
            <a:ext cx="628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MB2</a:t>
            </a:r>
            <a:endParaRPr lang="es-PE" dirty="0"/>
          </a:p>
        </p:txBody>
      </p: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BC53AC4F-C50A-45D1-8E57-72249A37F5A2}"/>
              </a:ext>
            </a:extLst>
          </p:cNvPr>
          <p:cNvCxnSpPr>
            <a:cxnSpLocks/>
          </p:cNvCxnSpPr>
          <p:nvPr/>
        </p:nvCxnSpPr>
        <p:spPr>
          <a:xfrm>
            <a:off x="4465981" y="2822713"/>
            <a:ext cx="702368" cy="35118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5D7035E1-8FC2-45CC-B139-92D48EDE5AD2}"/>
              </a:ext>
            </a:extLst>
          </p:cNvPr>
          <p:cNvCxnSpPr>
            <a:cxnSpLocks/>
          </p:cNvCxnSpPr>
          <p:nvPr/>
        </p:nvCxnSpPr>
        <p:spPr>
          <a:xfrm>
            <a:off x="4489174" y="3293168"/>
            <a:ext cx="702368" cy="35118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F95DA133-83EB-4C2B-AAFA-0850DD66B8D7}"/>
              </a:ext>
            </a:extLst>
          </p:cNvPr>
          <p:cNvCxnSpPr/>
          <p:nvPr/>
        </p:nvCxnSpPr>
        <p:spPr>
          <a:xfrm>
            <a:off x="4465981" y="2816090"/>
            <a:ext cx="0" cy="47707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91A7A3DB-C44E-48DB-9129-A88EF355BE42}"/>
              </a:ext>
            </a:extLst>
          </p:cNvPr>
          <p:cNvCxnSpPr/>
          <p:nvPr/>
        </p:nvCxnSpPr>
        <p:spPr>
          <a:xfrm>
            <a:off x="5161721" y="3157330"/>
            <a:ext cx="0" cy="47707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uadroTexto 27">
            <a:extLst>
              <a:ext uri="{FF2B5EF4-FFF2-40B4-BE49-F238E27FC236}">
                <a16:creationId xmlns:a16="http://schemas.microsoft.com/office/drawing/2014/main" id="{045E4540-C060-4026-97FF-A8AEAD9AB45E}"/>
              </a:ext>
            </a:extLst>
          </p:cNvPr>
          <p:cNvSpPr txBox="1"/>
          <p:nvPr/>
        </p:nvSpPr>
        <p:spPr>
          <a:xfrm>
            <a:off x="4784036" y="2769705"/>
            <a:ext cx="279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a</a:t>
            </a:r>
            <a:endParaRPr lang="es-PE" dirty="0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2B9CF863-9ECF-49A2-99E4-B674882A882F}"/>
              </a:ext>
            </a:extLst>
          </p:cNvPr>
          <p:cNvSpPr txBox="1"/>
          <p:nvPr/>
        </p:nvSpPr>
        <p:spPr>
          <a:xfrm>
            <a:off x="4193533" y="286247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h</a:t>
            </a:r>
            <a:endParaRPr lang="es-PE" dirty="0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6B57CA6C-9905-4B2A-BB7B-8F1CDAFC4143}"/>
              </a:ext>
            </a:extLst>
          </p:cNvPr>
          <p:cNvSpPr txBox="1"/>
          <p:nvPr/>
        </p:nvSpPr>
        <p:spPr>
          <a:xfrm>
            <a:off x="2001078" y="3876260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Área = a*h</a:t>
            </a:r>
            <a:endParaRPr lang="es-PE" dirty="0"/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4583E072-D5D5-4859-9B30-855219546909}"/>
              </a:ext>
            </a:extLst>
          </p:cNvPr>
          <p:cNvSpPr txBox="1"/>
          <p:nvPr/>
        </p:nvSpPr>
        <p:spPr>
          <a:xfrm>
            <a:off x="4664765" y="2007704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l</a:t>
            </a:r>
            <a:endParaRPr lang="es-PE" dirty="0"/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95A74153-27E9-46E9-BC90-C3F78D94DCF5}"/>
              </a:ext>
            </a:extLst>
          </p:cNvPr>
          <p:cNvSpPr txBox="1"/>
          <p:nvPr/>
        </p:nvSpPr>
        <p:spPr>
          <a:xfrm>
            <a:off x="1775791" y="4373219"/>
            <a:ext cx="17332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Volumen = a*h*l</a:t>
            </a:r>
            <a:endParaRPr lang="es-PE" dirty="0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B9275A91-82A2-4482-9860-3A6BD3F0068A}"/>
              </a:ext>
            </a:extLst>
          </p:cNvPr>
          <p:cNvSpPr txBox="1"/>
          <p:nvPr/>
        </p:nvSpPr>
        <p:spPr>
          <a:xfrm>
            <a:off x="2345635" y="4956313"/>
            <a:ext cx="17910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Md= </a:t>
            </a:r>
            <a:r>
              <a:rPr lang="el-GR" dirty="0"/>
              <a:t>ρ</a:t>
            </a:r>
            <a:r>
              <a:rPr lang="es-ES" dirty="0"/>
              <a:t>* Volumen</a:t>
            </a:r>
            <a:endParaRPr lang="es-PE" dirty="0"/>
          </a:p>
        </p:txBody>
      </p:sp>
      <p:pic>
        <p:nvPicPr>
          <p:cNvPr id="34" name="Imagen 2">
            <a:extLst>
              <a:ext uri="{FF2B5EF4-FFF2-40B4-BE49-F238E27FC236}">
                <a16:creationId xmlns:a16="http://schemas.microsoft.com/office/drawing/2014/main" id="{FE1C5A4E-7890-4C33-A536-354E3C97AF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478" y="152401"/>
            <a:ext cx="1992573" cy="716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44E1841D-DF69-487E-9B28-38AAD07A4300}"/>
              </a:ext>
            </a:extLst>
          </p:cNvPr>
          <p:cNvSpPr txBox="1"/>
          <p:nvPr/>
        </p:nvSpPr>
        <p:spPr>
          <a:xfrm>
            <a:off x="1603513" y="5764696"/>
            <a:ext cx="35871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>
                <a:latin typeface="Calibri" panose="020F0502020204030204" pitchFamily="34" charset="0"/>
                <a:cs typeface="Calibri" panose="020F0502020204030204" pitchFamily="34" charset="0"/>
              </a:rPr>
              <a:t>ρ</a:t>
            </a:r>
            <a:r>
              <a:rPr lang="es-ES" dirty="0">
                <a:latin typeface="Calibri" panose="020F0502020204030204" pitchFamily="34" charset="0"/>
                <a:cs typeface="Calibri" panose="020F0502020204030204" pitchFamily="34" charset="0"/>
              </a:rPr>
              <a:t>= densidad del material de aporte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833533565"/>
      </p:ext>
    </p:extLst>
  </p:cSld>
  <p:clrMapOvr>
    <a:masterClrMapping/>
  </p:clrMapOvr>
  <p:transition>
    <p:randomBar dir="vert"/>
    <p:sndAc>
      <p:stSnd>
        <p:snd r:embed="rId2" name="bomb.wav"/>
      </p:stSnd>
    </p:sndAc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848964CB-4BFE-4946-8467-7C2306E1E5A5}"/>
              </a:ext>
            </a:extLst>
          </p:cNvPr>
          <p:cNvCxnSpPr/>
          <p:nvPr/>
        </p:nvCxnSpPr>
        <p:spPr>
          <a:xfrm>
            <a:off x="2652091" y="1987828"/>
            <a:ext cx="1537252" cy="7023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D37D56B0-5F90-4CBD-B9F2-936FE36DA1C2}"/>
              </a:ext>
            </a:extLst>
          </p:cNvPr>
          <p:cNvCxnSpPr/>
          <p:nvPr/>
        </p:nvCxnSpPr>
        <p:spPr>
          <a:xfrm flipV="1">
            <a:off x="4214192" y="1510750"/>
            <a:ext cx="1630017" cy="11794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DD76E4A2-3EED-414E-887F-84DACA248DA2}"/>
              </a:ext>
            </a:extLst>
          </p:cNvPr>
          <p:cNvCxnSpPr/>
          <p:nvPr/>
        </p:nvCxnSpPr>
        <p:spPr>
          <a:xfrm>
            <a:off x="4294654" y="808385"/>
            <a:ext cx="1537252" cy="7023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65BF2740-4696-431A-9DBF-821E7AF0FC26}"/>
              </a:ext>
            </a:extLst>
          </p:cNvPr>
          <p:cNvCxnSpPr/>
          <p:nvPr/>
        </p:nvCxnSpPr>
        <p:spPr>
          <a:xfrm flipV="1">
            <a:off x="4465982" y="2120348"/>
            <a:ext cx="1630017" cy="11794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3B75F29E-E4FC-44E4-8794-8AFA09EB2972}"/>
              </a:ext>
            </a:extLst>
          </p:cNvPr>
          <p:cNvCxnSpPr/>
          <p:nvPr/>
        </p:nvCxnSpPr>
        <p:spPr>
          <a:xfrm>
            <a:off x="2928730" y="2597426"/>
            <a:ext cx="1537252" cy="7023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2A5D917E-E518-4F66-B778-8DD7B2C54D7D}"/>
              </a:ext>
            </a:extLst>
          </p:cNvPr>
          <p:cNvCxnSpPr>
            <a:cxnSpLocks/>
          </p:cNvCxnSpPr>
          <p:nvPr/>
        </p:nvCxnSpPr>
        <p:spPr>
          <a:xfrm flipV="1">
            <a:off x="5741114" y="2232991"/>
            <a:ext cx="1560834" cy="11926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4AF3D3DD-174D-4F9A-ABED-A31BCD1B110B}"/>
              </a:ext>
            </a:extLst>
          </p:cNvPr>
          <p:cNvCxnSpPr/>
          <p:nvPr/>
        </p:nvCxnSpPr>
        <p:spPr>
          <a:xfrm>
            <a:off x="5764696" y="3412435"/>
            <a:ext cx="1537252" cy="7023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AEFE655A-4EDA-42A1-B4DE-44C0A3540F95}"/>
              </a:ext>
            </a:extLst>
          </p:cNvPr>
          <p:cNvCxnSpPr/>
          <p:nvPr/>
        </p:nvCxnSpPr>
        <p:spPr>
          <a:xfrm>
            <a:off x="7301948" y="2232991"/>
            <a:ext cx="1537252" cy="7023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431BE14B-6ED9-4316-8A3A-79162333CD0B}"/>
              </a:ext>
            </a:extLst>
          </p:cNvPr>
          <p:cNvCxnSpPr/>
          <p:nvPr/>
        </p:nvCxnSpPr>
        <p:spPr>
          <a:xfrm>
            <a:off x="5161721" y="3670854"/>
            <a:ext cx="1537252" cy="7023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uadroTexto 19">
            <a:extLst>
              <a:ext uri="{FF2B5EF4-FFF2-40B4-BE49-F238E27FC236}">
                <a16:creationId xmlns:a16="http://schemas.microsoft.com/office/drawing/2014/main" id="{D974CD0E-96A3-43EE-B5E4-96BC6B7B6B1B}"/>
              </a:ext>
            </a:extLst>
          </p:cNvPr>
          <p:cNvSpPr txBox="1"/>
          <p:nvPr/>
        </p:nvSpPr>
        <p:spPr>
          <a:xfrm>
            <a:off x="3564835" y="1444487"/>
            <a:ext cx="628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MB1</a:t>
            </a:r>
            <a:endParaRPr lang="es-PE" dirty="0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CA3583A1-58AC-4336-B4BF-53BEF8EFF415}"/>
              </a:ext>
            </a:extLst>
          </p:cNvPr>
          <p:cNvSpPr txBox="1"/>
          <p:nvPr/>
        </p:nvSpPr>
        <p:spPr>
          <a:xfrm>
            <a:off x="6586330" y="2928730"/>
            <a:ext cx="628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MB2</a:t>
            </a:r>
            <a:endParaRPr lang="es-PE" dirty="0"/>
          </a:p>
        </p:txBody>
      </p: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BC53AC4F-C50A-45D1-8E57-72249A37F5A2}"/>
              </a:ext>
            </a:extLst>
          </p:cNvPr>
          <p:cNvCxnSpPr>
            <a:cxnSpLocks/>
          </p:cNvCxnSpPr>
          <p:nvPr/>
        </p:nvCxnSpPr>
        <p:spPr>
          <a:xfrm>
            <a:off x="4205519" y="2676941"/>
            <a:ext cx="1552940" cy="74212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5D7035E1-8FC2-45CC-B139-92D48EDE5AD2}"/>
              </a:ext>
            </a:extLst>
          </p:cNvPr>
          <p:cNvCxnSpPr>
            <a:cxnSpLocks/>
          </p:cNvCxnSpPr>
          <p:nvPr/>
        </p:nvCxnSpPr>
        <p:spPr>
          <a:xfrm>
            <a:off x="4489174" y="3293168"/>
            <a:ext cx="702368" cy="35118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uadroTexto 27">
            <a:extLst>
              <a:ext uri="{FF2B5EF4-FFF2-40B4-BE49-F238E27FC236}">
                <a16:creationId xmlns:a16="http://schemas.microsoft.com/office/drawing/2014/main" id="{045E4540-C060-4026-97FF-A8AEAD9AB45E}"/>
              </a:ext>
            </a:extLst>
          </p:cNvPr>
          <p:cNvSpPr txBox="1"/>
          <p:nvPr/>
        </p:nvSpPr>
        <p:spPr>
          <a:xfrm>
            <a:off x="4784036" y="2769705"/>
            <a:ext cx="341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A</a:t>
            </a:r>
            <a:endParaRPr lang="es-PE" dirty="0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6B57CA6C-9905-4B2A-BB7B-8F1CDAFC4143}"/>
              </a:ext>
            </a:extLst>
          </p:cNvPr>
          <p:cNvSpPr txBox="1"/>
          <p:nvPr/>
        </p:nvSpPr>
        <p:spPr>
          <a:xfrm>
            <a:off x="2001078" y="3876260"/>
            <a:ext cx="18598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Área = (</a:t>
            </a:r>
            <a:r>
              <a:rPr lang="es-ES" dirty="0" err="1"/>
              <a:t>A+a</a:t>
            </a:r>
            <a:r>
              <a:rPr lang="es-ES" dirty="0"/>
              <a:t>)*h/2</a:t>
            </a:r>
            <a:endParaRPr lang="es-PE" dirty="0"/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4583E072-D5D5-4859-9B30-855219546909}"/>
              </a:ext>
            </a:extLst>
          </p:cNvPr>
          <p:cNvSpPr txBox="1"/>
          <p:nvPr/>
        </p:nvSpPr>
        <p:spPr>
          <a:xfrm>
            <a:off x="4664765" y="2007704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l</a:t>
            </a:r>
            <a:endParaRPr lang="es-PE" dirty="0"/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95A74153-27E9-46E9-BC90-C3F78D94DCF5}"/>
              </a:ext>
            </a:extLst>
          </p:cNvPr>
          <p:cNvSpPr txBox="1"/>
          <p:nvPr/>
        </p:nvSpPr>
        <p:spPr>
          <a:xfrm>
            <a:off x="1775791" y="4373219"/>
            <a:ext cx="19048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Volumen = </a:t>
            </a:r>
            <a:r>
              <a:rPr lang="es-ES" dirty="0" err="1"/>
              <a:t>Area</a:t>
            </a:r>
            <a:r>
              <a:rPr lang="es-ES" dirty="0"/>
              <a:t>* l</a:t>
            </a:r>
            <a:endParaRPr lang="es-PE" dirty="0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B9275A91-82A2-4482-9860-3A6BD3F0068A}"/>
              </a:ext>
            </a:extLst>
          </p:cNvPr>
          <p:cNvSpPr txBox="1"/>
          <p:nvPr/>
        </p:nvSpPr>
        <p:spPr>
          <a:xfrm>
            <a:off x="2345635" y="4956313"/>
            <a:ext cx="29656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Masa depositada= </a:t>
            </a:r>
            <a:r>
              <a:rPr lang="el-GR" dirty="0"/>
              <a:t>ρ</a:t>
            </a:r>
            <a:r>
              <a:rPr lang="es-ES" dirty="0"/>
              <a:t>* Volumen</a:t>
            </a:r>
            <a:endParaRPr lang="es-PE" dirty="0"/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F6ED796D-BDA0-420E-A96D-D6173D0BDB47}"/>
              </a:ext>
            </a:extLst>
          </p:cNvPr>
          <p:cNvCxnSpPr>
            <a:cxnSpLocks/>
          </p:cNvCxnSpPr>
          <p:nvPr/>
        </p:nvCxnSpPr>
        <p:spPr>
          <a:xfrm>
            <a:off x="4203862" y="2710069"/>
            <a:ext cx="237273" cy="5698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F0242AF6-0B5C-4DC6-92FE-2AD3E617222B}"/>
              </a:ext>
            </a:extLst>
          </p:cNvPr>
          <p:cNvCxnSpPr>
            <a:cxnSpLocks/>
          </p:cNvCxnSpPr>
          <p:nvPr/>
        </p:nvCxnSpPr>
        <p:spPr>
          <a:xfrm flipV="1">
            <a:off x="5208104" y="3412435"/>
            <a:ext cx="556592" cy="258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21ABE3BA-FA79-4E3F-BD10-6216B41DB891}"/>
              </a:ext>
            </a:extLst>
          </p:cNvPr>
          <p:cNvCxnSpPr>
            <a:cxnSpLocks/>
          </p:cNvCxnSpPr>
          <p:nvPr/>
        </p:nvCxnSpPr>
        <p:spPr>
          <a:xfrm flipH="1" flipV="1">
            <a:off x="5804452" y="1510748"/>
            <a:ext cx="331304" cy="6162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CuadroTexto 39">
            <a:extLst>
              <a:ext uri="{FF2B5EF4-FFF2-40B4-BE49-F238E27FC236}">
                <a16:creationId xmlns:a16="http://schemas.microsoft.com/office/drawing/2014/main" id="{3C650E42-1776-4552-AA96-5545AC855546}"/>
              </a:ext>
            </a:extLst>
          </p:cNvPr>
          <p:cNvSpPr txBox="1"/>
          <p:nvPr/>
        </p:nvSpPr>
        <p:spPr>
          <a:xfrm>
            <a:off x="4664765" y="3541644"/>
            <a:ext cx="279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a</a:t>
            </a:r>
            <a:endParaRPr lang="es-PE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6D56E3A8-85C7-4F48-AF2A-6AB5852E9C40}"/>
              </a:ext>
            </a:extLst>
          </p:cNvPr>
          <p:cNvSpPr txBox="1"/>
          <p:nvPr/>
        </p:nvSpPr>
        <p:spPr>
          <a:xfrm>
            <a:off x="4784036" y="5458691"/>
            <a:ext cx="2922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Manual de Soldadura </a:t>
            </a:r>
            <a:r>
              <a:rPr lang="es-ES" dirty="0" err="1"/>
              <a:t>Oerlikon</a:t>
            </a:r>
            <a:endParaRPr lang="es-PE" dirty="0"/>
          </a:p>
        </p:txBody>
      </p:sp>
      <p:pic>
        <p:nvPicPr>
          <p:cNvPr id="26" name="Imagen 2">
            <a:extLst>
              <a:ext uri="{FF2B5EF4-FFF2-40B4-BE49-F238E27FC236}">
                <a16:creationId xmlns:a16="http://schemas.microsoft.com/office/drawing/2014/main" id="{0E15F7FC-FDE8-4BCC-9905-A0DA0FB4BC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478" y="152401"/>
            <a:ext cx="1992573" cy="716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394E8819-B061-46E6-A890-AE66355A6AFF}"/>
              </a:ext>
            </a:extLst>
          </p:cNvPr>
          <p:cNvCxnSpPr>
            <a:cxnSpLocks/>
          </p:cNvCxnSpPr>
          <p:nvPr/>
        </p:nvCxnSpPr>
        <p:spPr>
          <a:xfrm>
            <a:off x="7924800" y="411287"/>
            <a:ext cx="166977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0511675E-1F91-4E7A-A4DA-76334D4A5F6B}"/>
              </a:ext>
            </a:extLst>
          </p:cNvPr>
          <p:cNvCxnSpPr/>
          <p:nvPr/>
        </p:nvCxnSpPr>
        <p:spPr>
          <a:xfrm>
            <a:off x="7924800" y="411287"/>
            <a:ext cx="397565" cy="5561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6323D289-7080-434A-A9F1-49F160591E61}"/>
              </a:ext>
            </a:extLst>
          </p:cNvPr>
          <p:cNvCxnSpPr>
            <a:cxnSpLocks/>
          </p:cNvCxnSpPr>
          <p:nvPr/>
        </p:nvCxnSpPr>
        <p:spPr>
          <a:xfrm flipH="1">
            <a:off x="9104243" y="411287"/>
            <a:ext cx="490331" cy="5561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27568E51-87B5-4E1E-9FB5-8F3D25DBC024}"/>
              </a:ext>
            </a:extLst>
          </p:cNvPr>
          <p:cNvCxnSpPr>
            <a:cxnSpLocks/>
          </p:cNvCxnSpPr>
          <p:nvPr/>
        </p:nvCxnSpPr>
        <p:spPr>
          <a:xfrm>
            <a:off x="8322365" y="967409"/>
            <a:ext cx="78187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6302568"/>
      </p:ext>
    </p:extLst>
  </p:cSld>
  <p:clrMapOvr>
    <a:masterClrMapping/>
  </p:clrMapOvr>
  <p:transition>
    <p:randomBar dir="vert"/>
    <p:sndAc>
      <p:stSnd>
        <p:snd r:embed="rId2" name="bomb.wav"/>
      </p:stSnd>
    </p:sndAc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C1877D55-4F24-421C-9753-1399DD70525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9498" t="37992" r="44364" b="44539"/>
          <a:stretch/>
        </p:blipFill>
        <p:spPr>
          <a:xfrm>
            <a:off x="2129051" y="1765678"/>
            <a:ext cx="8212892" cy="3085927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074B913F-3CA8-4EE4-87F2-6D9A58310037}"/>
              </a:ext>
            </a:extLst>
          </p:cNvPr>
          <p:cNvSpPr txBox="1"/>
          <p:nvPr/>
        </p:nvSpPr>
        <p:spPr>
          <a:xfrm>
            <a:off x="2989312" y="152401"/>
            <a:ext cx="878503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600" dirty="0"/>
              <a:t>Densidad (</a:t>
            </a:r>
            <a:r>
              <a:rPr lang="el-GR" sz="3600" dirty="0"/>
              <a:t>ρ</a:t>
            </a:r>
            <a:r>
              <a:rPr lang="es-ES" sz="3600" dirty="0"/>
              <a:t>) de algunos materiales de aporte </a:t>
            </a:r>
          </a:p>
          <a:p>
            <a:pPr algn="ctr"/>
            <a:r>
              <a:rPr lang="es-ES" sz="3600" dirty="0"/>
              <a:t>(aleaciones)</a:t>
            </a:r>
            <a:endParaRPr lang="es-PE" sz="3600" dirty="0"/>
          </a:p>
        </p:txBody>
      </p:sp>
      <p:pic>
        <p:nvPicPr>
          <p:cNvPr id="6" name="Imagen 2">
            <a:extLst>
              <a:ext uri="{FF2B5EF4-FFF2-40B4-BE49-F238E27FC236}">
                <a16:creationId xmlns:a16="http://schemas.microsoft.com/office/drawing/2014/main" id="{CF0F97BA-2F25-4028-B5E7-B1A1EF8238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478" y="152401"/>
            <a:ext cx="1992573" cy="716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97963916"/>
      </p:ext>
    </p:extLst>
  </p:cSld>
  <p:clrMapOvr>
    <a:masterClrMapping/>
  </p:clrMapOvr>
  <p:transition>
    <p:randomBar dir="vert"/>
    <p:sndAc>
      <p:stSnd>
        <p:snd r:embed="rId2" name="bomb.wav"/>
      </p:stSnd>
    </p:sndAc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C30DF7E8-B43B-4D27-9557-C9353238977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9793" t="63539" r="46730" b="19497"/>
          <a:stretch/>
        </p:blipFill>
        <p:spPr>
          <a:xfrm>
            <a:off x="460966" y="1197676"/>
            <a:ext cx="5182561" cy="2105526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143C2D3A-035E-4936-9390-A42CDFAE7F63}"/>
              </a:ext>
            </a:extLst>
          </p:cNvPr>
          <p:cNvSpPr txBox="1"/>
          <p:nvPr/>
        </p:nvSpPr>
        <p:spPr>
          <a:xfrm>
            <a:off x="5910469" y="640935"/>
            <a:ext cx="519485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400" dirty="0"/>
              <a:t>En la figura L corresponde a la longitud total del cordón de soldadura y A</a:t>
            </a:r>
            <a:r>
              <a:rPr lang="es-ES" sz="2400" baseline="-25000" dirty="0"/>
              <a:t>s</a:t>
            </a:r>
            <a:r>
              <a:rPr lang="es-ES" sz="2400" dirty="0"/>
              <a:t> es el área transversal del cordón asociado con el metal depositado. De esta forma, el volumen de cordón se calcula por medio de la siguiente ecuación:</a:t>
            </a:r>
            <a:endParaRPr lang="es-PE" sz="2400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EEAB120-B5C7-4E79-83E8-444B839FC07C}"/>
              </a:ext>
            </a:extLst>
          </p:cNvPr>
          <p:cNvSpPr txBox="1"/>
          <p:nvPr/>
        </p:nvSpPr>
        <p:spPr>
          <a:xfrm>
            <a:off x="7646120" y="3303202"/>
            <a:ext cx="17235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4000" dirty="0"/>
              <a:t>V = L A</a:t>
            </a:r>
            <a:r>
              <a:rPr lang="es-ES" sz="4000" baseline="-25000" dirty="0"/>
              <a:t>s</a:t>
            </a:r>
            <a:endParaRPr lang="es-PE" sz="4000" baseline="-25000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00FD6FA-0F6C-4313-8916-CBF958D3CC5B}"/>
              </a:ext>
            </a:extLst>
          </p:cNvPr>
          <p:cNvSpPr txBox="1"/>
          <p:nvPr/>
        </p:nvSpPr>
        <p:spPr>
          <a:xfrm>
            <a:off x="1507503" y="5010067"/>
            <a:ext cx="85774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400" dirty="0"/>
              <a:t>Conocido </a:t>
            </a:r>
            <a:r>
              <a:rPr lang="el-GR" sz="2400" dirty="0"/>
              <a:t>ρ</a:t>
            </a:r>
            <a:r>
              <a:rPr lang="es-ES" sz="2400" dirty="0"/>
              <a:t>, se procede entonces a determinar la </a:t>
            </a:r>
            <a:r>
              <a:rPr lang="es-ES" sz="2400" b="1" dirty="0">
                <a:solidFill>
                  <a:srgbClr val="FF0000"/>
                </a:solidFill>
              </a:rPr>
              <a:t>cantidad de metal depositado (Md) </a:t>
            </a:r>
            <a:r>
              <a:rPr lang="es-ES" sz="2400" dirty="0"/>
              <a:t>aplicando la siguiente ecuación:</a:t>
            </a:r>
            <a:endParaRPr lang="es-PE" sz="2400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1D227D14-5314-4DC7-82CC-51C1F1E14D05}"/>
              </a:ext>
            </a:extLst>
          </p:cNvPr>
          <p:cNvSpPr txBox="1"/>
          <p:nvPr/>
        </p:nvSpPr>
        <p:spPr>
          <a:xfrm>
            <a:off x="7646120" y="4011088"/>
            <a:ext cx="25690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800" dirty="0"/>
              <a:t>M</a:t>
            </a:r>
            <a:r>
              <a:rPr lang="es-ES" sz="4800" baseline="-25000" dirty="0"/>
              <a:t>d</a:t>
            </a:r>
            <a:r>
              <a:rPr lang="es-ES" sz="4800" dirty="0"/>
              <a:t> = V</a:t>
            </a:r>
            <a:r>
              <a:rPr lang="el-GR" sz="4800" dirty="0"/>
              <a:t>ρ</a:t>
            </a:r>
            <a:endParaRPr lang="es-PE" sz="4800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3FFD9405-87D2-4D75-9B37-AFA378D45987}"/>
              </a:ext>
            </a:extLst>
          </p:cNvPr>
          <p:cNvSpPr txBox="1"/>
          <p:nvPr/>
        </p:nvSpPr>
        <p:spPr>
          <a:xfrm>
            <a:off x="878805" y="2250439"/>
            <a:ext cx="628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MB1</a:t>
            </a:r>
            <a:endParaRPr lang="es-PE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39E230D-BBD8-4BFE-98A0-79288E128174}"/>
              </a:ext>
            </a:extLst>
          </p:cNvPr>
          <p:cNvSpPr txBox="1"/>
          <p:nvPr/>
        </p:nvSpPr>
        <p:spPr>
          <a:xfrm>
            <a:off x="3795798" y="1761675"/>
            <a:ext cx="628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MB2</a:t>
            </a:r>
            <a:endParaRPr lang="es-PE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3520825-F0F1-4A73-BA41-DD26A1640494}"/>
              </a:ext>
            </a:extLst>
          </p:cNvPr>
          <p:cNvSpPr txBox="1"/>
          <p:nvPr/>
        </p:nvSpPr>
        <p:spPr>
          <a:xfrm>
            <a:off x="4110147" y="3790122"/>
            <a:ext cx="22797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Masa = [(</a:t>
            </a:r>
            <a:r>
              <a:rPr lang="es-ES" dirty="0" err="1"/>
              <a:t>B+b</a:t>
            </a:r>
            <a:r>
              <a:rPr lang="es-ES" dirty="0"/>
              <a:t>)h/2]L*</a:t>
            </a:r>
            <a:r>
              <a:rPr lang="el-GR" dirty="0"/>
              <a:t>ρ</a:t>
            </a:r>
            <a:endParaRPr lang="es-ES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7E1BD4B-BAEB-4FDF-AFD5-8CCAB7153221}"/>
              </a:ext>
            </a:extLst>
          </p:cNvPr>
          <p:cNvSpPr txBox="1"/>
          <p:nvPr/>
        </p:nvSpPr>
        <p:spPr>
          <a:xfrm>
            <a:off x="675861" y="3024908"/>
            <a:ext cx="37112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L 10”</a:t>
            </a:r>
          </a:p>
          <a:p>
            <a:r>
              <a:rPr lang="es-ES" dirty="0"/>
              <a:t>Espesor 1”</a:t>
            </a:r>
          </a:p>
          <a:p>
            <a:r>
              <a:rPr lang="es-ES" dirty="0"/>
              <a:t>Sección resistente = 10” * 1” = 10plg</a:t>
            </a:r>
            <a:r>
              <a:rPr lang="es-ES" baseline="30000" dirty="0"/>
              <a:t>2</a:t>
            </a:r>
            <a:r>
              <a:rPr lang="es-ES" dirty="0"/>
              <a:t> </a:t>
            </a:r>
            <a:endParaRPr lang="es-PE" dirty="0"/>
          </a:p>
        </p:txBody>
      </p:sp>
      <p:pic>
        <p:nvPicPr>
          <p:cNvPr id="12" name="Imagen 2">
            <a:extLst>
              <a:ext uri="{FF2B5EF4-FFF2-40B4-BE49-F238E27FC236}">
                <a16:creationId xmlns:a16="http://schemas.microsoft.com/office/drawing/2014/main" id="{77AD0188-EAB8-4069-A332-5E4798D4C5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478" y="152401"/>
            <a:ext cx="1992573" cy="716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03060020"/>
      </p:ext>
    </p:extLst>
  </p:cSld>
  <p:clrMapOvr>
    <a:masterClrMapping/>
  </p:clrMapOvr>
  <p:transition>
    <p:randomBar dir="vert"/>
    <p:sndAc>
      <p:stSnd>
        <p:snd r:embed="rId2" name="bomb.wav"/>
      </p:stSnd>
    </p:sndAc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2301AE5C-A8D3-46C1-ADEF-A7E05FEABFF6}"/>
              </a:ext>
            </a:extLst>
          </p:cNvPr>
          <p:cNvSpPr txBox="1"/>
          <p:nvPr/>
        </p:nvSpPr>
        <p:spPr>
          <a:xfrm>
            <a:off x="2329940" y="615879"/>
            <a:ext cx="885245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000" b="1" dirty="0"/>
              <a:t>Masa consumida de electrodos(</a:t>
            </a:r>
            <a:r>
              <a:rPr lang="es-ES" sz="4000" b="1" dirty="0" err="1"/>
              <a:t>M</a:t>
            </a:r>
            <a:r>
              <a:rPr lang="es-ES" sz="4000" b="1" baseline="-25000" dirty="0" err="1"/>
              <a:t>ce</a:t>
            </a:r>
            <a:r>
              <a:rPr lang="es-ES" sz="4000" b="1" dirty="0"/>
              <a:t>)</a:t>
            </a:r>
            <a:endParaRPr lang="es-PE" sz="4000" b="1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EB2967E-9034-4DAF-BC23-ED92215D90BA}"/>
              </a:ext>
            </a:extLst>
          </p:cNvPr>
          <p:cNvSpPr txBox="1"/>
          <p:nvPr/>
        </p:nvSpPr>
        <p:spPr>
          <a:xfrm>
            <a:off x="1481804" y="1714617"/>
            <a:ext cx="954156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800" dirty="0"/>
              <a:t>En la operación de soldadura (SMAW) hay desperdicios y salpicaduras.</a:t>
            </a:r>
          </a:p>
          <a:p>
            <a:pPr algn="just"/>
            <a:r>
              <a:rPr lang="es-ES" sz="2800" dirty="0"/>
              <a:t>Esto representa aproximadamente el 80% adicional a la cantidad de metal depositado</a:t>
            </a:r>
            <a:endParaRPr lang="es-PE" sz="2800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67E1F18-ABC4-4ED8-A641-65F00AEDF19E}"/>
              </a:ext>
            </a:extLst>
          </p:cNvPr>
          <p:cNvSpPr txBox="1"/>
          <p:nvPr/>
        </p:nvSpPr>
        <p:spPr>
          <a:xfrm>
            <a:off x="4302075" y="3733286"/>
            <a:ext cx="307167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4400" dirty="0" err="1"/>
              <a:t>M</a:t>
            </a:r>
            <a:r>
              <a:rPr lang="es-ES" sz="4400" baseline="-25000" dirty="0" err="1"/>
              <a:t>ce</a:t>
            </a:r>
            <a:r>
              <a:rPr lang="es-ES" sz="4400" dirty="0"/>
              <a:t> = 1.8 M</a:t>
            </a:r>
            <a:r>
              <a:rPr lang="es-ES" sz="4400" baseline="-25000" dirty="0"/>
              <a:t>d</a:t>
            </a:r>
            <a:endParaRPr lang="es-PE" sz="4400" baseline="-2500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0F052AE-0657-4D86-A6A0-FA6D7C3EED34}"/>
              </a:ext>
            </a:extLst>
          </p:cNvPr>
          <p:cNvSpPr txBox="1"/>
          <p:nvPr/>
        </p:nvSpPr>
        <p:spPr>
          <a:xfrm>
            <a:off x="2619726" y="4951735"/>
            <a:ext cx="62055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dirty="0" err="1"/>
              <a:t>Mce</a:t>
            </a:r>
            <a:r>
              <a:rPr lang="es-ES" sz="2800" dirty="0"/>
              <a:t>/(Masa de c/electrodo) = # electrodos</a:t>
            </a:r>
            <a:endParaRPr lang="es-PE" sz="2800" dirty="0"/>
          </a:p>
        </p:txBody>
      </p:sp>
      <p:pic>
        <p:nvPicPr>
          <p:cNvPr id="7" name="Imagen 2">
            <a:extLst>
              <a:ext uri="{FF2B5EF4-FFF2-40B4-BE49-F238E27FC236}">
                <a16:creationId xmlns:a16="http://schemas.microsoft.com/office/drawing/2014/main" id="{C3004989-2C2F-4F5F-8B2B-02FDCE7926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478" y="152401"/>
            <a:ext cx="1992573" cy="716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60822875"/>
      </p:ext>
    </p:extLst>
  </p:cSld>
  <p:clrMapOvr>
    <a:masterClrMapping/>
  </p:clrMapOvr>
  <p:transition>
    <p:randomBar dir="vert"/>
    <p:sndAc>
      <p:stSnd>
        <p:snd r:embed="rId2" name="bomb.wav"/>
      </p:stSnd>
    </p:sndAc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0CFD0E0B-9B57-4E8F-BEDE-B89F3BCFF4F8}"/>
              </a:ext>
            </a:extLst>
          </p:cNvPr>
          <p:cNvSpPr txBox="1"/>
          <p:nvPr/>
        </p:nvSpPr>
        <p:spPr>
          <a:xfrm>
            <a:off x="825013" y="2418546"/>
            <a:ext cx="228280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dirty="0"/>
              <a:t>Cálculo del tiempo de soldadura (</a:t>
            </a:r>
            <a:r>
              <a:rPr lang="es-ES" sz="2800" dirty="0" err="1"/>
              <a:t>t</a:t>
            </a:r>
            <a:r>
              <a:rPr lang="es-ES" sz="2800" baseline="-25000" dirty="0" err="1"/>
              <a:t>arc</a:t>
            </a:r>
            <a:r>
              <a:rPr lang="es-ES" sz="2800" dirty="0"/>
              <a:t> = tiempo de arco abierto).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094D186-3F6D-4072-8FF8-AB36F7DD669E}"/>
              </a:ext>
            </a:extLst>
          </p:cNvPr>
          <p:cNvSpPr txBox="1"/>
          <p:nvPr/>
        </p:nvSpPr>
        <p:spPr>
          <a:xfrm>
            <a:off x="4187809" y="2018436"/>
            <a:ext cx="3276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/>
              <a:t>Tomando en consideración la </a:t>
            </a:r>
            <a:r>
              <a:rPr lang="es-ES" sz="2400" dirty="0" err="1"/>
              <a:t>veloc</a:t>
            </a:r>
            <a:r>
              <a:rPr lang="es-ES" sz="2400" dirty="0"/>
              <a:t> en la soldadura(v</a:t>
            </a:r>
            <a:r>
              <a:rPr lang="es-ES" dirty="0"/>
              <a:t>)</a:t>
            </a:r>
            <a:endParaRPr lang="es-PE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FB69223-32A5-4925-97B5-0E87172CB8EA}"/>
              </a:ext>
            </a:extLst>
          </p:cNvPr>
          <p:cNvSpPr txBox="1"/>
          <p:nvPr/>
        </p:nvSpPr>
        <p:spPr>
          <a:xfrm>
            <a:off x="8544396" y="2171700"/>
            <a:ext cx="18352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600" dirty="0" err="1"/>
              <a:t>t</a:t>
            </a:r>
            <a:r>
              <a:rPr lang="es-ES" sz="3600" baseline="-25000" dirty="0" err="1"/>
              <a:t>arc</a:t>
            </a:r>
            <a:r>
              <a:rPr lang="es-ES" sz="3600" dirty="0"/>
              <a:t> = L /v</a:t>
            </a:r>
            <a:endParaRPr lang="es-PE" sz="360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72C742B-90C6-4E93-84D4-046B8E56D962}"/>
              </a:ext>
            </a:extLst>
          </p:cNvPr>
          <p:cNvSpPr txBox="1"/>
          <p:nvPr/>
        </p:nvSpPr>
        <p:spPr>
          <a:xfrm>
            <a:off x="4187809" y="3541931"/>
            <a:ext cx="3276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/>
              <a:t>Tomando en consideración la tasa de deposición del proceso(</a:t>
            </a:r>
            <a:r>
              <a:rPr lang="es-ES" sz="2400" dirty="0" err="1"/>
              <a:t>z</a:t>
            </a:r>
            <a:r>
              <a:rPr lang="es-ES" sz="2400" baseline="-25000" dirty="0" err="1"/>
              <a:t>m</a:t>
            </a:r>
            <a:r>
              <a:rPr lang="es-ES" sz="2400" dirty="0"/>
              <a:t>)</a:t>
            </a:r>
            <a:endParaRPr lang="es-PE" sz="240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2FCAD94-9D8C-4756-9689-CBFB78C2A0A0}"/>
              </a:ext>
            </a:extLst>
          </p:cNvPr>
          <p:cNvSpPr txBox="1"/>
          <p:nvPr/>
        </p:nvSpPr>
        <p:spPr>
          <a:xfrm>
            <a:off x="8392544" y="3999683"/>
            <a:ext cx="25389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600" dirty="0" err="1"/>
              <a:t>t</a:t>
            </a:r>
            <a:r>
              <a:rPr lang="es-ES" sz="3600" baseline="-25000" dirty="0" err="1"/>
              <a:t>arc</a:t>
            </a:r>
            <a:r>
              <a:rPr lang="es-ES" sz="3600" dirty="0"/>
              <a:t> = </a:t>
            </a:r>
            <a:r>
              <a:rPr lang="es-ES" sz="3600" dirty="0" err="1"/>
              <a:t>M</a:t>
            </a:r>
            <a:r>
              <a:rPr lang="es-ES" sz="3600" baseline="-25000" dirty="0" err="1"/>
              <a:t>ce</a:t>
            </a:r>
            <a:r>
              <a:rPr lang="es-ES" sz="3600" dirty="0"/>
              <a:t> /</a:t>
            </a:r>
            <a:r>
              <a:rPr lang="es-ES" sz="3600" dirty="0" err="1"/>
              <a:t>z</a:t>
            </a:r>
            <a:r>
              <a:rPr lang="es-ES" sz="3600" baseline="-25000" dirty="0" err="1"/>
              <a:t>m</a:t>
            </a:r>
            <a:endParaRPr lang="es-PE" sz="3600" baseline="-25000" dirty="0"/>
          </a:p>
        </p:txBody>
      </p:sp>
      <p:sp>
        <p:nvSpPr>
          <p:cNvPr id="9" name="Abrir llave 8">
            <a:extLst>
              <a:ext uri="{FF2B5EF4-FFF2-40B4-BE49-F238E27FC236}">
                <a16:creationId xmlns:a16="http://schemas.microsoft.com/office/drawing/2014/main" id="{9ADA00DA-B9A6-4A92-A96C-9DB628F8159C}"/>
              </a:ext>
            </a:extLst>
          </p:cNvPr>
          <p:cNvSpPr/>
          <p:nvPr/>
        </p:nvSpPr>
        <p:spPr>
          <a:xfrm>
            <a:off x="3543300" y="1751231"/>
            <a:ext cx="533400" cy="3581400"/>
          </a:xfrm>
          <a:prstGeom prst="leftBrac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2050" name="Picture 2" descr="Resultado de imagen para soldando">
            <a:extLst>
              <a:ext uri="{FF2B5EF4-FFF2-40B4-BE49-F238E27FC236}">
                <a16:creationId xmlns:a16="http://schemas.microsoft.com/office/drawing/2014/main" id="{CF66119F-56D6-4C11-AAF9-B722C591A4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2531" y="318054"/>
            <a:ext cx="2461241" cy="1126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Imagen 2">
            <a:extLst>
              <a:ext uri="{FF2B5EF4-FFF2-40B4-BE49-F238E27FC236}">
                <a16:creationId xmlns:a16="http://schemas.microsoft.com/office/drawing/2014/main" id="{C96B3EEA-5C63-4B96-9E8F-3302443BDC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478" y="152401"/>
            <a:ext cx="1992573" cy="716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586B24B9-10AE-48B6-9B8F-840AB8350528}"/>
              </a:ext>
            </a:extLst>
          </p:cNvPr>
          <p:cNvSpPr txBox="1"/>
          <p:nvPr/>
        </p:nvSpPr>
        <p:spPr>
          <a:xfrm>
            <a:off x="4704522" y="5332631"/>
            <a:ext cx="11194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Zm</a:t>
            </a:r>
            <a:r>
              <a:rPr lang="es-ES" dirty="0"/>
              <a:t> (Kg/h)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4052073113"/>
      </p:ext>
    </p:extLst>
  </p:cSld>
  <p:clrMapOvr>
    <a:masterClrMapping/>
  </p:clrMapOvr>
  <p:transition>
    <p:randomBar dir="vert"/>
    <p:sndAc>
      <p:stSnd>
        <p:snd r:embed="rId2" name="bomb.wav"/>
      </p:stSnd>
    </p:sndAc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477B33FA-A5BD-46B0-B682-B0CBCDF8A697}"/>
              </a:ext>
            </a:extLst>
          </p:cNvPr>
          <p:cNvSpPr txBox="1"/>
          <p:nvPr/>
        </p:nvSpPr>
        <p:spPr>
          <a:xfrm>
            <a:off x="2153976" y="5574718"/>
            <a:ext cx="76140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200" dirty="0"/>
              <a:t>Tasas de deposición para diversos amperajes</a:t>
            </a:r>
            <a:endParaRPr lang="es-PE" sz="3200" dirty="0"/>
          </a:p>
        </p:txBody>
      </p:sp>
      <p:pic>
        <p:nvPicPr>
          <p:cNvPr id="4098" name="Picture 2" descr="Resultado de imagen para Tasas de deposición de soldadura">
            <a:extLst>
              <a:ext uri="{FF2B5EF4-FFF2-40B4-BE49-F238E27FC236}">
                <a16:creationId xmlns:a16="http://schemas.microsoft.com/office/drawing/2014/main" id="{265CF380-32AB-4371-8429-368BF41ED1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7738" y="582812"/>
            <a:ext cx="9006482" cy="4991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Conector recto de flecha 2">
            <a:extLst>
              <a:ext uri="{FF2B5EF4-FFF2-40B4-BE49-F238E27FC236}">
                <a16:creationId xmlns:a16="http://schemas.microsoft.com/office/drawing/2014/main" id="{4EDF281D-F9E8-455E-A7AD-52F1173BFFF8}"/>
              </a:ext>
            </a:extLst>
          </p:cNvPr>
          <p:cNvCxnSpPr/>
          <p:nvPr/>
        </p:nvCxnSpPr>
        <p:spPr>
          <a:xfrm>
            <a:off x="8700655" y="4128655"/>
            <a:ext cx="176356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5AE844CC-7887-45B3-8413-889482B1FE86}"/>
              </a:ext>
            </a:extLst>
          </p:cNvPr>
          <p:cNvSpPr txBox="1"/>
          <p:nvPr/>
        </p:nvSpPr>
        <p:spPr>
          <a:xfrm>
            <a:off x="10464220" y="3943989"/>
            <a:ext cx="10454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Supercito</a:t>
            </a:r>
            <a:endParaRPr lang="es-ES" dirty="0"/>
          </a:p>
          <a:p>
            <a:r>
              <a:rPr lang="es-ES" dirty="0"/>
              <a:t>70000psi</a:t>
            </a:r>
            <a:endParaRPr lang="es-PE" dirty="0"/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7A8551CD-51BE-4104-8D47-06B2BC795155}"/>
              </a:ext>
            </a:extLst>
          </p:cNvPr>
          <p:cNvCxnSpPr/>
          <p:nvPr/>
        </p:nvCxnSpPr>
        <p:spPr>
          <a:xfrm flipH="1">
            <a:off x="1288473" y="3943989"/>
            <a:ext cx="2286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A295EC1F-B0AD-43C5-853A-199A076B2F14}"/>
              </a:ext>
            </a:extLst>
          </p:cNvPr>
          <p:cNvSpPr txBox="1"/>
          <p:nvPr/>
        </p:nvSpPr>
        <p:spPr>
          <a:xfrm>
            <a:off x="682301" y="3634678"/>
            <a:ext cx="12827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Cellocord</a:t>
            </a:r>
            <a:endParaRPr lang="es-ES" dirty="0"/>
          </a:p>
          <a:p>
            <a:r>
              <a:rPr lang="es-ES" dirty="0"/>
              <a:t>(Punto azul)</a:t>
            </a:r>
            <a:endParaRPr lang="es-PE" dirty="0"/>
          </a:p>
        </p:txBody>
      </p:sp>
      <p:pic>
        <p:nvPicPr>
          <p:cNvPr id="9" name="Imagen 2">
            <a:extLst>
              <a:ext uri="{FF2B5EF4-FFF2-40B4-BE49-F238E27FC236}">
                <a16:creationId xmlns:a16="http://schemas.microsoft.com/office/drawing/2014/main" id="{9256A9FA-CC50-4C88-93C4-720C3580ED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478" y="152401"/>
            <a:ext cx="1992573" cy="716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2FB45AE0-802B-4B72-9414-0A05EB8618CB}"/>
              </a:ext>
            </a:extLst>
          </p:cNvPr>
          <p:cNvCxnSpPr/>
          <p:nvPr/>
        </p:nvCxnSpPr>
        <p:spPr>
          <a:xfrm flipH="1">
            <a:off x="2398643" y="4465982"/>
            <a:ext cx="169627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2468718"/>
      </p:ext>
    </p:extLst>
  </p:cSld>
  <p:clrMapOvr>
    <a:masterClrMapping/>
  </p:clrMapOvr>
  <p:transition>
    <p:randomBar dir="vert"/>
    <p:sndAc>
      <p:stSnd>
        <p:snd r:embed="rId2" name="bomb.wav"/>
      </p:stSnd>
    </p:sndAc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27522103-581D-40B1-B0FB-8EA1CEFA6438}"/>
              </a:ext>
            </a:extLst>
          </p:cNvPr>
          <p:cNvSpPr txBox="1"/>
          <p:nvPr/>
        </p:nvSpPr>
        <p:spPr>
          <a:xfrm>
            <a:off x="1540328" y="661372"/>
            <a:ext cx="911134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400" dirty="0"/>
              <a:t>El tiempo total de la operación de soldadura (</a:t>
            </a:r>
            <a:r>
              <a:rPr lang="es-ES" sz="2400" dirty="0" err="1"/>
              <a:t>t</a:t>
            </a:r>
            <a:r>
              <a:rPr lang="es-ES" sz="2400" baseline="-25000" dirty="0" err="1"/>
              <a:t>t</a:t>
            </a:r>
            <a:r>
              <a:rPr lang="es-ES" sz="2400" dirty="0"/>
              <a:t>), incluyendo el tiempo de arco abierto y el tiempo necesario para otras operaciones (remoción de escorias y resaltes, cambio de electrodos, reposicionamiento de la pieza) se calcula por medio de la siguiente ecuación:</a:t>
            </a:r>
            <a:endParaRPr lang="es-PE" sz="240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ABEC9F5-8CA4-4B31-9C1C-819DBF040CD4}"/>
              </a:ext>
            </a:extLst>
          </p:cNvPr>
          <p:cNvSpPr txBox="1"/>
          <p:nvPr/>
        </p:nvSpPr>
        <p:spPr>
          <a:xfrm>
            <a:off x="4706950" y="2231032"/>
            <a:ext cx="226260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4400" dirty="0" err="1"/>
              <a:t>t</a:t>
            </a:r>
            <a:r>
              <a:rPr lang="es-ES" sz="4400" baseline="-25000" dirty="0" err="1"/>
              <a:t>t</a:t>
            </a:r>
            <a:r>
              <a:rPr lang="es-ES" sz="4400" dirty="0"/>
              <a:t> = </a:t>
            </a:r>
            <a:r>
              <a:rPr lang="es-ES" sz="4400" dirty="0" err="1"/>
              <a:t>t</a:t>
            </a:r>
            <a:r>
              <a:rPr lang="es-ES" sz="4400" baseline="-25000" dirty="0" err="1"/>
              <a:t>arc</a:t>
            </a:r>
            <a:r>
              <a:rPr lang="es-ES" sz="4400" dirty="0"/>
              <a:t>/</a:t>
            </a:r>
            <a:r>
              <a:rPr lang="el-GR" sz="4400" dirty="0"/>
              <a:t>ϕ</a:t>
            </a:r>
            <a:endParaRPr lang="es-PE" sz="4400" dirty="0"/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1FEE52DD-D86D-4C52-AACF-A489575640BD}"/>
              </a:ext>
            </a:extLst>
          </p:cNvPr>
          <p:cNvGraphicFramePr>
            <a:graphicFrameLocks noGrp="1"/>
          </p:cNvGraphicFramePr>
          <p:nvPr/>
        </p:nvGraphicFramePr>
        <p:xfrm>
          <a:off x="2464904" y="3061373"/>
          <a:ext cx="7473655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0146">
                  <a:extLst>
                    <a:ext uri="{9D8B030D-6E8A-4147-A177-3AD203B41FA5}">
                      <a16:colId xmlns:a16="http://schemas.microsoft.com/office/drawing/2014/main" val="2370645137"/>
                    </a:ext>
                  </a:extLst>
                </a:gridCol>
                <a:gridCol w="4603509">
                  <a:extLst>
                    <a:ext uri="{9D8B030D-6E8A-4147-A177-3AD203B41FA5}">
                      <a16:colId xmlns:a16="http://schemas.microsoft.com/office/drawing/2014/main" val="19205665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S" sz="2800" dirty="0"/>
                        <a:t>Modo de operación</a:t>
                      </a:r>
                      <a:endParaRPr lang="es-PE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800" dirty="0"/>
                        <a:t>Factor de otras operaciones </a:t>
                      </a:r>
                      <a:r>
                        <a:rPr lang="el-GR" sz="2800" dirty="0"/>
                        <a:t>ϕ</a:t>
                      </a:r>
                      <a:r>
                        <a:rPr lang="es-ES" sz="2800" dirty="0"/>
                        <a:t>(%)</a:t>
                      </a:r>
                      <a:endParaRPr lang="es-PE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0167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2800" dirty="0">
                          <a:solidFill>
                            <a:srgbClr val="FF0000"/>
                          </a:solidFill>
                        </a:rPr>
                        <a:t>Manual</a:t>
                      </a:r>
                      <a:endParaRPr lang="es-PE" sz="28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800"/>
                        <a:t>5 - 30</a:t>
                      </a:r>
                      <a:endParaRPr lang="es-PE" sz="2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33842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2800"/>
                        <a:t>Semiautomático</a:t>
                      </a:r>
                      <a:endParaRPr lang="es-PE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800"/>
                        <a:t>10 - 60</a:t>
                      </a:r>
                      <a:endParaRPr lang="es-PE" sz="2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42799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2800"/>
                        <a:t>Mecanizado</a:t>
                      </a:r>
                      <a:endParaRPr lang="es-PE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800"/>
                        <a:t>40 - 90</a:t>
                      </a:r>
                      <a:endParaRPr lang="es-PE" sz="2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08638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2800"/>
                        <a:t>Automático</a:t>
                      </a:r>
                      <a:endParaRPr lang="es-PE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800" dirty="0"/>
                        <a:t>50 - 100</a:t>
                      </a:r>
                      <a:endParaRPr lang="es-PE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8801855"/>
                  </a:ext>
                </a:extLst>
              </a:tr>
            </a:tbl>
          </a:graphicData>
        </a:graphic>
      </p:graphicFrame>
      <p:pic>
        <p:nvPicPr>
          <p:cNvPr id="7" name="Imagen 2">
            <a:extLst>
              <a:ext uri="{FF2B5EF4-FFF2-40B4-BE49-F238E27FC236}">
                <a16:creationId xmlns:a16="http://schemas.microsoft.com/office/drawing/2014/main" id="{C23A9EF7-AA7E-4AB2-AD69-15D97F2D3E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478" y="152401"/>
            <a:ext cx="1992573" cy="716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10668456"/>
      </p:ext>
    </p:extLst>
  </p:cSld>
  <p:clrMapOvr>
    <a:masterClrMapping/>
  </p:clrMapOvr>
  <p:transition>
    <p:randomBar dir="vert"/>
    <p:sndAc>
      <p:stSnd>
        <p:snd r:embed="rId2" name="bomb.wav"/>
      </p:stSnd>
    </p:sndAc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AEAB7500-5D7A-4493-AC45-D0B593548B5A}"/>
              </a:ext>
            </a:extLst>
          </p:cNvPr>
          <p:cNvSpPr txBox="1"/>
          <p:nvPr/>
        </p:nvSpPr>
        <p:spPr>
          <a:xfrm>
            <a:off x="590549" y="2873633"/>
            <a:ext cx="276225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dirty="0"/>
              <a:t>Cálculo de los costos</a:t>
            </a:r>
          </a:p>
          <a:p>
            <a:r>
              <a:rPr lang="es-ES" sz="3600" b="1" dirty="0"/>
              <a:t>de soldadura</a:t>
            </a:r>
            <a:endParaRPr lang="es-PE" sz="3600" b="1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5148C38-B5D7-424B-AA36-E34D823B92A7}"/>
              </a:ext>
            </a:extLst>
          </p:cNvPr>
          <p:cNvSpPr txBox="1"/>
          <p:nvPr/>
        </p:nvSpPr>
        <p:spPr>
          <a:xfrm>
            <a:off x="2414343" y="762000"/>
            <a:ext cx="4055084" cy="1077218"/>
          </a:xfrm>
          <a:prstGeom prst="rect">
            <a:avLst/>
          </a:prstGeom>
          <a:solidFill>
            <a:srgbClr val="0070C0"/>
          </a:solidFill>
        </p:spPr>
        <p:txBody>
          <a:bodyPr wrap="none" rtlCol="0">
            <a:spAutoFit/>
          </a:bodyPr>
          <a:lstStyle/>
          <a:p>
            <a:r>
              <a:rPr lang="es-ES" sz="3200">
                <a:solidFill>
                  <a:schemeClr val="bg1"/>
                </a:solidFill>
              </a:rPr>
              <a:t>Costo de los electrodos</a:t>
            </a:r>
          </a:p>
          <a:p>
            <a:pPr algn="ctr"/>
            <a:r>
              <a:rPr lang="es-ES" sz="3200" dirty="0">
                <a:solidFill>
                  <a:schemeClr val="bg1"/>
                </a:solidFill>
              </a:rPr>
              <a:t> (C</a:t>
            </a:r>
            <a:r>
              <a:rPr lang="es-ES" sz="3200" baseline="-25000" dirty="0">
                <a:solidFill>
                  <a:schemeClr val="bg1"/>
                </a:solidFill>
              </a:rPr>
              <a:t>e</a:t>
            </a:r>
            <a:r>
              <a:rPr lang="es-ES" sz="3200" dirty="0">
                <a:solidFill>
                  <a:schemeClr val="bg1"/>
                </a:solidFill>
              </a:rPr>
              <a:t>)</a:t>
            </a:r>
            <a:endParaRPr lang="es-PE" sz="3200">
              <a:solidFill>
                <a:schemeClr val="bg1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29F2EBA-0914-4B6F-8FA5-DE20A2D31B88}"/>
              </a:ext>
            </a:extLst>
          </p:cNvPr>
          <p:cNvSpPr txBox="1"/>
          <p:nvPr/>
        </p:nvSpPr>
        <p:spPr>
          <a:xfrm>
            <a:off x="6515100" y="623500"/>
            <a:ext cx="35477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3600" dirty="0"/>
              <a:t>C</a:t>
            </a:r>
            <a:r>
              <a:rPr lang="es-ES" sz="3600" baseline="-25000" dirty="0"/>
              <a:t>e</a:t>
            </a:r>
            <a:r>
              <a:rPr lang="es-ES" sz="3600" dirty="0"/>
              <a:t> = (</a:t>
            </a:r>
            <a:r>
              <a:rPr lang="es-ES" sz="3600" dirty="0" err="1"/>
              <a:t>Mce</a:t>
            </a:r>
            <a:r>
              <a:rPr lang="es-ES" sz="3600" dirty="0"/>
              <a:t>/</a:t>
            </a:r>
            <a:r>
              <a:rPr lang="el-GR" sz="3600" dirty="0"/>
              <a:t>φ</a:t>
            </a:r>
            <a:r>
              <a:rPr lang="es-ES" sz="3600" dirty="0"/>
              <a:t>)*</a:t>
            </a:r>
            <a:r>
              <a:rPr lang="es-ES" sz="3600" dirty="0" err="1"/>
              <a:t>Ceu</a:t>
            </a:r>
            <a:endParaRPr lang="es-PE" sz="3600" dirty="0"/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828A1EA5-88A4-405C-B394-61E1A40E194D}"/>
              </a:ext>
            </a:extLst>
          </p:cNvPr>
          <p:cNvCxnSpPr>
            <a:cxnSpLocks/>
          </p:cNvCxnSpPr>
          <p:nvPr/>
        </p:nvCxnSpPr>
        <p:spPr>
          <a:xfrm>
            <a:off x="10062866" y="1046922"/>
            <a:ext cx="598508" cy="1752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uadroTexto 8">
            <a:extLst>
              <a:ext uri="{FF2B5EF4-FFF2-40B4-BE49-F238E27FC236}">
                <a16:creationId xmlns:a16="http://schemas.microsoft.com/office/drawing/2014/main" id="{3B699B47-A5C9-4824-810B-3503949EF12C}"/>
              </a:ext>
            </a:extLst>
          </p:cNvPr>
          <p:cNvSpPr txBox="1"/>
          <p:nvPr/>
        </p:nvSpPr>
        <p:spPr>
          <a:xfrm>
            <a:off x="10285284" y="1599580"/>
            <a:ext cx="18292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Precio por peso de electrodo</a:t>
            </a:r>
            <a:endParaRPr lang="es-PE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459E87EE-E614-4210-BF6F-18BE33CC2F6B}"/>
              </a:ext>
            </a:extLst>
          </p:cNvPr>
          <p:cNvSpPr txBox="1"/>
          <p:nvPr/>
        </p:nvSpPr>
        <p:spPr>
          <a:xfrm>
            <a:off x="7790803" y="1757127"/>
            <a:ext cx="23619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Eficiencia práctica de la deposición</a:t>
            </a:r>
            <a:endParaRPr lang="es-PE" dirty="0"/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5EF1C8A4-0E18-425D-95E9-D03FDF7A6948}"/>
              </a:ext>
            </a:extLst>
          </p:cNvPr>
          <p:cNvCxnSpPr>
            <a:cxnSpLocks/>
            <a:endCxn id="10" idx="0"/>
          </p:cNvCxnSpPr>
          <p:nvPr/>
        </p:nvCxnSpPr>
        <p:spPr>
          <a:xfrm>
            <a:off x="8786191" y="1269831"/>
            <a:ext cx="185592" cy="4872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a 13">
            <a:extLst>
              <a:ext uri="{FF2B5EF4-FFF2-40B4-BE49-F238E27FC236}">
                <a16:creationId xmlns:a16="http://schemas.microsoft.com/office/drawing/2014/main" id="{73AC93C6-4625-426C-9081-6599CB429B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4010637"/>
              </p:ext>
            </p:extLst>
          </p:nvPr>
        </p:nvGraphicFramePr>
        <p:xfrm>
          <a:off x="3352800" y="2873633"/>
          <a:ext cx="8433132" cy="34353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7758">
                  <a:extLst>
                    <a:ext uri="{9D8B030D-6E8A-4147-A177-3AD203B41FA5}">
                      <a16:colId xmlns:a16="http://schemas.microsoft.com/office/drawing/2014/main" val="3288167392"/>
                    </a:ext>
                  </a:extLst>
                </a:gridCol>
                <a:gridCol w="2864330">
                  <a:extLst>
                    <a:ext uri="{9D8B030D-6E8A-4147-A177-3AD203B41FA5}">
                      <a16:colId xmlns:a16="http://schemas.microsoft.com/office/drawing/2014/main" val="2569865340"/>
                    </a:ext>
                  </a:extLst>
                </a:gridCol>
                <a:gridCol w="2811044">
                  <a:extLst>
                    <a:ext uri="{9D8B030D-6E8A-4147-A177-3AD203B41FA5}">
                      <a16:colId xmlns:a16="http://schemas.microsoft.com/office/drawing/2014/main" val="1726685731"/>
                    </a:ext>
                  </a:extLst>
                </a:gridCol>
              </a:tblGrid>
              <a:tr h="422762">
                <a:tc>
                  <a:txBody>
                    <a:bodyPr/>
                    <a:lstStyle/>
                    <a:p>
                      <a:r>
                        <a:rPr lang="es-ES" dirty="0"/>
                        <a:t>Proceso</a:t>
                      </a:r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/>
                        <a:t>Características</a:t>
                      </a:r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dirty="0"/>
                        <a:t>Φ</a:t>
                      </a:r>
                      <a:r>
                        <a:rPr lang="es-ES" dirty="0"/>
                        <a:t>(%)</a:t>
                      </a:r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2315121"/>
                  </a:ext>
                </a:extLst>
              </a:tr>
              <a:tr h="422762">
                <a:tc>
                  <a:txBody>
                    <a:bodyPr/>
                    <a:lstStyle/>
                    <a:p>
                      <a:r>
                        <a:rPr lang="es-ES" dirty="0"/>
                        <a:t>Electrodos recubiertos(SMAW)</a:t>
                      </a:r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/>
                        <a:t>Long 35cm</a:t>
                      </a:r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/>
                        <a:t>55  -  65</a:t>
                      </a:r>
                      <a:endParaRPr lang="es-P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1284232"/>
                  </a:ext>
                </a:extLst>
              </a:tr>
              <a:tr h="422762">
                <a:tc>
                  <a:txBody>
                    <a:bodyPr/>
                    <a:lstStyle/>
                    <a:p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/>
                        <a:t>Long 45cm</a:t>
                      </a:r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/>
                        <a:t>60  -  70</a:t>
                      </a:r>
                      <a:endParaRPr lang="es-P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2938041"/>
                  </a:ext>
                </a:extLst>
              </a:tr>
              <a:tr h="422762">
                <a:tc>
                  <a:txBody>
                    <a:bodyPr/>
                    <a:lstStyle/>
                    <a:p>
                      <a:r>
                        <a:rPr lang="es-ES"/>
                        <a:t>Alambres</a:t>
                      </a:r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/>
                        <a:t>SAW</a:t>
                      </a:r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/>
                        <a:t>95  -  100</a:t>
                      </a:r>
                      <a:endParaRPr lang="es-P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960743"/>
                  </a:ext>
                </a:extLst>
              </a:tr>
              <a:tr h="422762">
                <a:tc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/>
                        <a:t>ESW</a:t>
                      </a:r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/>
                        <a:t>95  -  100</a:t>
                      </a:r>
                      <a:endParaRPr lang="es-P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6933411"/>
                  </a:ext>
                </a:extLst>
              </a:tr>
              <a:tr h="422762">
                <a:tc>
                  <a:txBody>
                    <a:bodyPr/>
                    <a:lstStyle/>
                    <a:p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/>
                        <a:t>GMAW</a:t>
                      </a:r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/>
                        <a:t>90  -  95</a:t>
                      </a:r>
                      <a:endParaRPr lang="es-P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1139385"/>
                  </a:ext>
                </a:extLst>
              </a:tr>
              <a:tr h="68145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dirty="0"/>
                        <a:t>Alambres tubulares</a:t>
                      </a:r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/>
                        <a:t>FCAW</a:t>
                      </a:r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80  -  85</a:t>
                      </a:r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2461846"/>
                  </a:ext>
                </a:extLst>
              </a:tr>
            </a:tbl>
          </a:graphicData>
        </a:graphic>
      </p:graphicFrame>
      <p:sp>
        <p:nvSpPr>
          <p:cNvPr id="2" name="CuadroTexto 1">
            <a:extLst>
              <a:ext uri="{FF2B5EF4-FFF2-40B4-BE49-F238E27FC236}">
                <a16:creationId xmlns:a16="http://schemas.microsoft.com/office/drawing/2014/main" id="{80331802-51DA-46FB-8425-D93D07164738}"/>
              </a:ext>
            </a:extLst>
          </p:cNvPr>
          <p:cNvSpPr txBox="1"/>
          <p:nvPr/>
        </p:nvSpPr>
        <p:spPr>
          <a:xfrm>
            <a:off x="7553739" y="1457739"/>
            <a:ext cx="396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i="1" dirty="0"/>
              <a:t>Kg</a:t>
            </a:r>
            <a:endParaRPr lang="es-PE" i="1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AB88F31-03EC-40C8-87AF-4A7D5977E7DD}"/>
              </a:ext>
            </a:extLst>
          </p:cNvPr>
          <p:cNvSpPr txBox="1"/>
          <p:nvPr/>
        </p:nvSpPr>
        <p:spPr>
          <a:xfrm>
            <a:off x="10946145" y="1414914"/>
            <a:ext cx="684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S/Kg</a:t>
            </a:r>
            <a:endParaRPr lang="es-PE" dirty="0"/>
          </a:p>
        </p:txBody>
      </p:sp>
      <p:pic>
        <p:nvPicPr>
          <p:cNvPr id="12" name="Imagen 2">
            <a:extLst>
              <a:ext uri="{FF2B5EF4-FFF2-40B4-BE49-F238E27FC236}">
                <a16:creationId xmlns:a16="http://schemas.microsoft.com/office/drawing/2014/main" id="{7C45B9F9-358D-498B-8519-7938E1F3BF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478" y="152401"/>
            <a:ext cx="1992573" cy="716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A3BCD56B-5A3F-4090-A037-FC6F1F259B53}"/>
              </a:ext>
            </a:extLst>
          </p:cNvPr>
          <p:cNvSpPr txBox="1"/>
          <p:nvPr/>
        </p:nvSpPr>
        <p:spPr>
          <a:xfrm>
            <a:off x="795130" y="5018783"/>
            <a:ext cx="14533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err="1"/>
              <a:t>Srta</a:t>
            </a:r>
            <a:r>
              <a:rPr lang="es-ES" dirty="0"/>
              <a:t> </a:t>
            </a:r>
            <a:r>
              <a:rPr lang="es-ES" dirty="0" err="1"/>
              <a:t>Gonzalez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165930495"/>
      </p:ext>
    </p:extLst>
  </p:cSld>
  <p:clrMapOvr>
    <a:masterClrMapping/>
  </p:clrMapOvr>
  <p:transition>
    <p:randomBar dir="vert"/>
    <p:sndAc>
      <p:stSnd>
        <p:snd r:embed="rId2" name="bomb.wav"/>
      </p:stSnd>
    </p:sndAc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A1D43F05-D15C-4D6E-8437-B734AF049669}"/>
              </a:ext>
            </a:extLst>
          </p:cNvPr>
          <p:cNvSpPr txBox="1"/>
          <p:nvPr/>
        </p:nvSpPr>
        <p:spPr>
          <a:xfrm>
            <a:off x="2400064" y="530214"/>
            <a:ext cx="6015066" cy="584775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r>
              <a:rPr lang="es-ES" sz="3200" dirty="0">
                <a:solidFill>
                  <a:schemeClr val="bg1"/>
                </a:solidFill>
              </a:rPr>
              <a:t>Costo de la mano de obra		(C</a:t>
            </a:r>
            <a:r>
              <a:rPr lang="es-ES" sz="3200" baseline="-25000" dirty="0">
                <a:solidFill>
                  <a:schemeClr val="bg1"/>
                </a:solidFill>
              </a:rPr>
              <a:t>MO</a:t>
            </a:r>
            <a:r>
              <a:rPr lang="es-ES" sz="3200" dirty="0">
                <a:solidFill>
                  <a:schemeClr val="bg1"/>
                </a:solidFill>
              </a:rPr>
              <a:t>)</a:t>
            </a:r>
            <a:endParaRPr lang="es-PE" sz="3200" dirty="0">
              <a:solidFill>
                <a:schemeClr val="bg1"/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23C0F16-ABA8-48BE-B96A-E40368691626}"/>
              </a:ext>
            </a:extLst>
          </p:cNvPr>
          <p:cNvSpPr txBox="1"/>
          <p:nvPr/>
        </p:nvSpPr>
        <p:spPr>
          <a:xfrm>
            <a:off x="1565177" y="2723335"/>
            <a:ext cx="22230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dirty="0"/>
              <a:t>Depende de </a:t>
            </a:r>
            <a:r>
              <a:rPr lang="es-ES" dirty="0"/>
              <a:t>:</a:t>
            </a:r>
            <a:endParaRPr lang="es-PE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C1E4B34-EE86-46D7-AF85-E0C813AF8DDE}"/>
              </a:ext>
            </a:extLst>
          </p:cNvPr>
          <p:cNvSpPr txBox="1"/>
          <p:nvPr/>
        </p:nvSpPr>
        <p:spPr>
          <a:xfrm>
            <a:off x="4243345" y="2292448"/>
            <a:ext cx="6864380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dirty="0"/>
              <a:t>Tiempo necesario para  la ejecución</a:t>
            </a:r>
          </a:p>
          <a:p>
            <a:r>
              <a:rPr lang="es-ES" sz="2800" dirty="0"/>
              <a:t>Factor de operación respectivo</a:t>
            </a:r>
          </a:p>
          <a:p>
            <a:r>
              <a:rPr lang="es-ES" sz="2800" dirty="0"/>
              <a:t>Costo por unidad de tiempo de la mano de obra</a:t>
            </a:r>
            <a:endParaRPr lang="es-PE" sz="280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6B98D19-EDE6-4835-AB91-1F3D129E1DD7}"/>
              </a:ext>
            </a:extLst>
          </p:cNvPr>
          <p:cNvSpPr txBox="1"/>
          <p:nvPr/>
        </p:nvSpPr>
        <p:spPr>
          <a:xfrm>
            <a:off x="1871206" y="4261898"/>
            <a:ext cx="464505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5400" dirty="0"/>
              <a:t>C</a:t>
            </a:r>
            <a:r>
              <a:rPr lang="es-ES" sz="5400" baseline="-25000" dirty="0"/>
              <a:t>MO</a:t>
            </a:r>
            <a:r>
              <a:rPr lang="es-ES" sz="5400" dirty="0"/>
              <a:t> =(</a:t>
            </a:r>
            <a:r>
              <a:rPr lang="es-ES" sz="5400" dirty="0" err="1"/>
              <a:t>t</a:t>
            </a:r>
            <a:r>
              <a:rPr lang="es-ES" sz="5400" baseline="-25000" dirty="0" err="1"/>
              <a:t>arc</a:t>
            </a:r>
            <a:r>
              <a:rPr lang="es-ES" sz="5400" dirty="0"/>
              <a:t>/</a:t>
            </a:r>
            <a:r>
              <a:rPr lang="el-GR" sz="5400" dirty="0"/>
              <a:t>ϕ</a:t>
            </a:r>
            <a:r>
              <a:rPr lang="es-ES" sz="5400" dirty="0"/>
              <a:t>)*C</a:t>
            </a:r>
            <a:r>
              <a:rPr lang="es-ES" sz="5400" baseline="-25000" dirty="0"/>
              <a:t>h</a:t>
            </a:r>
            <a:endParaRPr lang="es-PE" sz="5400" baseline="-25000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A8AD207E-B008-4587-9DFC-2B8EEAE43E0F}"/>
              </a:ext>
            </a:extLst>
          </p:cNvPr>
          <p:cNvSpPr txBox="1"/>
          <p:nvPr/>
        </p:nvSpPr>
        <p:spPr>
          <a:xfrm>
            <a:off x="4148915" y="5500517"/>
            <a:ext cx="436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(h)</a:t>
            </a:r>
            <a:endParaRPr lang="es-PE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A11A702-200E-4CD6-A5E8-B7E59069A880}"/>
              </a:ext>
            </a:extLst>
          </p:cNvPr>
          <p:cNvSpPr txBox="1"/>
          <p:nvPr/>
        </p:nvSpPr>
        <p:spPr>
          <a:xfrm>
            <a:off x="5832145" y="5500517"/>
            <a:ext cx="5277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S/h</a:t>
            </a:r>
            <a:endParaRPr lang="es-PE" dirty="0"/>
          </a:p>
        </p:txBody>
      </p:sp>
      <p:pic>
        <p:nvPicPr>
          <p:cNvPr id="8" name="Imagen 2">
            <a:extLst>
              <a:ext uri="{FF2B5EF4-FFF2-40B4-BE49-F238E27FC236}">
                <a16:creationId xmlns:a16="http://schemas.microsoft.com/office/drawing/2014/main" id="{0DDA1FB2-A058-4A4B-8E6E-187DE0732C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478" y="152401"/>
            <a:ext cx="1992573" cy="716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87437453"/>
      </p:ext>
    </p:extLst>
  </p:cSld>
  <p:clrMapOvr>
    <a:masterClrMapping/>
  </p:clrMapOvr>
  <p:transition>
    <p:randomBar dir="vert"/>
    <p:sndAc>
      <p:stSnd>
        <p:snd r:embed="rId2" name="bomb.wav"/>
      </p:stSnd>
    </p:sndAc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699BF0E0-D8A0-4181-9E84-05E3EAF79F72}"/>
              </a:ext>
            </a:extLst>
          </p:cNvPr>
          <p:cNvSpPr txBox="1"/>
          <p:nvPr/>
        </p:nvSpPr>
        <p:spPr>
          <a:xfrm>
            <a:off x="2848841" y="0"/>
            <a:ext cx="4873385" cy="1077218"/>
          </a:xfrm>
          <a:prstGeom prst="rect">
            <a:avLst/>
          </a:prstGeom>
          <a:solidFill>
            <a:srgbClr val="0070C0"/>
          </a:solidFill>
        </p:spPr>
        <p:txBody>
          <a:bodyPr wrap="none" rtlCol="0">
            <a:spAutoFit/>
          </a:bodyPr>
          <a:lstStyle/>
          <a:p>
            <a:r>
              <a:rPr lang="es-ES" sz="3200" dirty="0">
                <a:solidFill>
                  <a:schemeClr val="bg1"/>
                </a:solidFill>
              </a:rPr>
              <a:t>Costo de la energía eléctrica</a:t>
            </a:r>
          </a:p>
          <a:p>
            <a:pPr algn="ctr"/>
            <a:r>
              <a:rPr lang="es-ES" sz="3200" dirty="0">
                <a:solidFill>
                  <a:schemeClr val="bg1"/>
                </a:solidFill>
              </a:rPr>
              <a:t> (</a:t>
            </a:r>
            <a:r>
              <a:rPr lang="es-ES" sz="3200" dirty="0" err="1">
                <a:solidFill>
                  <a:schemeClr val="bg1"/>
                </a:solidFill>
              </a:rPr>
              <a:t>C</a:t>
            </a:r>
            <a:r>
              <a:rPr lang="es-ES" sz="3200" baseline="-25000" dirty="0" err="1">
                <a:solidFill>
                  <a:schemeClr val="bg1"/>
                </a:solidFill>
              </a:rPr>
              <a:t>ee</a:t>
            </a:r>
            <a:r>
              <a:rPr lang="es-ES" sz="3200" dirty="0">
                <a:solidFill>
                  <a:schemeClr val="bg1"/>
                </a:solidFill>
              </a:rPr>
              <a:t>)</a:t>
            </a:r>
            <a:endParaRPr lang="es-PE" sz="3200" dirty="0">
              <a:solidFill>
                <a:schemeClr val="bg1"/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3B3821E-B802-4CB7-9F0F-26A78A2AABF8}"/>
              </a:ext>
            </a:extLst>
          </p:cNvPr>
          <p:cNvSpPr txBox="1"/>
          <p:nvPr/>
        </p:nvSpPr>
        <p:spPr>
          <a:xfrm>
            <a:off x="575424" y="2047444"/>
            <a:ext cx="168442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dirty="0"/>
              <a:t>Depende de:</a:t>
            </a:r>
            <a:endParaRPr lang="es-PE" sz="2800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4BB42E2-A45D-4C45-8CEF-EDE23E9532EB}"/>
              </a:ext>
            </a:extLst>
          </p:cNvPr>
          <p:cNvSpPr txBox="1"/>
          <p:nvPr/>
        </p:nvSpPr>
        <p:spPr>
          <a:xfrm>
            <a:off x="2700645" y="1878167"/>
            <a:ext cx="915447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dirty="0"/>
              <a:t>Potencia eléctrica media desprendida durante el proceso de soldadura</a:t>
            </a:r>
          </a:p>
          <a:p>
            <a:r>
              <a:rPr lang="es-ES" sz="2800" dirty="0"/>
              <a:t>Tiempo de abertura del arco</a:t>
            </a:r>
          </a:p>
          <a:p>
            <a:r>
              <a:rPr lang="es-ES" sz="2800" dirty="0"/>
              <a:t>Eficiencia eléctrica del equipo de soldadura (80%)</a:t>
            </a:r>
          </a:p>
          <a:p>
            <a:r>
              <a:rPr lang="es-ES" sz="2800" dirty="0"/>
              <a:t>Precio de la energía eléctrica (P</a:t>
            </a:r>
            <a:r>
              <a:rPr lang="es-ES" sz="2800" baseline="-25000" dirty="0"/>
              <a:t>ee</a:t>
            </a:r>
            <a:r>
              <a:rPr lang="es-ES" sz="2800" dirty="0"/>
              <a:t>) a nivel industrial</a:t>
            </a:r>
            <a:endParaRPr lang="es-PE" sz="280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4FDDBEF-23DA-48C7-99D4-999E0FA47693}"/>
              </a:ext>
            </a:extLst>
          </p:cNvPr>
          <p:cNvSpPr txBox="1"/>
          <p:nvPr/>
        </p:nvSpPr>
        <p:spPr>
          <a:xfrm>
            <a:off x="136478" y="4194517"/>
            <a:ext cx="542161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4800" dirty="0" err="1"/>
              <a:t>Pot</a:t>
            </a:r>
            <a:r>
              <a:rPr lang="es-ES" sz="4800" dirty="0"/>
              <a:t> = VI = </a:t>
            </a:r>
            <a:r>
              <a:rPr lang="es-ES" sz="4800" dirty="0" err="1"/>
              <a:t>Int</a:t>
            </a:r>
            <a:r>
              <a:rPr lang="es-ES" sz="4800" dirty="0"/>
              <a:t>*Voltaje</a:t>
            </a:r>
            <a:endParaRPr lang="es-PE" sz="480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8A7E20E-391C-4E78-9FD6-76AA441D6463}"/>
              </a:ext>
            </a:extLst>
          </p:cNvPr>
          <p:cNvSpPr txBox="1"/>
          <p:nvPr/>
        </p:nvSpPr>
        <p:spPr>
          <a:xfrm>
            <a:off x="5407192" y="4764673"/>
            <a:ext cx="550227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5400" dirty="0" err="1"/>
              <a:t>C</a:t>
            </a:r>
            <a:r>
              <a:rPr lang="es-ES" sz="5400" baseline="-25000" dirty="0" err="1"/>
              <a:t>ee</a:t>
            </a:r>
            <a:r>
              <a:rPr lang="es-ES" sz="5400" dirty="0"/>
              <a:t> = </a:t>
            </a:r>
            <a:r>
              <a:rPr lang="es-ES" sz="5400" dirty="0" err="1"/>
              <a:t>Pot</a:t>
            </a:r>
            <a:r>
              <a:rPr lang="es-ES" sz="5400" dirty="0"/>
              <a:t>*</a:t>
            </a:r>
            <a:r>
              <a:rPr lang="es-ES" sz="5400" dirty="0" err="1"/>
              <a:t>t</a:t>
            </a:r>
            <a:r>
              <a:rPr lang="es-ES" sz="5400" baseline="-25000" dirty="0" err="1"/>
              <a:t>arc</a:t>
            </a:r>
            <a:r>
              <a:rPr lang="es-ES" sz="5400" dirty="0"/>
              <a:t>*P</a:t>
            </a:r>
            <a:r>
              <a:rPr lang="es-ES" sz="5400" baseline="-25000" dirty="0"/>
              <a:t>ee</a:t>
            </a:r>
            <a:r>
              <a:rPr lang="es-ES" sz="5400" dirty="0"/>
              <a:t>/</a:t>
            </a:r>
            <a:r>
              <a:rPr lang="el-GR" sz="5400" dirty="0"/>
              <a:t>φ</a:t>
            </a:r>
            <a:endParaRPr lang="es-PE" sz="5400" dirty="0"/>
          </a:p>
        </p:txBody>
      </p:sp>
      <p:sp>
        <p:nvSpPr>
          <p:cNvPr id="2" name="Abrir llave 1">
            <a:extLst>
              <a:ext uri="{FF2B5EF4-FFF2-40B4-BE49-F238E27FC236}">
                <a16:creationId xmlns:a16="http://schemas.microsoft.com/office/drawing/2014/main" id="{8210A099-77D6-4D2A-94ED-8E4D8D823C4A}"/>
              </a:ext>
            </a:extLst>
          </p:cNvPr>
          <p:cNvSpPr/>
          <p:nvPr/>
        </p:nvSpPr>
        <p:spPr>
          <a:xfrm>
            <a:off x="2259845" y="1878167"/>
            <a:ext cx="278403" cy="2246769"/>
          </a:xfrm>
          <a:prstGeom prst="leftBrac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9" name="Imagen 2">
            <a:extLst>
              <a:ext uri="{FF2B5EF4-FFF2-40B4-BE49-F238E27FC236}">
                <a16:creationId xmlns:a16="http://schemas.microsoft.com/office/drawing/2014/main" id="{BFCAA268-9CBE-4873-9E8B-00D080A87B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478" y="152401"/>
            <a:ext cx="1992573" cy="716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37304491"/>
      </p:ext>
    </p:extLst>
  </p:cSld>
  <p:clrMapOvr>
    <a:masterClrMapping/>
  </p:clrMapOvr>
  <p:transition>
    <p:randomBar dir="vert"/>
    <p:sndAc>
      <p:stSnd>
        <p:snd r:embed="rId2" name="bomb.wav"/>
      </p:stSnd>
    </p:sndAc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54D167AC-0136-4258-A1FB-08D0896CE84A}"/>
              </a:ext>
            </a:extLst>
          </p:cNvPr>
          <p:cNvSpPr txBox="1"/>
          <p:nvPr/>
        </p:nvSpPr>
        <p:spPr>
          <a:xfrm>
            <a:off x="2875722" y="1484243"/>
            <a:ext cx="2405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Trabajo: Cisterna elíptica</a:t>
            </a:r>
            <a:endParaRPr lang="es-PE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148FA90-8F13-4902-BA28-D4324889D841}"/>
              </a:ext>
            </a:extLst>
          </p:cNvPr>
          <p:cNvSpPr txBox="1"/>
          <p:nvPr/>
        </p:nvSpPr>
        <p:spPr>
          <a:xfrm>
            <a:off x="1201222" y="2069550"/>
            <a:ext cx="31306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..Tanque de 200glns, 400glns,…..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F412FDD-C917-4ADC-9ABB-DBCEBF97B8F7}"/>
              </a:ext>
            </a:extLst>
          </p:cNvPr>
          <p:cNvSpPr txBox="1"/>
          <p:nvPr/>
        </p:nvSpPr>
        <p:spPr>
          <a:xfrm>
            <a:off x="6957391" y="2093843"/>
            <a:ext cx="2735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Diámetro del tanque = 2 H</a:t>
            </a:r>
            <a:endParaRPr lang="es-PE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E706BE1-6322-4310-987B-71F0594C7463}"/>
              </a:ext>
            </a:extLst>
          </p:cNvPr>
          <p:cNvSpPr txBox="1"/>
          <p:nvPr/>
        </p:nvSpPr>
        <p:spPr>
          <a:xfrm>
            <a:off x="6957391" y="2463175"/>
            <a:ext cx="41683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Planchas de acero de 1.20 m* 2.40 m * 6mm</a:t>
            </a:r>
          </a:p>
          <a:p>
            <a:r>
              <a:rPr lang="es-ES" dirty="0"/>
              <a:t>Para paredes laterales y fondo</a:t>
            </a:r>
            <a:endParaRPr lang="es-PE" dirty="0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23D68E4D-ED7F-4C4A-9886-8B1AA7A724FA}"/>
              </a:ext>
            </a:extLst>
          </p:cNvPr>
          <p:cNvSpPr/>
          <p:nvPr/>
        </p:nvSpPr>
        <p:spPr>
          <a:xfrm>
            <a:off x="2173357" y="3551583"/>
            <a:ext cx="2305878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02D1CF6E-E638-452C-A617-67A340F1A137}"/>
              </a:ext>
            </a:extLst>
          </p:cNvPr>
          <p:cNvSpPr/>
          <p:nvPr/>
        </p:nvSpPr>
        <p:spPr>
          <a:xfrm>
            <a:off x="4078712" y="2463175"/>
            <a:ext cx="2305878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B3B16933-3A49-47DE-ABC7-D7D7DEABAE41}"/>
              </a:ext>
            </a:extLst>
          </p:cNvPr>
          <p:cNvCxnSpPr>
            <a:cxnSpLocks/>
            <a:endCxn id="11" idx="1"/>
          </p:cNvCxnSpPr>
          <p:nvPr/>
        </p:nvCxnSpPr>
        <p:spPr>
          <a:xfrm flipV="1">
            <a:off x="2358887" y="2597086"/>
            <a:ext cx="2057513" cy="11722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6C095CF7-4BB3-4F3F-B40D-FDE4F59DF15E}"/>
              </a:ext>
            </a:extLst>
          </p:cNvPr>
          <p:cNvCxnSpPr>
            <a:cxnSpLocks/>
            <a:stCxn id="3" idx="5"/>
          </p:cNvCxnSpPr>
          <p:nvPr/>
        </p:nvCxnSpPr>
        <p:spPr>
          <a:xfrm flipV="1">
            <a:off x="4141547" y="3109506"/>
            <a:ext cx="2126731" cy="12225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53E481F8-AC40-45F5-8EE4-93ACC4826689}"/>
              </a:ext>
            </a:extLst>
          </p:cNvPr>
          <p:cNvCxnSpPr>
            <a:cxnSpLocks/>
          </p:cNvCxnSpPr>
          <p:nvPr/>
        </p:nvCxnSpPr>
        <p:spPr>
          <a:xfrm>
            <a:off x="1683027" y="3551583"/>
            <a:ext cx="0" cy="9144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1F917B2F-7751-4605-BEF8-BA3EFFC5EE49}"/>
              </a:ext>
            </a:extLst>
          </p:cNvPr>
          <p:cNvCxnSpPr>
            <a:cxnSpLocks/>
          </p:cNvCxnSpPr>
          <p:nvPr/>
        </p:nvCxnSpPr>
        <p:spPr>
          <a:xfrm>
            <a:off x="2234704" y="5002696"/>
            <a:ext cx="230587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F2BD251B-6A41-4508-B536-A71937ED46B8}"/>
              </a:ext>
            </a:extLst>
          </p:cNvPr>
          <p:cNvCxnSpPr/>
          <p:nvPr/>
        </p:nvCxnSpPr>
        <p:spPr>
          <a:xfrm flipV="1">
            <a:off x="4540582" y="3429000"/>
            <a:ext cx="1844008" cy="123576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uadroTexto 23">
            <a:extLst>
              <a:ext uri="{FF2B5EF4-FFF2-40B4-BE49-F238E27FC236}">
                <a16:creationId xmlns:a16="http://schemas.microsoft.com/office/drawing/2014/main" id="{6F84BB9D-7C7B-4606-BAA6-CB57E0D9A03B}"/>
              </a:ext>
            </a:extLst>
          </p:cNvPr>
          <p:cNvSpPr txBox="1"/>
          <p:nvPr/>
        </p:nvSpPr>
        <p:spPr>
          <a:xfrm>
            <a:off x="1452515" y="3720789"/>
            <a:ext cx="279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a</a:t>
            </a:r>
            <a:endParaRPr lang="es-PE" dirty="0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0F688958-B70B-46A1-BB42-2C44877BB290}"/>
              </a:ext>
            </a:extLst>
          </p:cNvPr>
          <p:cNvSpPr txBox="1"/>
          <p:nvPr/>
        </p:nvSpPr>
        <p:spPr>
          <a:xfrm>
            <a:off x="3052022" y="5004425"/>
            <a:ext cx="5485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1.5a</a:t>
            </a:r>
            <a:endParaRPr lang="es-PE" dirty="0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8A27D586-B51D-4833-9AA5-7EDA397FC242}"/>
              </a:ext>
            </a:extLst>
          </p:cNvPr>
          <p:cNvSpPr txBox="1"/>
          <p:nvPr/>
        </p:nvSpPr>
        <p:spPr>
          <a:xfrm>
            <a:off x="5515595" y="3862216"/>
            <a:ext cx="388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3a</a:t>
            </a:r>
            <a:endParaRPr lang="es-PE" dirty="0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505501E3-34D6-407F-B12A-7B13CA0EDC01}"/>
              </a:ext>
            </a:extLst>
          </p:cNvPr>
          <p:cNvSpPr txBox="1"/>
          <p:nvPr/>
        </p:nvSpPr>
        <p:spPr>
          <a:xfrm>
            <a:off x="6800905" y="3748495"/>
            <a:ext cx="448129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TFA: Plancha de acero al carbono</a:t>
            </a:r>
          </a:p>
          <a:p>
            <a:r>
              <a:rPr lang="es-ES" dirty="0"/>
              <a:t>Proceso GMAW (CO2)</a:t>
            </a:r>
          </a:p>
          <a:p>
            <a:r>
              <a:rPr lang="es-ES" dirty="0"/>
              <a:t>PMF: Plancha de acero inoxidable espesor 6mm</a:t>
            </a:r>
          </a:p>
          <a:p>
            <a:r>
              <a:rPr lang="es-ES" dirty="0"/>
              <a:t>Proceso GTAW (Argón)</a:t>
            </a:r>
            <a:endParaRPr lang="es-PE" dirty="0"/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2503EA7D-E6A9-4C2C-B44E-9C9A2E118736}"/>
              </a:ext>
            </a:extLst>
          </p:cNvPr>
          <p:cNvSpPr txBox="1"/>
          <p:nvPr/>
        </p:nvSpPr>
        <p:spPr>
          <a:xfrm>
            <a:off x="6800905" y="1179443"/>
            <a:ext cx="27470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Archivo: Pc3SoldG2pmf/</a:t>
            </a:r>
            <a:r>
              <a:rPr lang="es-ES" dirty="0" err="1"/>
              <a:t>tfa</a:t>
            </a:r>
            <a:endParaRPr lang="es-PE" dirty="0"/>
          </a:p>
        </p:txBody>
      </p:sp>
      <p:pic>
        <p:nvPicPr>
          <p:cNvPr id="18" name="Imagen 2">
            <a:extLst>
              <a:ext uri="{FF2B5EF4-FFF2-40B4-BE49-F238E27FC236}">
                <a16:creationId xmlns:a16="http://schemas.microsoft.com/office/drawing/2014/main" id="{495DF6C3-324B-46DD-A6A2-EE59BAD4B1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478" y="152401"/>
            <a:ext cx="1992573" cy="716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42277764"/>
      </p:ext>
    </p:extLst>
  </p:cSld>
  <p:clrMapOvr>
    <a:masterClrMapping/>
  </p:clrMapOvr>
  <p:transition>
    <p:randomBar dir="vert"/>
    <p:sndAc>
      <p:stSnd>
        <p:snd r:embed="rId2" name="bomb.wav"/>
      </p:stSnd>
    </p:sndAc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e 3">
            <a:extLst>
              <a:ext uri="{FF2B5EF4-FFF2-40B4-BE49-F238E27FC236}">
                <a16:creationId xmlns:a16="http://schemas.microsoft.com/office/drawing/2014/main" id="{F93DF5FE-8293-46FA-A9D6-71E336680E73}"/>
              </a:ext>
            </a:extLst>
          </p:cNvPr>
          <p:cNvSpPr/>
          <p:nvPr/>
        </p:nvSpPr>
        <p:spPr>
          <a:xfrm rot="918846">
            <a:off x="4479235" y="1736035"/>
            <a:ext cx="2888974" cy="119269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C1892E93-2B5D-4824-87A7-93ADC36DE23A}"/>
              </a:ext>
            </a:extLst>
          </p:cNvPr>
          <p:cNvCxnSpPr>
            <a:stCxn id="4" idx="2"/>
          </p:cNvCxnSpPr>
          <p:nvPr/>
        </p:nvCxnSpPr>
        <p:spPr>
          <a:xfrm flipH="1">
            <a:off x="4479235" y="1950879"/>
            <a:ext cx="51290" cy="18922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490FC332-7FA3-48C3-B672-ECB8E6FA93CE}"/>
              </a:ext>
            </a:extLst>
          </p:cNvPr>
          <p:cNvCxnSpPr/>
          <p:nvPr/>
        </p:nvCxnSpPr>
        <p:spPr>
          <a:xfrm flipH="1">
            <a:off x="7255565" y="2619970"/>
            <a:ext cx="51290" cy="18922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lipse 7">
            <a:extLst>
              <a:ext uri="{FF2B5EF4-FFF2-40B4-BE49-F238E27FC236}">
                <a16:creationId xmlns:a16="http://schemas.microsoft.com/office/drawing/2014/main" id="{351AC113-C312-4017-9345-B4CCAF333526}"/>
              </a:ext>
            </a:extLst>
          </p:cNvPr>
          <p:cNvSpPr/>
          <p:nvPr/>
        </p:nvSpPr>
        <p:spPr>
          <a:xfrm rot="918846">
            <a:off x="4327471" y="3544852"/>
            <a:ext cx="3096780" cy="119269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1AF63CA-0A72-4228-B500-E705280F3B4C}"/>
              </a:ext>
            </a:extLst>
          </p:cNvPr>
          <p:cNvSpPr txBox="1"/>
          <p:nvPr/>
        </p:nvSpPr>
        <p:spPr>
          <a:xfrm>
            <a:off x="8176591" y="1375705"/>
            <a:ext cx="25909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Costo del rolado</a:t>
            </a:r>
          </a:p>
          <a:p>
            <a:r>
              <a:rPr lang="es-ES" dirty="0"/>
              <a:t>S/ 60 por plancha de 6mm</a:t>
            </a:r>
            <a:endParaRPr lang="es-PE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7765C02D-E599-47FB-AB79-BB0ADB920C78}"/>
              </a:ext>
            </a:extLst>
          </p:cNvPr>
          <p:cNvSpPr txBox="1"/>
          <p:nvPr/>
        </p:nvSpPr>
        <p:spPr>
          <a:xfrm>
            <a:off x="7781061" y="2812054"/>
            <a:ext cx="394691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Soladura: Buscar electrodo más apropiado</a:t>
            </a:r>
          </a:p>
          <a:p>
            <a:r>
              <a:rPr lang="es-ES" dirty="0"/>
              <a:t>Amperios apropiados</a:t>
            </a:r>
          </a:p>
          <a:p>
            <a:r>
              <a:rPr lang="es-ES" dirty="0"/>
              <a:t>Voltaje apropiado</a:t>
            </a:r>
          </a:p>
          <a:p>
            <a:r>
              <a:rPr lang="es-ES" dirty="0"/>
              <a:t>Costo del electrodo</a:t>
            </a:r>
            <a:endParaRPr lang="es-PE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A4D0920-A327-4EE3-9D48-1EB6AA9A8F83}"/>
              </a:ext>
            </a:extLst>
          </p:cNvPr>
          <p:cNvSpPr txBox="1"/>
          <p:nvPr/>
        </p:nvSpPr>
        <p:spPr>
          <a:xfrm>
            <a:off x="1338470" y="1375705"/>
            <a:ext cx="18453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Soldador</a:t>
            </a:r>
          </a:p>
          <a:p>
            <a:r>
              <a:rPr lang="es-ES" dirty="0"/>
              <a:t>3G	100 soles/día</a:t>
            </a:r>
            <a:endParaRPr lang="es-PE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69B54791-9A07-487F-89AF-425F144B6D28}"/>
              </a:ext>
            </a:extLst>
          </p:cNvPr>
          <p:cNvSpPr txBox="1"/>
          <p:nvPr/>
        </p:nvSpPr>
        <p:spPr>
          <a:xfrm>
            <a:off x="1155124" y="2548685"/>
            <a:ext cx="43629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Cuanto cuesta el </a:t>
            </a:r>
            <a:r>
              <a:rPr lang="es-ES" dirty="0" err="1"/>
              <a:t>Kw</a:t>
            </a:r>
            <a:r>
              <a:rPr lang="es-ES" dirty="0"/>
              <a:t>-h (Averiguar en ENOSA)</a:t>
            </a:r>
            <a:endParaRPr lang="es-PE" dirty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2B15DAF3-B561-44B7-AB7B-7FF254BEFF45}"/>
              </a:ext>
            </a:extLst>
          </p:cNvPr>
          <p:cNvSpPr/>
          <p:nvPr/>
        </p:nvSpPr>
        <p:spPr>
          <a:xfrm>
            <a:off x="1391576" y="3695627"/>
            <a:ext cx="1139687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A8EF9F04-7209-4631-9507-3E603ED19022}"/>
              </a:ext>
            </a:extLst>
          </p:cNvPr>
          <p:cNvSpPr/>
          <p:nvPr/>
        </p:nvSpPr>
        <p:spPr>
          <a:xfrm>
            <a:off x="2584369" y="3707583"/>
            <a:ext cx="1258761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29A2F512-FE82-4553-B75B-25DAD95B13AE}"/>
              </a:ext>
            </a:extLst>
          </p:cNvPr>
          <p:cNvSpPr/>
          <p:nvPr/>
        </p:nvSpPr>
        <p:spPr>
          <a:xfrm>
            <a:off x="2001078" y="4383443"/>
            <a:ext cx="1258761" cy="5215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085345B0-FF91-414F-87F8-84BC2DA3FC61}"/>
              </a:ext>
            </a:extLst>
          </p:cNvPr>
          <p:cNvSpPr txBox="1"/>
          <p:nvPr/>
        </p:nvSpPr>
        <p:spPr>
          <a:xfrm>
            <a:off x="743526" y="5105544"/>
            <a:ext cx="3786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Espacio entre plancha y plancha = 3mm</a:t>
            </a:r>
            <a:endParaRPr lang="es-PE" dirty="0"/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91659999-233B-48E7-A6E1-54122CC63D2F}"/>
              </a:ext>
            </a:extLst>
          </p:cNvPr>
          <p:cNvCxnSpPr>
            <a:cxnSpLocks/>
          </p:cNvCxnSpPr>
          <p:nvPr/>
        </p:nvCxnSpPr>
        <p:spPr>
          <a:xfrm>
            <a:off x="7306855" y="848139"/>
            <a:ext cx="0" cy="11738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1C46746E-70AF-40EA-A0AB-E8CBA21AB5BB}"/>
              </a:ext>
            </a:extLst>
          </p:cNvPr>
          <p:cNvCxnSpPr>
            <a:cxnSpLocks/>
          </p:cNvCxnSpPr>
          <p:nvPr/>
        </p:nvCxnSpPr>
        <p:spPr>
          <a:xfrm flipH="1">
            <a:off x="7063409" y="2022036"/>
            <a:ext cx="409492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562F3B2F-B559-4A90-9C5E-0F4940FD0FA9}"/>
              </a:ext>
            </a:extLst>
          </p:cNvPr>
          <p:cNvCxnSpPr>
            <a:cxnSpLocks/>
          </p:cNvCxnSpPr>
          <p:nvPr/>
        </p:nvCxnSpPr>
        <p:spPr>
          <a:xfrm>
            <a:off x="10908621" y="848139"/>
            <a:ext cx="0" cy="11738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6F9F4DA1-59CB-40A5-960E-13BC23C2826F}"/>
              </a:ext>
            </a:extLst>
          </p:cNvPr>
          <p:cNvCxnSpPr>
            <a:cxnSpLocks/>
          </p:cNvCxnSpPr>
          <p:nvPr/>
        </p:nvCxnSpPr>
        <p:spPr>
          <a:xfrm>
            <a:off x="2531263" y="4141199"/>
            <a:ext cx="682487" cy="2302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1D8A7018-448C-42A5-A611-FDC91BDB546C}"/>
              </a:ext>
            </a:extLst>
          </p:cNvPr>
          <p:cNvCxnSpPr/>
          <p:nvPr/>
        </p:nvCxnSpPr>
        <p:spPr>
          <a:xfrm flipH="1" flipV="1">
            <a:off x="3213749" y="4371487"/>
            <a:ext cx="1011199" cy="753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4E8966B0-46C0-4CF7-A5B2-F2A491A5B3BA}"/>
              </a:ext>
            </a:extLst>
          </p:cNvPr>
          <p:cNvCxnSpPr>
            <a:cxnSpLocks/>
          </p:cNvCxnSpPr>
          <p:nvPr/>
        </p:nvCxnSpPr>
        <p:spPr>
          <a:xfrm flipH="1" flipV="1">
            <a:off x="2531263" y="3740102"/>
            <a:ext cx="1693685" cy="13852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Imagen 2">
            <a:extLst>
              <a:ext uri="{FF2B5EF4-FFF2-40B4-BE49-F238E27FC236}">
                <a16:creationId xmlns:a16="http://schemas.microsoft.com/office/drawing/2014/main" id="{7378464B-B840-4664-956E-89D4CBB39F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478" y="152401"/>
            <a:ext cx="1992573" cy="7160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12790785"/>
      </p:ext>
    </p:extLst>
  </p:cSld>
  <p:clrMapOvr>
    <a:masterClrMapping/>
  </p:clrMapOvr>
  <p:transition>
    <p:randomBar dir="vert"/>
    <p:sndAc>
      <p:stSnd>
        <p:snd r:embed="rId2" name="bomb.wav"/>
      </p:stSnd>
    </p:sndAc>
  </p:transition>
</p:sld>
</file>

<file path=ppt/theme/theme1.xml><?xml version="1.0" encoding="utf-8"?>
<a:theme xmlns:a="http://schemas.openxmlformats.org/drawingml/2006/main" name="UDEP - Tonalidad clara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DEP" id="{EDBE0F2A-FD58-4329-8ECA-2D55FBDE38F0}" vid="{956C472E-1BC8-4216-A9F1-C7F6F06AFAB2}"/>
    </a:ext>
  </a:extLst>
</a:theme>
</file>

<file path=ppt/theme/theme2.xml><?xml version="1.0" encoding="utf-8"?>
<a:theme xmlns:a="http://schemas.openxmlformats.org/drawingml/2006/main" name="UDEP - Tonalidad media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DEP" id="{EDBE0F2A-FD58-4329-8ECA-2D55FBDE38F0}" vid="{B8752A7F-1E9B-4C6C-A16A-79F0ADA53ED0}"/>
    </a:ext>
  </a:extLst>
</a:theme>
</file>

<file path=ppt/theme/theme3.xml><?xml version="1.0" encoding="utf-8"?>
<a:theme xmlns:a="http://schemas.openxmlformats.org/drawingml/2006/main" name="UDEP - Tonalidad oscura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DEP" id="{EDBE0F2A-FD58-4329-8ECA-2D55FBDE38F0}" vid="{A0EDDC4D-419B-4840-BCB6-D4D53377BE64}"/>
    </a:ext>
  </a:extLst>
</a:theme>
</file>

<file path=ppt/theme/theme4.xml><?xml version="1.0" encoding="utf-8"?>
<a:theme xmlns:a="http://schemas.openxmlformats.org/drawingml/2006/main" name="UDEP - Pizarra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DEP" id="{EDBE0F2A-FD58-4329-8ECA-2D55FBDE38F0}" vid="{FBF976EE-F737-4708-914A-262870ADBFC3}"/>
    </a:ext>
  </a:extLst>
</a:theme>
</file>

<file path=ppt/theme/theme5.xml><?xml version="1.0" encoding="utf-8"?>
<a:theme xmlns:a="http://schemas.openxmlformats.org/drawingml/2006/main" name="plantillapptUDEP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DEP" id="{EDBE0F2A-FD58-4329-8ECA-2D55FBDE38F0}" vid="{BC3DF421-7BC7-4915-92C4-9ECB8CF04CA8}"/>
    </a:ext>
  </a:extLst>
</a:theme>
</file>

<file path=ppt/theme/theme6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B02BD22D4D828428BAA06EA1A84D8F6" ma:contentTypeVersion="32" ma:contentTypeDescription="Crear nuevo documento." ma:contentTypeScope="" ma:versionID="bfb47231ebf68423c78bcd6064d4933d">
  <xsd:schema xmlns:xsd="http://www.w3.org/2001/XMLSchema" xmlns:xs="http://www.w3.org/2001/XMLSchema" xmlns:p="http://schemas.microsoft.com/office/2006/metadata/properties" xmlns:ns2="73fc2aac-ad62-4690-badc-8efc4f9d67f6" xmlns:ns3="4e49f5a6-3dcf-425f-ae7f-7ebb09bd4307" targetNamespace="http://schemas.microsoft.com/office/2006/metadata/properties" ma:root="true" ma:fieldsID="77ec458d17703c30df359f696731b919" ns2:_="" ns3:_="">
    <xsd:import namespace="73fc2aac-ad62-4690-badc-8efc4f9d67f6"/>
    <xsd:import namespace="4e49f5a6-3dcf-425f-ae7f-7ebb09bd4307"/>
    <xsd:element name="properties">
      <xsd:complexType>
        <xsd:sequence>
          <xsd:element name="documentManagement">
            <xsd:complexType>
              <xsd:all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Leaders" minOccurs="0"/>
                <xsd:element ref="ns2:Members" minOccurs="0"/>
                <xsd:element ref="ns2:Member_Groups" minOccurs="0"/>
                <xsd:element ref="ns2:Distribution_Groups" minOccurs="0"/>
                <xsd:element ref="ns2:LMS_Mappings" minOccurs="0"/>
                <xsd:element ref="ns2:Invited_Leaders" minOccurs="0"/>
                <xsd:element ref="ns2:Invited_Members" minOccurs="0"/>
                <xsd:element ref="ns2:Self_Registration_Enabled" minOccurs="0"/>
                <xsd:element ref="ns2:Has_Leaders_Only_SectionGroup" minOccurs="0"/>
                <xsd:element ref="ns2:Is_Collaboration_Space_Locked" minOccurs="0"/>
                <xsd:element ref="ns2:IsNotebookLocked" minOccurs="0"/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CR" minOccurs="0"/>
                <xsd:element ref="ns2:MediaServiceLocation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fc2aac-ad62-4690-badc-8efc4f9d67f6" elementFormDefault="qualified">
    <xsd:import namespace="http://schemas.microsoft.com/office/2006/documentManagement/types"/>
    <xsd:import namespace="http://schemas.microsoft.com/office/infopath/2007/PartnerControls"/>
    <xsd:element name="NotebookType" ma:index="8" nillable="true" ma:displayName="Notebook Type" ma:internalName="NotebookType">
      <xsd:simpleType>
        <xsd:restriction base="dms:Text"/>
      </xsd:simpleType>
    </xsd:element>
    <xsd:element name="FolderType" ma:index="9" nillable="true" ma:displayName="Folder Type" ma:internalName="FolderType">
      <xsd:simpleType>
        <xsd:restriction base="dms:Text"/>
      </xsd:simpleType>
    </xsd:element>
    <xsd:element name="CultureName" ma:index="10" nillable="true" ma:displayName="Culture Name" ma:internalName="CultureName">
      <xsd:simpleType>
        <xsd:restriction base="dms:Text"/>
      </xsd:simpleType>
    </xsd:element>
    <xsd:element name="AppVersion" ma:index="11" nillable="true" ma:displayName="App Version" ma:internalName="AppVersion">
      <xsd:simpleType>
        <xsd:restriction base="dms:Text"/>
      </xsd:simpleType>
    </xsd:element>
    <xsd:element name="TeamsChannelId" ma:index="12" nillable="true" ma:displayName="Teams Channel Id" ma:internalName="TeamsChannelId">
      <xsd:simpleType>
        <xsd:restriction base="dms:Text"/>
      </xsd:simpleType>
    </xsd:element>
    <xsd:element name="Owner" ma:index="13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14" nillable="true" ma:displayName="Math Settings" ma:internalName="Math_Settings">
      <xsd:simpleType>
        <xsd:restriction base="dms:Text"/>
      </xsd:simpleType>
    </xsd:element>
    <xsd:element name="DefaultSectionNames" ma:index="15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16" nillable="true" ma:displayName="Templates" ma:internalName="Templates">
      <xsd:simpleType>
        <xsd:restriction base="dms:Note">
          <xsd:maxLength value="255"/>
        </xsd:restriction>
      </xsd:simpleType>
    </xsd:element>
    <xsd:element name="Leaders" ma:index="17" nillable="true" ma:displayName="Leaders" ma:internalName="Lead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mbers" ma:index="18" nillable="true" ma:displayName="Members" ma:internalName="Memb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mber_Groups" ma:index="19" nillable="true" ma:displayName="Member Groups" ma:internalName="Member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20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21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Leaders" ma:index="22" nillable="true" ma:displayName="Invited Leaders" ma:internalName="Invited_Leaders">
      <xsd:simpleType>
        <xsd:restriction base="dms:Note">
          <xsd:maxLength value="255"/>
        </xsd:restriction>
      </xsd:simpleType>
    </xsd:element>
    <xsd:element name="Invited_Members" ma:index="23" nillable="true" ma:displayName="Invited Members" ma:internalName="Invited_Members">
      <xsd:simpleType>
        <xsd:restriction base="dms:Note">
          <xsd:maxLength value="255"/>
        </xsd:restriction>
      </xsd:simpleType>
    </xsd:element>
    <xsd:element name="Self_Registration_Enabled" ma:index="24" nillable="true" ma:displayName="Self Registration Enabled" ma:internalName="Self_Registration_Enabled">
      <xsd:simpleType>
        <xsd:restriction base="dms:Boolean"/>
      </xsd:simpleType>
    </xsd:element>
    <xsd:element name="Has_Leaders_Only_SectionGroup" ma:index="25" nillable="true" ma:displayName="Has Leaders Only SectionGroup" ma:internalName="Has_Leaders_Only_SectionGroup">
      <xsd:simpleType>
        <xsd:restriction base="dms:Boolean"/>
      </xsd:simpleType>
    </xsd:element>
    <xsd:element name="Is_Collaboration_Space_Locked" ma:index="26" nillable="true" ma:displayName="Is Collaboration Space Locked" ma:internalName="Is_Collaboration_Space_Locked">
      <xsd:simpleType>
        <xsd:restriction base="dms:Boolean"/>
      </xsd:simpleType>
    </xsd:element>
    <xsd:element name="IsNotebookLocked" ma:index="27" nillable="true" ma:displayName="Is Notebook Locked" ma:internalName="IsNotebookLocked">
      <xsd:simpleType>
        <xsd:restriction base="dms:Boolean"/>
      </xsd:simpleType>
    </xsd:element>
    <xsd:element name="MediaServiceMetadata" ma:index="2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2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30" nillable="true" ma:displayName="Tags" ma:internalName="MediaServiceAutoTags" ma:readOnly="true">
      <xsd:simpleType>
        <xsd:restriction base="dms:Text"/>
      </xsd:simpleType>
    </xsd:element>
    <xsd:element name="MediaServiceGenerationTime" ma:index="3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35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3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37" nillable="true" ma:displayName="Location" ma:internalName="MediaServiceLocation" ma:readOnly="true">
      <xsd:simpleType>
        <xsd:restriction base="dms:Text"/>
      </xsd:simpleType>
    </xsd:element>
    <xsd:element name="MediaServiceAutoKeyPoints" ma:index="3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3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49f5a6-3dcf-425f-ae7f-7ebb09bd4307" elementFormDefault="qualified">
    <xsd:import namespace="http://schemas.microsoft.com/office/2006/documentManagement/types"/>
    <xsd:import namespace="http://schemas.microsoft.com/office/infopath/2007/PartnerControls"/>
    <xsd:element name="SharedWithUsers" ma:index="33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34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ath_Settings xmlns="73fc2aac-ad62-4690-badc-8efc4f9d67f6" xsi:nil="true"/>
    <Templates xmlns="73fc2aac-ad62-4690-badc-8efc4f9d67f6" xsi:nil="true"/>
    <Members xmlns="73fc2aac-ad62-4690-badc-8efc4f9d67f6">
      <UserInfo>
        <DisplayName/>
        <AccountId xsi:nil="true"/>
        <AccountType/>
      </UserInfo>
    </Members>
    <Self_Registration_Enabled xmlns="73fc2aac-ad62-4690-badc-8efc4f9d67f6" xsi:nil="true"/>
    <Has_Leaders_Only_SectionGroup xmlns="73fc2aac-ad62-4690-badc-8efc4f9d67f6" xsi:nil="true"/>
    <Distribution_Groups xmlns="73fc2aac-ad62-4690-badc-8efc4f9d67f6" xsi:nil="true"/>
    <TeamsChannelId xmlns="73fc2aac-ad62-4690-badc-8efc4f9d67f6" xsi:nil="true"/>
    <Invited_Leaders xmlns="73fc2aac-ad62-4690-badc-8efc4f9d67f6" xsi:nil="true"/>
    <IsNotebookLocked xmlns="73fc2aac-ad62-4690-badc-8efc4f9d67f6" xsi:nil="true"/>
    <DefaultSectionNames xmlns="73fc2aac-ad62-4690-badc-8efc4f9d67f6" xsi:nil="true"/>
    <LMS_Mappings xmlns="73fc2aac-ad62-4690-badc-8efc4f9d67f6" xsi:nil="true"/>
    <Is_Collaboration_Space_Locked xmlns="73fc2aac-ad62-4690-badc-8efc4f9d67f6" xsi:nil="true"/>
    <NotebookType xmlns="73fc2aac-ad62-4690-badc-8efc4f9d67f6" xsi:nil="true"/>
    <Leaders xmlns="73fc2aac-ad62-4690-badc-8efc4f9d67f6">
      <UserInfo>
        <DisplayName/>
        <AccountId xsi:nil="true"/>
        <AccountType/>
      </UserInfo>
    </Leaders>
    <Member_Groups xmlns="73fc2aac-ad62-4690-badc-8efc4f9d67f6">
      <UserInfo>
        <DisplayName/>
        <AccountId xsi:nil="true"/>
        <AccountType/>
      </UserInfo>
    </Member_Groups>
    <Owner xmlns="73fc2aac-ad62-4690-badc-8efc4f9d67f6">
      <UserInfo>
        <DisplayName/>
        <AccountId xsi:nil="true"/>
        <AccountType/>
      </UserInfo>
    </Owner>
    <AppVersion xmlns="73fc2aac-ad62-4690-badc-8efc4f9d67f6" xsi:nil="true"/>
    <Invited_Members xmlns="73fc2aac-ad62-4690-badc-8efc4f9d67f6" xsi:nil="true"/>
    <FolderType xmlns="73fc2aac-ad62-4690-badc-8efc4f9d67f6" xsi:nil="true"/>
    <CultureName xmlns="73fc2aac-ad62-4690-badc-8efc4f9d67f6" xsi:nil="true"/>
  </documentManagement>
</p:properties>
</file>

<file path=customXml/itemProps1.xml><?xml version="1.0" encoding="utf-8"?>
<ds:datastoreItem xmlns:ds="http://schemas.openxmlformats.org/officeDocument/2006/customXml" ds:itemID="{32581929-FB24-4CE6-BAF6-DFA8F77D347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41C4333-9BD8-4FCB-8F3D-1FAC2129FA2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3fc2aac-ad62-4690-badc-8efc4f9d67f6"/>
    <ds:schemaRef ds:uri="4e49f5a6-3dcf-425f-ae7f-7ebb09bd430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21E8057-3505-4107-B6E9-A962F52A74A1}">
  <ds:schemaRefs>
    <ds:schemaRef ds:uri="http://www.w3.org/XML/1998/namespace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purl.org/dc/dcmitype/"/>
    <ds:schemaRef ds:uri="4e49f5a6-3dcf-425f-ae7f-7ebb09bd4307"/>
    <ds:schemaRef ds:uri="http://schemas.microsoft.com/office/2006/metadata/properties"/>
    <ds:schemaRef ds:uri="http://schemas.microsoft.com/office/infopath/2007/PartnerControls"/>
    <ds:schemaRef ds:uri="73fc2aac-ad62-4690-badc-8efc4f9d67f6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PLANTILLA UDEP</Template>
  <TotalTime>380</TotalTime>
  <Words>812</Words>
  <Application>Microsoft Office PowerPoint</Application>
  <PresentationFormat>Panorámica</PresentationFormat>
  <Paragraphs>146</Paragraphs>
  <Slides>18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5</vt:i4>
      </vt:variant>
      <vt:variant>
        <vt:lpstr>Títulos de diapositiva</vt:lpstr>
      </vt:variant>
      <vt:variant>
        <vt:i4>18</vt:i4>
      </vt:variant>
    </vt:vector>
  </HeadingPairs>
  <TitlesOfParts>
    <vt:vector size="31" baseType="lpstr">
      <vt:lpstr>Arial</vt:lpstr>
      <vt:lpstr>Calibri</vt:lpstr>
      <vt:lpstr>Calibri Light</vt:lpstr>
      <vt:lpstr>ff4</vt:lpstr>
      <vt:lpstr>ff5</vt:lpstr>
      <vt:lpstr>Georgia</vt:lpstr>
      <vt:lpstr>Roboto</vt:lpstr>
      <vt:lpstr>Wingdings</vt:lpstr>
      <vt:lpstr>UDEP - Tonalidad clara</vt:lpstr>
      <vt:lpstr>UDEP - Tonalidad media</vt:lpstr>
      <vt:lpstr>UDEP - Tonalidad oscura</vt:lpstr>
      <vt:lpstr>UDEP - Pizarra</vt:lpstr>
      <vt:lpstr>plantillapptUDEP</vt:lpstr>
      <vt:lpstr>Tecnologías de Fabricación Costos de soldadura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Ingeniería del Mantenimiento y Gestión de Activos</dc:title>
  <dc:subject/>
  <dc:creator>Jorge Yaksetig Castillo</dc:creator>
  <cp:keywords/>
  <dc:description/>
  <cp:lastModifiedBy>Perla Siri</cp:lastModifiedBy>
  <cp:revision>8</cp:revision>
  <dcterms:created xsi:type="dcterms:W3CDTF">2021-10-19T20:52:24Z</dcterms:created>
  <dcterms:modified xsi:type="dcterms:W3CDTF">2021-10-29T12:55:42Z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0x010100BB02BD22D4D828428BAA06EA1A84D8F6</vt:lpwstr>
  </property>
</Properties>
</file>