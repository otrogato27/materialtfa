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37"/>
  </p:notesMasterIdLst>
  <p:sldIdLst>
    <p:sldId id="256" r:id="rId2"/>
    <p:sldId id="257" r:id="rId3"/>
    <p:sldId id="258" r:id="rId4"/>
    <p:sldId id="266" r:id="rId5"/>
    <p:sldId id="283" r:id="rId6"/>
    <p:sldId id="264" r:id="rId7"/>
    <p:sldId id="265" r:id="rId8"/>
    <p:sldId id="277" r:id="rId9"/>
    <p:sldId id="302" r:id="rId10"/>
    <p:sldId id="303" r:id="rId11"/>
    <p:sldId id="304" r:id="rId12"/>
    <p:sldId id="305" r:id="rId13"/>
    <p:sldId id="306" r:id="rId14"/>
    <p:sldId id="308" r:id="rId15"/>
    <p:sldId id="288" r:id="rId16"/>
    <p:sldId id="289" r:id="rId17"/>
    <p:sldId id="307" r:id="rId18"/>
    <p:sldId id="301" r:id="rId19"/>
    <p:sldId id="267" r:id="rId20"/>
    <p:sldId id="290" r:id="rId21"/>
    <p:sldId id="293" r:id="rId22"/>
    <p:sldId id="291" r:id="rId23"/>
    <p:sldId id="270" r:id="rId24"/>
    <p:sldId id="309" r:id="rId25"/>
    <p:sldId id="294" r:id="rId26"/>
    <p:sldId id="268" r:id="rId27"/>
    <p:sldId id="292" r:id="rId28"/>
    <p:sldId id="269" r:id="rId29"/>
    <p:sldId id="300" r:id="rId30"/>
    <p:sldId id="299" r:id="rId31"/>
    <p:sldId id="271" r:id="rId32"/>
    <p:sldId id="287" r:id="rId33"/>
    <p:sldId id="273" r:id="rId34"/>
    <p:sldId id="282" r:id="rId35"/>
    <p:sldId id="274"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8163" autoAdjust="0"/>
  </p:normalViewPr>
  <p:slideViewPr>
    <p:cSldViewPr snapToGrid="0">
      <p:cViewPr varScale="1">
        <p:scale>
          <a:sx n="55" d="100"/>
          <a:sy n="55" d="100"/>
        </p:scale>
        <p:origin x="1028" y="40"/>
      </p:cViewPr>
      <p:guideLst/>
    </p:cSldViewPr>
  </p:slideViewPr>
  <p:notesTextViewPr>
    <p:cViewPr>
      <p:scale>
        <a:sx n="1" d="1"/>
        <a:sy n="1" d="1"/>
      </p:scale>
      <p:origin x="0" y="0"/>
    </p:cViewPr>
  </p:notesTextViewPr>
  <p:sorterViewPr>
    <p:cViewPr>
      <p:scale>
        <a:sx n="100" d="100"/>
        <a:sy n="100" d="100"/>
      </p:scale>
      <p:origin x="0" y="-699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1113F3-6B30-45E9-BD0B-5A9FF119657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s-PE"/>
        </a:p>
      </dgm:t>
    </dgm:pt>
    <dgm:pt modelId="{519BF11A-8C44-4D4A-A428-32CFC786AE42}">
      <dgm:prSet phldrT="[Texto]" custT="1"/>
      <dgm:spPr>
        <a:ln>
          <a:solidFill>
            <a:schemeClr val="accent4"/>
          </a:solidFill>
        </a:ln>
      </dgm:spPr>
      <dgm:t>
        <a:bodyPr/>
        <a:lstStyle/>
        <a:p>
          <a:r>
            <a:rPr lang="es-ES" sz="1800" dirty="0"/>
            <a:t>Procesos de Fabricación</a:t>
          </a:r>
          <a:endParaRPr lang="es-PE" sz="1800" dirty="0"/>
        </a:p>
      </dgm:t>
    </dgm:pt>
    <dgm:pt modelId="{5A95F6AD-0607-4837-9982-51812EEB9550}" type="parTrans" cxnId="{07D1ED93-1D39-4121-93BF-42898D973FF4}">
      <dgm:prSet/>
      <dgm:spPr/>
      <dgm:t>
        <a:bodyPr/>
        <a:lstStyle/>
        <a:p>
          <a:endParaRPr lang="es-PE"/>
        </a:p>
      </dgm:t>
    </dgm:pt>
    <dgm:pt modelId="{001F0A3B-996B-434D-A4D8-B34A48EF83D7}" type="sibTrans" cxnId="{07D1ED93-1D39-4121-93BF-42898D973FF4}">
      <dgm:prSet/>
      <dgm:spPr/>
      <dgm:t>
        <a:bodyPr/>
        <a:lstStyle/>
        <a:p>
          <a:endParaRPr lang="es-PE"/>
        </a:p>
      </dgm:t>
    </dgm:pt>
    <dgm:pt modelId="{078AC0A9-0F85-4F69-BD63-4F2C8C0E488A}">
      <dgm:prSet phldrT="[Texto]" custT="1"/>
      <dgm:spPr/>
      <dgm:t>
        <a:bodyPr/>
        <a:lstStyle/>
        <a:p>
          <a:r>
            <a:rPr lang="es-ES" sz="1800" dirty="0"/>
            <a:t>Moldeo y Fundición</a:t>
          </a:r>
          <a:endParaRPr lang="es-PE" sz="1800" dirty="0"/>
        </a:p>
      </dgm:t>
    </dgm:pt>
    <dgm:pt modelId="{C57D10BA-AA4F-4AD0-B288-9783646D68B6}" type="parTrans" cxnId="{74CFD382-46F5-4E0A-B805-C84E59372CE5}">
      <dgm:prSet/>
      <dgm:spPr/>
      <dgm:t>
        <a:bodyPr/>
        <a:lstStyle/>
        <a:p>
          <a:endParaRPr lang="es-PE"/>
        </a:p>
      </dgm:t>
    </dgm:pt>
    <dgm:pt modelId="{A64DAE3C-54E3-4762-B4B8-B7C901211D8D}" type="sibTrans" cxnId="{74CFD382-46F5-4E0A-B805-C84E59372CE5}">
      <dgm:prSet/>
      <dgm:spPr/>
      <dgm:t>
        <a:bodyPr/>
        <a:lstStyle/>
        <a:p>
          <a:endParaRPr lang="es-PE"/>
        </a:p>
      </dgm:t>
    </dgm:pt>
    <dgm:pt modelId="{E1359116-86FC-453C-A7AF-3164C32FDB9D}">
      <dgm:prSet phldrT="[Texto]"/>
      <dgm:spPr/>
      <dgm:t>
        <a:bodyPr/>
        <a:lstStyle/>
        <a:p>
          <a:r>
            <a:rPr lang="es-ES" dirty="0"/>
            <a:t>En arena</a:t>
          </a:r>
          <a:endParaRPr lang="es-PE" dirty="0"/>
        </a:p>
      </dgm:t>
    </dgm:pt>
    <dgm:pt modelId="{268E1735-1243-44B0-8264-8D0D9F5C95CE}" type="parTrans" cxnId="{CCA418BC-D166-4725-91ED-2DDD86663E97}">
      <dgm:prSet/>
      <dgm:spPr/>
      <dgm:t>
        <a:bodyPr/>
        <a:lstStyle/>
        <a:p>
          <a:endParaRPr lang="es-PE"/>
        </a:p>
      </dgm:t>
    </dgm:pt>
    <dgm:pt modelId="{70BB0F12-22BD-4ED5-9762-3FD7FC7C3089}" type="sibTrans" cxnId="{CCA418BC-D166-4725-91ED-2DDD86663E97}">
      <dgm:prSet/>
      <dgm:spPr/>
      <dgm:t>
        <a:bodyPr/>
        <a:lstStyle/>
        <a:p>
          <a:endParaRPr lang="es-PE"/>
        </a:p>
      </dgm:t>
    </dgm:pt>
    <dgm:pt modelId="{FEBA099F-EF8B-4EE1-96B9-88BDADAB5B25}">
      <dgm:prSet phldrT="[Texto]"/>
      <dgm:spPr/>
      <dgm:t>
        <a:bodyPr/>
        <a:lstStyle/>
        <a:p>
          <a:r>
            <a:rPr lang="es-ES" dirty="0"/>
            <a:t>Aditiva</a:t>
          </a:r>
          <a:endParaRPr lang="es-PE" dirty="0"/>
        </a:p>
      </dgm:t>
    </dgm:pt>
    <dgm:pt modelId="{4EE86363-5D92-4707-A8C3-33F5F5DEABFE}" type="parTrans" cxnId="{6219CD5B-F3AB-4A02-9967-80156B2AACF7}">
      <dgm:prSet/>
      <dgm:spPr/>
      <dgm:t>
        <a:bodyPr/>
        <a:lstStyle/>
        <a:p>
          <a:endParaRPr lang="es-PE"/>
        </a:p>
      </dgm:t>
    </dgm:pt>
    <dgm:pt modelId="{83F459F3-A4DF-4952-8C0A-F3DFF17FEECF}" type="sibTrans" cxnId="{6219CD5B-F3AB-4A02-9967-80156B2AACF7}">
      <dgm:prSet/>
      <dgm:spPr/>
      <dgm:t>
        <a:bodyPr/>
        <a:lstStyle/>
        <a:p>
          <a:endParaRPr lang="es-PE"/>
        </a:p>
      </dgm:t>
    </dgm:pt>
    <dgm:pt modelId="{1A63F611-C139-4D6B-A859-58C45D7D9C77}">
      <dgm:prSet phldrT="[Texto]" phldr="1"/>
      <dgm:spPr/>
      <dgm:t>
        <a:bodyPr/>
        <a:lstStyle/>
        <a:p>
          <a:endParaRPr lang="es-PE" dirty="0"/>
        </a:p>
      </dgm:t>
    </dgm:pt>
    <dgm:pt modelId="{D1265061-C62C-4925-B41F-C16E2D127ABD}" type="parTrans" cxnId="{F50CEF0F-B006-4633-BD23-CF7CE2EB0BBF}">
      <dgm:prSet/>
      <dgm:spPr/>
      <dgm:t>
        <a:bodyPr/>
        <a:lstStyle/>
        <a:p>
          <a:endParaRPr lang="es-PE"/>
        </a:p>
      </dgm:t>
    </dgm:pt>
    <dgm:pt modelId="{8F0310DF-92DD-4D22-98A8-1DE60F788902}" type="sibTrans" cxnId="{F50CEF0F-B006-4633-BD23-CF7CE2EB0BBF}">
      <dgm:prSet/>
      <dgm:spPr/>
      <dgm:t>
        <a:bodyPr/>
        <a:lstStyle/>
        <a:p>
          <a:endParaRPr lang="es-PE"/>
        </a:p>
      </dgm:t>
    </dgm:pt>
    <dgm:pt modelId="{F901E4EA-7E96-49FC-867C-77664F25C1AA}">
      <dgm:prSet/>
      <dgm:spPr/>
      <dgm:t>
        <a:bodyPr/>
        <a:lstStyle/>
        <a:p>
          <a:r>
            <a:rPr lang="es-ES" dirty="0"/>
            <a:t>Ensamble</a:t>
          </a:r>
          <a:endParaRPr lang="es-PE" dirty="0"/>
        </a:p>
      </dgm:t>
    </dgm:pt>
    <dgm:pt modelId="{310BD0D3-AB58-40BC-A63D-E9588FC725DC}" type="parTrans" cxnId="{01A03F04-9918-4156-90E0-05CFC79D39AC}">
      <dgm:prSet/>
      <dgm:spPr/>
      <dgm:t>
        <a:bodyPr/>
        <a:lstStyle/>
        <a:p>
          <a:endParaRPr lang="es-PE"/>
        </a:p>
      </dgm:t>
    </dgm:pt>
    <dgm:pt modelId="{B7B73047-5B56-4BCE-92CD-171FA56AFE94}" type="sibTrans" cxnId="{01A03F04-9918-4156-90E0-05CFC79D39AC}">
      <dgm:prSet/>
      <dgm:spPr/>
      <dgm:t>
        <a:bodyPr/>
        <a:lstStyle/>
        <a:p>
          <a:endParaRPr lang="es-PE"/>
        </a:p>
      </dgm:t>
    </dgm:pt>
    <dgm:pt modelId="{DC76B382-8868-4E66-8D9A-66ACD389AB58}">
      <dgm:prSet custT="1"/>
      <dgm:spPr/>
      <dgm:t>
        <a:bodyPr/>
        <a:lstStyle/>
        <a:p>
          <a:r>
            <a:rPr lang="es-ES" sz="1600" dirty="0"/>
            <a:t>Deformación plástica</a:t>
          </a:r>
          <a:endParaRPr lang="es-PE" sz="1600" dirty="0"/>
        </a:p>
      </dgm:t>
    </dgm:pt>
    <dgm:pt modelId="{E9835BC9-FDDA-4653-A5ED-4B90CA100500}" type="parTrans" cxnId="{AE2478A1-D094-416C-80D3-E32BB1BA07D5}">
      <dgm:prSet/>
      <dgm:spPr/>
      <dgm:t>
        <a:bodyPr/>
        <a:lstStyle/>
        <a:p>
          <a:endParaRPr lang="es-PE"/>
        </a:p>
      </dgm:t>
    </dgm:pt>
    <dgm:pt modelId="{7A6D1E30-1FF9-40D5-9B56-CA4942458389}" type="sibTrans" cxnId="{AE2478A1-D094-416C-80D3-E32BB1BA07D5}">
      <dgm:prSet/>
      <dgm:spPr/>
      <dgm:t>
        <a:bodyPr/>
        <a:lstStyle/>
        <a:p>
          <a:endParaRPr lang="es-PE"/>
        </a:p>
      </dgm:t>
    </dgm:pt>
    <dgm:pt modelId="{DD70814F-E1BC-4628-88D6-A4DF9FA095F7}">
      <dgm:prSet/>
      <dgm:spPr/>
      <dgm:t>
        <a:bodyPr/>
        <a:lstStyle/>
        <a:p>
          <a:r>
            <a:rPr lang="es-ES" dirty="0"/>
            <a:t>Mecanizado</a:t>
          </a:r>
          <a:endParaRPr lang="es-PE" dirty="0"/>
        </a:p>
      </dgm:t>
    </dgm:pt>
    <dgm:pt modelId="{5C08F4C0-FC12-4893-B906-A2AD75B2CC0A}" type="parTrans" cxnId="{0C8514E1-6373-4B66-B074-799A9088C451}">
      <dgm:prSet/>
      <dgm:spPr/>
      <dgm:t>
        <a:bodyPr/>
        <a:lstStyle/>
        <a:p>
          <a:endParaRPr lang="es-PE"/>
        </a:p>
      </dgm:t>
    </dgm:pt>
    <dgm:pt modelId="{6ABF815C-9283-4340-961A-DAFA9314B135}" type="sibTrans" cxnId="{0C8514E1-6373-4B66-B074-799A9088C451}">
      <dgm:prSet/>
      <dgm:spPr/>
      <dgm:t>
        <a:bodyPr/>
        <a:lstStyle/>
        <a:p>
          <a:endParaRPr lang="es-PE"/>
        </a:p>
      </dgm:t>
    </dgm:pt>
    <dgm:pt modelId="{A2714BF7-AA9B-4B05-B7CF-E9D64F76B86D}">
      <dgm:prSet custT="1"/>
      <dgm:spPr/>
      <dgm:t>
        <a:bodyPr/>
        <a:lstStyle/>
        <a:p>
          <a:r>
            <a:rPr lang="es-ES" sz="1800" dirty="0"/>
            <a:t>Unión</a:t>
          </a:r>
          <a:endParaRPr lang="es-PE" sz="1800" dirty="0"/>
        </a:p>
      </dgm:t>
    </dgm:pt>
    <dgm:pt modelId="{DB6C4ED8-AE6D-4772-98A7-8192E08DF158}" type="parTrans" cxnId="{F61B0BA2-FC3D-47BB-92D1-4C7250DF2E1E}">
      <dgm:prSet/>
      <dgm:spPr/>
      <dgm:t>
        <a:bodyPr/>
        <a:lstStyle/>
        <a:p>
          <a:endParaRPr lang="es-PE"/>
        </a:p>
      </dgm:t>
    </dgm:pt>
    <dgm:pt modelId="{B031ADCA-8443-4CE2-8DCA-88137EB6AC88}" type="sibTrans" cxnId="{F61B0BA2-FC3D-47BB-92D1-4C7250DF2E1E}">
      <dgm:prSet/>
      <dgm:spPr/>
      <dgm:t>
        <a:bodyPr/>
        <a:lstStyle/>
        <a:p>
          <a:endParaRPr lang="es-PE"/>
        </a:p>
      </dgm:t>
    </dgm:pt>
    <dgm:pt modelId="{D26E0D02-BD96-4F9C-B223-5C6FE2BA3397}">
      <dgm:prSet/>
      <dgm:spPr/>
      <dgm:t>
        <a:bodyPr/>
        <a:lstStyle/>
        <a:p>
          <a:r>
            <a:rPr lang="es-ES" dirty="0"/>
            <a:t>Coquilla</a:t>
          </a:r>
          <a:endParaRPr lang="es-PE" dirty="0"/>
        </a:p>
      </dgm:t>
    </dgm:pt>
    <dgm:pt modelId="{B16C1505-D6E4-4384-8330-CA7347176F19}" type="parTrans" cxnId="{7A112927-98E5-46B9-A1DE-93B9F5960560}">
      <dgm:prSet/>
      <dgm:spPr/>
      <dgm:t>
        <a:bodyPr/>
        <a:lstStyle/>
        <a:p>
          <a:endParaRPr lang="es-PE"/>
        </a:p>
      </dgm:t>
    </dgm:pt>
    <dgm:pt modelId="{DD10B96A-66B4-4D72-B7A8-CD5F10A9D178}" type="sibTrans" cxnId="{7A112927-98E5-46B9-A1DE-93B9F5960560}">
      <dgm:prSet/>
      <dgm:spPr/>
      <dgm:t>
        <a:bodyPr/>
        <a:lstStyle/>
        <a:p>
          <a:endParaRPr lang="es-PE"/>
        </a:p>
      </dgm:t>
    </dgm:pt>
    <dgm:pt modelId="{17C587C9-1B5A-41EC-88F7-0B4507502FFA}">
      <dgm:prSet/>
      <dgm:spPr/>
      <dgm:t>
        <a:bodyPr/>
        <a:lstStyle/>
        <a:p>
          <a:r>
            <a:rPr lang="es-ES" dirty="0"/>
            <a:t>Inyectada</a:t>
          </a:r>
          <a:endParaRPr lang="es-PE" dirty="0"/>
        </a:p>
      </dgm:t>
    </dgm:pt>
    <dgm:pt modelId="{C731371D-A3D8-4789-952B-54F1A86AEBE5}" type="parTrans" cxnId="{9A288B63-6FD7-43BC-8468-3DA97275FBC1}">
      <dgm:prSet/>
      <dgm:spPr/>
      <dgm:t>
        <a:bodyPr/>
        <a:lstStyle/>
        <a:p>
          <a:endParaRPr lang="es-PE"/>
        </a:p>
      </dgm:t>
    </dgm:pt>
    <dgm:pt modelId="{A49203A7-6B1A-4413-8583-37B8BAFEC926}" type="sibTrans" cxnId="{9A288B63-6FD7-43BC-8468-3DA97275FBC1}">
      <dgm:prSet/>
      <dgm:spPr/>
      <dgm:t>
        <a:bodyPr/>
        <a:lstStyle/>
        <a:p>
          <a:endParaRPr lang="es-PE"/>
        </a:p>
      </dgm:t>
    </dgm:pt>
    <dgm:pt modelId="{6AF216B7-0512-45F6-B1FB-00ECB25E4339}">
      <dgm:prSet/>
      <dgm:spPr/>
      <dgm:t>
        <a:bodyPr/>
        <a:lstStyle/>
        <a:p>
          <a:r>
            <a:rPr lang="es-ES" dirty="0"/>
            <a:t>Centrifugada</a:t>
          </a:r>
          <a:endParaRPr lang="es-PE" dirty="0"/>
        </a:p>
      </dgm:t>
    </dgm:pt>
    <dgm:pt modelId="{2195C9B4-00BD-4F2E-9C1A-08714BECFFE3}" type="parTrans" cxnId="{5E604AEC-D328-46FE-B158-C8AD9861367E}">
      <dgm:prSet/>
      <dgm:spPr/>
      <dgm:t>
        <a:bodyPr/>
        <a:lstStyle/>
        <a:p>
          <a:endParaRPr lang="es-PE"/>
        </a:p>
      </dgm:t>
    </dgm:pt>
    <dgm:pt modelId="{731B187D-32FB-4C3A-BD51-6A746A221236}" type="sibTrans" cxnId="{5E604AEC-D328-46FE-B158-C8AD9861367E}">
      <dgm:prSet/>
      <dgm:spPr/>
      <dgm:t>
        <a:bodyPr/>
        <a:lstStyle/>
        <a:p>
          <a:endParaRPr lang="es-PE"/>
        </a:p>
      </dgm:t>
    </dgm:pt>
    <dgm:pt modelId="{507A9254-4216-4284-9D47-C38C19CF811C}">
      <dgm:prSet/>
      <dgm:spPr/>
      <dgm:t>
        <a:bodyPr/>
        <a:lstStyle/>
        <a:p>
          <a:r>
            <a:rPr lang="es-ES" dirty="0"/>
            <a:t>Al vacío</a:t>
          </a:r>
          <a:endParaRPr lang="es-PE" dirty="0"/>
        </a:p>
      </dgm:t>
    </dgm:pt>
    <dgm:pt modelId="{4E5394E9-91F4-484D-87F4-155EBDE20F31}" type="parTrans" cxnId="{60A7EFAE-2DB1-4754-80F6-5B9F3D011F5B}">
      <dgm:prSet/>
      <dgm:spPr/>
      <dgm:t>
        <a:bodyPr/>
        <a:lstStyle/>
        <a:p>
          <a:endParaRPr lang="es-PE"/>
        </a:p>
      </dgm:t>
    </dgm:pt>
    <dgm:pt modelId="{9B39BDA0-022A-4D0E-9F39-AC59CA7A6C1B}" type="sibTrans" cxnId="{60A7EFAE-2DB1-4754-80F6-5B9F3D011F5B}">
      <dgm:prSet/>
      <dgm:spPr/>
      <dgm:t>
        <a:bodyPr/>
        <a:lstStyle/>
        <a:p>
          <a:endParaRPr lang="es-PE"/>
        </a:p>
      </dgm:t>
    </dgm:pt>
    <dgm:pt modelId="{BB213B8D-8BF1-4F46-9A3C-0FC890375398}">
      <dgm:prSet/>
      <dgm:spPr/>
      <dgm:t>
        <a:bodyPr/>
        <a:lstStyle/>
        <a:p>
          <a:r>
            <a:rPr lang="es-ES" dirty="0"/>
            <a:t>Forja</a:t>
          </a:r>
          <a:endParaRPr lang="es-PE" dirty="0"/>
        </a:p>
      </dgm:t>
    </dgm:pt>
    <dgm:pt modelId="{AA566D3D-0080-4E82-BE69-0A84C7EC2E1A}" type="parTrans" cxnId="{D188626E-B5CB-4A92-8751-C565F0277E19}">
      <dgm:prSet/>
      <dgm:spPr/>
      <dgm:t>
        <a:bodyPr/>
        <a:lstStyle/>
        <a:p>
          <a:endParaRPr lang="es-PE"/>
        </a:p>
      </dgm:t>
    </dgm:pt>
    <dgm:pt modelId="{38E7CE69-3727-4D3A-9B31-9044D5DF2119}" type="sibTrans" cxnId="{D188626E-B5CB-4A92-8751-C565F0277E19}">
      <dgm:prSet/>
      <dgm:spPr/>
      <dgm:t>
        <a:bodyPr/>
        <a:lstStyle/>
        <a:p>
          <a:endParaRPr lang="es-PE"/>
        </a:p>
      </dgm:t>
    </dgm:pt>
    <dgm:pt modelId="{BD2DF630-37EE-4295-8ED6-D653B1BF82DB}">
      <dgm:prSet/>
      <dgm:spPr/>
      <dgm:t>
        <a:bodyPr/>
        <a:lstStyle/>
        <a:p>
          <a:r>
            <a:rPr lang="es-ES" dirty="0"/>
            <a:t>Laminación</a:t>
          </a:r>
          <a:endParaRPr lang="es-PE" dirty="0"/>
        </a:p>
      </dgm:t>
    </dgm:pt>
    <dgm:pt modelId="{7D45CEFD-73C4-4A82-9F50-53CDB6C3610C}" type="parTrans" cxnId="{5BF82903-525F-480A-8B16-2B32355C7064}">
      <dgm:prSet/>
      <dgm:spPr/>
      <dgm:t>
        <a:bodyPr/>
        <a:lstStyle/>
        <a:p>
          <a:endParaRPr lang="es-PE"/>
        </a:p>
      </dgm:t>
    </dgm:pt>
    <dgm:pt modelId="{A0F4509B-27BA-4588-8F8F-79022989A4EE}" type="sibTrans" cxnId="{5BF82903-525F-480A-8B16-2B32355C7064}">
      <dgm:prSet/>
      <dgm:spPr/>
      <dgm:t>
        <a:bodyPr/>
        <a:lstStyle/>
        <a:p>
          <a:endParaRPr lang="es-PE"/>
        </a:p>
      </dgm:t>
    </dgm:pt>
    <dgm:pt modelId="{D774AA2C-EE7A-41E4-A89F-1932410760D5}">
      <dgm:prSet/>
      <dgm:spPr/>
      <dgm:t>
        <a:bodyPr/>
        <a:lstStyle/>
        <a:p>
          <a:r>
            <a:rPr lang="es-ES" dirty="0"/>
            <a:t>Extrusión</a:t>
          </a:r>
          <a:endParaRPr lang="es-PE" dirty="0"/>
        </a:p>
      </dgm:t>
    </dgm:pt>
    <dgm:pt modelId="{8A3F2016-3535-453C-A27A-614BE5C1686A}" type="parTrans" cxnId="{9B706981-1C92-4372-9F01-201F19CC5D81}">
      <dgm:prSet/>
      <dgm:spPr/>
      <dgm:t>
        <a:bodyPr/>
        <a:lstStyle/>
        <a:p>
          <a:endParaRPr lang="es-PE"/>
        </a:p>
      </dgm:t>
    </dgm:pt>
    <dgm:pt modelId="{3A295047-2209-4470-B90E-D7E49E386018}" type="sibTrans" cxnId="{9B706981-1C92-4372-9F01-201F19CC5D81}">
      <dgm:prSet/>
      <dgm:spPr/>
      <dgm:t>
        <a:bodyPr/>
        <a:lstStyle/>
        <a:p>
          <a:endParaRPr lang="es-PE"/>
        </a:p>
      </dgm:t>
    </dgm:pt>
    <dgm:pt modelId="{2EBE9054-D2C0-4606-8836-8F3E330D609A}">
      <dgm:prSet/>
      <dgm:spPr/>
      <dgm:t>
        <a:bodyPr/>
        <a:lstStyle/>
        <a:p>
          <a:r>
            <a:rPr lang="es-ES" dirty="0"/>
            <a:t>Trefilado</a:t>
          </a:r>
          <a:endParaRPr lang="es-PE" dirty="0"/>
        </a:p>
      </dgm:t>
    </dgm:pt>
    <dgm:pt modelId="{BD983918-9A53-4E2E-A4B8-D2C26954B4E6}" type="parTrans" cxnId="{951B4E4A-DEE7-4B5D-BA7A-581EFB32B2C6}">
      <dgm:prSet/>
      <dgm:spPr/>
      <dgm:t>
        <a:bodyPr/>
        <a:lstStyle/>
        <a:p>
          <a:endParaRPr lang="es-PE"/>
        </a:p>
      </dgm:t>
    </dgm:pt>
    <dgm:pt modelId="{BCF5E874-54E3-4297-A952-518EAFA1FBB8}" type="sibTrans" cxnId="{951B4E4A-DEE7-4B5D-BA7A-581EFB32B2C6}">
      <dgm:prSet/>
      <dgm:spPr/>
      <dgm:t>
        <a:bodyPr/>
        <a:lstStyle/>
        <a:p>
          <a:endParaRPr lang="es-PE"/>
        </a:p>
      </dgm:t>
    </dgm:pt>
    <dgm:pt modelId="{EA817168-8261-4319-ACA4-C63F95D70949}">
      <dgm:prSet/>
      <dgm:spPr/>
      <dgm:t>
        <a:bodyPr/>
        <a:lstStyle/>
        <a:p>
          <a:r>
            <a:rPr lang="es-ES" dirty="0"/>
            <a:t>Soldadura por arco</a:t>
          </a:r>
          <a:endParaRPr lang="es-PE" dirty="0"/>
        </a:p>
      </dgm:t>
    </dgm:pt>
    <dgm:pt modelId="{0A38A052-06C4-44F3-A34F-9BCB2952D293}" type="parTrans" cxnId="{C5C72314-A3AA-43F7-B884-62E5846FEF53}">
      <dgm:prSet/>
      <dgm:spPr/>
      <dgm:t>
        <a:bodyPr/>
        <a:lstStyle/>
        <a:p>
          <a:endParaRPr lang="es-PE"/>
        </a:p>
      </dgm:t>
    </dgm:pt>
    <dgm:pt modelId="{FCF0D936-C8FB-44B2-B211-4535AAC328FA}" type="sibTrans" cxnId="{C5C72314-A3AA-43F7-B884-62E5846FEF53}">
      <dgm:prSet/>
      <dgm:spPr/>
      <dgm:t>
        <a:bodyPr/>
        <a:lstStyle/>
        <a:p>
          <a:endParaRPr lang="es-PE"/>
        </a:p>
      </dgm:t>
    </dgm:pt>
    <dgm:pt modelId="{5CFCED6A-A3D9-44CE-AE0E-66CA51336393}">
      <dgm:prSet/>
      <dgm:spPr/>
      <dgm:t>
        <a:bodyPr/>
        <a:lstStyle/>
        <a:p>
          <a:r>
            <a:rPr lang="es-ES" dirty="0"/>
            <a:t>Soldadura por gas</a:t>
          </a:r>
          <a:endParaRPr lang="es-PE" dirty="0"/>
        </a:p>
      </dgm:t>
    </dgm:pt>
    <dgm:pt modelId="{A39686DD-D7C1-4253-A753-CCD38ECA3DBD}" type="parTrans" cxnId="{56A1A1F8-9708-4AB1-93B3-C5173D720E52}">
      <dgm:prSet/>
      <dgm:spPr/>
      <dgm:t>
        <a:bodyPr/>
        <a:lstStyle/>
        <a:p>
          <a:endParaRPr lang="es-PE"/>
        </a:p>
      </dgm:t>
    </dgm:pt>
    <dgm:pt modelId="{DD8ED114-F05E-4B49-9862-AA94EBBC4737}" type="sibTrans" cxnId="{56A1A1F8-9708-4AB1-93B3-C5173D720E52}">
      <dgm:prSet/>
      <dgm:spPr/>
      <dgm:t>
        <a:bodyPr/>
        <a:lstStyle/>
        <a:p>
          <a:endParaRPr lang="es-PE"/>
        </a:p>
      </dgm:t>
    </dgm:pt>
    <dgm:pt modelId="{C4298A73-30D3-4F63-95D7-A346B541771E}">
      <dgm:prSet/>
      <dgm:spPr/>
      <dgm:t>
        <a:bodyPr/>
        <a:lstStyle/>
        <a:p>
          <a:r>
            <a:rPr lang="es-ES" dirty="0"/>
            <a:t>Torneado</a:t>
          </a:r>
          <a:endParaRPr lang="es-PE" dirty="0"/>
        </a:p>
      </dgm:t>
    </dgm:pt>
    <dgm:pt modelId="{57ADC61B-CF06-4DE6-B3C6-4FCB81FF2D76}" type="parTrans" cxnId="{281EE254-90FE-411F-9A8F-54D828722F70}">
      <dgm:prSet/>
      <dgm:spPr/>
      <dgm:t>
        <a:bodyPr/>
        <a:lstStyle/>
        <a:p>
          <a:endParaRPr lang="es-PE"/>
        </a:p>
      </dgm:t>
    </dgm:pt>
    <dgm:pt modelId="{AB4BC630-892D-4F1D-A7F6-8AE33C42D038}" type="sibTrans" cxnId="{281EE254-90FE-411F-9A8F-54D828722F70}">
      <dgm:prSet/>
      <dgm:spPr/>
      <dgm:t>
        <a:bodyPr/>
        <a:lstStyle/>
        <a:p>
          <a:endParaRPr lang="es-PE"/>
        </a:p>
      </dgm:t>
    </dgm:pt>
    <dgm:pt modelId="{08EEFF1B-4164-4B6D-9EF3-26646D5C9AD3}">
      <dgm:prSet/>
      <dgm:spPr/>
      <dgm:t>
        <a:bodyPr/>
        <a:lstStyle/>
        <a:p>
          <a:r>
            <a:rPr lang="es-ES" dirty="0"/>
            <a:t>Fresado</a:t>
          </a:r>
          <a:endParaRPr lang="es-PE" dirty="0"/>
        </a:p>
      </dgm:t>
    </dgm:pt>
    <dgm:pt modelId="{ABD13EEC-7FF7-4872-AB4F-7E0C19C49CFC}" type="parTrans" cxnId="{CF527828-DB40-430E-B3F7-A76A2F177D87}">
      <dgm:prSet/>
      <dgm:spPr/>
      <dgm:t>
        <a:bodyPr/>
        <a:lstStyle/>
        <a:p>
          <a:endParaRPr lang="es-PE"/>
        </a:p>
      </dgm:t>
    </dgm:pt>
    <dgm:pt modelId="{2E560E68-FD0F-485C-B1DA-D27D53ADE451}" type="sibTrans" cxnId="{CF527828-DB40-430E-B3F7-A76A2F177D87}">
      <dgm:prSet/>
      <dgm:spPr/>
      <dgm:t>
        <a:bodyPr/>
        <a:lstStyle/>
        <a:p>
          <a:endParaRPr lang="es-PE"/>
        </a:p>
      </dgm:t>
    </dgm:pt>
    <dgm:pt modelId="{B494BF24-423F-445D-AEEE-C0EFFB4BFFDF}">
      <dgm:prSet/>
      <dgm:spPr/>
      <dgm:t>
        <a:bodyPr/>
        <a:lstStyle/>
        <a:p>
          <a:r>
            <a:rPr lang="es-ES" dirty="0"/>
            <a:t>Rectificado</a:t>
          </a:r>
          <a:endParaRPr lang="es-PE" dirty="0"/>
        </a:p>
      </dgm:t>
    </dgm:pt>
    <dgm:pt modelId="{74F2B56F-F928-40A0-AF10-562B5F8CA1B9}" type="parTrans" cxnId="{41185A35-DED6-4064-88D8-20DAA3FFBB74}">
      <dgm:prSet/>
      <dgm:spPr/>
      <dgm:t>
        <a:bodyPr/>
        <a:lstStyle/>
        <a:p>
          <a:endParaRPr lang="es-PE"/>
        </a:p>
      </dgm:t>
    </dgm:pt>
    <dgm:pt modelId="{4E68248A-1757-491F-AC39-B62F56E9F1E6}" type="sibTrans" cxnId="{41185A35-DED6-4064-88D8-20DAA3FFBB74}">
      <dgm:prSet/>
      <dgm:spPr/>
      <dgm:t>
        <a:bodyPr/>
        <a:lstStyle/>
        <a:p>
          <a:endParaRPr lang="es-PE"/>
        </a:p>
      </dgm:t>
    </dgm:pt>
    <dgm:pt modelId="{D79B5967-C59C-41E0-B5DD-4B2392F27BC1}">
      <dgm:prSet/>
      <dgm:spPr/>
      <dgm:t>
        <a:bodyPr/>
        <a:lstStyle/>
        <a:p>
          <a:r>
            <a:rPr lang="es-ES" dirty="0"/>
            <a:t>EDM</a:t>
          </a:r>
          <a:endParaRPr lang="es-PE" dirty="0"/>
        </a:p>
      </dgm:t>
    </dgm:pt>
    <dgm:pt modelId="{E652253D-F226-4C5A-8FB3-54A4D9FF684A}" type="parTrans" cxnId="{27D9C3B2-0252-43AF-A432-C8E5CDC552CA}">
      <dgm:prSet/>
      <dgm:spPr/>
      <dgm:t>
        <a:bodyPr/>
        <a:lstStyle/>
        <a:p>
          <a:endParaRPr lang="es-PE"/>
        </a:p>
      </dgm:t>
    </dgm:pt>
    <dgm:pt modelId="{BBA1AFF5-4EB0-457B-B2CD-15B894966962}" type="sibTrans" cxnId="{27D9C3B2-0252-43AF-A432-C8E5CDC552CA}">
      <dgm:prSet/>
      <dgm:spPr/>
      <dgm:t>
        <a:bodyPr/>
        <a:lstStyle/>
        <a:p>
          <a:endParaRPr lang="es-PE"/>
        </a:p>
      </dgm:t>
    </dgm:pt>
    <dgm:pt modelId="{D98CE1A5-1394-4FD8-A7D2-AF1E1AB7C730}" type="pres">
      <dgm:prSet presAssocID="{E61113F3-6B30-45E9-BD0B-5A9FF1196573}" presName="hierChild1" presStyleCnt="0">
        <dgm:presLayoutVars>
          <dgm:chPref val="1"/>
          <dgm:dir/>
          <dgm:animOne val="branch"/>
          <dgm:animLvl val="lvl"/>
          <dgm:resizeHandles/>
        </dgm:presLayoutVars>
      </dgm:prSet>
      <dgm:spPr/>
    </dgm:pt>
    <dgm:pt modelId="{4CA2FE76-D4F3-468D-BAA6-C1051F8E534C}" type="pres">
      <dgm:prSet presAssocID="{519BF11A-8C44-4D4A-A428-32CFC786AE42}" presName="hierRoot1" presStyleCnt="0"/>
      <dgm:spPr/>
    </dgm:pt>
    <dgm:pt modelId="{C5ABB6A4-E7CA-4963-8480-682586A839EF}" type="pres">
      <dgm:prSet presAssocID="{519BF11A-8C44-4D4A-A428-32CFC786AE42}" presName="composite" presStyleCnt="0"/>
      <dgm:spPr/>
    </dgm:pt>
    <dgm:pt modelId="{E6BB1F68-98DE-4350-B6B8-13ECB9AD6E45}" type="pres">
      <dgm:prSet presAssocID="{519BF11A-8C44-4D4A-A428-32CFC786AE42}" presName="background" presStyleLbl="node0" presStyleIdx="0" presStyleCnt="1"/>
      <dgm:spPr/>
    </dgm:pt>
    <dgm:pt modelId="{FC3A0501-6369-4F28-9C89-FB08F6F9037F}" type="pres">
      <dgm:prSet presAssocID="{519BF11A-8C44-4D4A-A428-32CFC786AE42}" presName="text" presStyleLbl="fgAcc0" presStyleIdx="0" presStyleCnt="1" custScaleX="353836">
        <dgm:presLayoutVars>
          <dgm:chPref val="3"/>
        </dgm:presLayoutVars>
      </dgm:prSet>
      <dgm:spPr/>
    </dgm:pt>
    <dgm:pt modelId="{AE6845B5-9FCA-49C1-980F-8A7A54C6FB73}" type="pres">
      <dgm:prSet presAssocID="{519BF11A-8C44-4D4A-A428-32CFC786AE42}" presName="hierChild2" presStyleCnt="0"/>
      <dgm:spPr/>
    </dgm:pt>
    <dgm:pt modelId="{344DD8C5-33F1-45C3-8900-EF7F57A76C33}" type="pres">
      <dgm:prSet presAssocID="{C57D10BA-AA4F-4AD0-B288-9783646D68B6}" presName="Name10" presStyleLbl="parChTrans1D2" presStyleIdx="0" presStyleCnt="6"/>
      <dgm:spPr/>
    </dgm:pt>
    <dgm:pt modelId="{813544CF-B2C4-4562-B0B7-9C8DA5917D9E}" type="pres">
      <dgm:prSet presAssocID="{078AC0A9-0F85-4F69-BD63-4F2C8C0E488A}" presName="hierRoot2" presStyleCnt="0"/>
      <dgm:spPr/>
    </dgm:pt>
    <dgm:pt modelId="{638D9D9B-4D88-40A9-9EF3-B45A9A7300F2}" type="pres">
      <dgm:prSet presAssocID="{078AC0A9-0F85-4F69-BD63-4F2C8C0E488A}" presName="composite2" presStyleCnt="0"/>
      <dgm:spPr/>
    </dgm:pt>
    <dgm:pt modelId="{E0118946-BE47-4AB7-BF56-B221E497DFD5}" type="pres">
      <dgm:prSet presAssocID="{078AC0A9-0F85-4F69-BD63-4F2C8C0E488A}" presName="background2" presStyleLbl="node2" presStyleIdx="0" presStyleCnt="6"/>
      <dgm:spPr>
        <a:solidFill>
          <a:srgbClr val="C00000"/>
        </a:solidFill>
      </dgm:spPr>
    </dgm:pt>
    <dgm:pt modelId="{FB03CAEC-CB6A-41C5-9018-1AC8E3F54AD0}" type="pres">
      <dgm:prSet presAssocID="{078AC0A9-0F85-4F69-BD63-4F2C8C0E488A}" presName="text2" presStyleLbl="fgAcc2" presStyleIdx="0" presStyleCnt="6" custScaleX="215087">
        <dgm:presLayoutVars>
          <dgm:chPref val="3"/>
        </dgm:presLayoutVars>
      </dgm:prSet>
      <dgm:spPr/>
    </dgm:pt>
    <dgm:pt modelId="{B8C36BC2-10B6-4A42-A7BF-FF6FF3906942}" type="pres">
      <dgm:prSet presAssocID="{078AC0A9-0F85-4F69-BD63-4F2C8C0E488A}" presName="hierChild3" presStyleCnt="0"/>
      <dgm:spPr/>
    </dgm:pt>
    <dgm:pt modelId="{08D75BA0-97A0-45C0-9832-F7E99796F6B3}" type="pres">
      <dgm:prSet presAssocID="{268E1735-1243-44B0-8264-8D0D9F5C95CE}" presName="Name17" presStyleLbl="parChTrans1D3" presStyleIdx="0" presStyleCnt="5"/>
      <dgm:spPr/>
    </dgm:pt>
    <dgm:pt modelId="{1AE5FD0D-CAA1-45F0-98AF-B60F3D1DA8ED}" type="pres">
      <dgm:prSet presAssocID="{E1359116-86FC-453C-A7AF-3164C32FDB9D}" presName="hierRoot3" presStyleCnt="0"/>
      <dgm:spPr/>
    </dgm:pt>
    <dgm:pt modelId="{ECA9FBE1-EC9A-499C-AC88-A0D988FAFE7A}" type="pres">
      <dgm:prSet presAssocID="{E1359116-86FC-453C-A7AF-3164C32FDB9D}" presName="composite3" presStyleCnt="0"/>
      <dgm:spPr/>
    </dgm:pt>
    <dgm:pt modelId="{D1A11D24-0EBD-470F-9978-A2F97E64CACD}" type="pres">
      <dgm:prSet presAssocID="{E1359116-86FC-453C-A7AF-3164C32FDB9D}" presName="background3" presStyleLbl="node3" presStyleIdx="0" presStyleCnt="5"/>
      <dgm:spPr/>
    </dgm:pt>
    <dgm:pt modelId="{13E07326-C321-4CDA-822F-C339DB195D62}" type="pres">
      <dgm:prSet presAssocID="{E1359116-86FC-453C-A7AF-3164C32FDB9D}" presName="text3" presStyleLbl="fgAcc3" presStyleIdx="0" presStyleCnt="5">
        <dgm:presLayoutVars>
          <dgm:chPref val="3"/>
        </dgm:presLayoutVars>
      </dgm:prSet>
      <dgm:spPr/>
    </dgm:pt>
    <dgm:pt modelId="{B13D3BF1-89FE-4E8A-A440-ADD16A1AC165}" type="pres">
      <dgm:prSet presAssocID="{E1359116-86FC-453C-A7AF-3164C32FDB9D}" presName="hierChild4" presStyleCnt="0"/>
      <dgm:spPr/>
    </dgm:pt>
    <dgm:pt modelId="{8BB20AED-B2DF-48BE-9FFE-E97790B5E52B}" type="pres">
      <dgm:prSet presAssocID="{B16C1505-D6E4-4384-8330-CA7347176F19}" presName="Name23" presStyleLbl="parChTrans1D4" presStyleIdx="0" presStyleCnt="11"/>
      <dgm:spPr/>
    </dgm:pt>
    <dgm:pt modelId="{2F048BEB-E941-4AB2-860F-6761B49632DB}" type="pres">
      <dgm:prSet presAssocID="{D26E0D02-BD96-4F9C-B223-5C6FE2BA3397}" presName="hierRoot4" presStyleCnt="0"/>
      <dgm:spPr/>
    </dgm:pt>
    <dgm:pt modelId="{9CE95759-1448-4644-BEA9-DA07DB3B7FCF}" type="pres">
      <dgm:prSet presAssocID="{D26E0D02-BD96-4F9C-B223-5C6FE2BA3397}" presName="composite4" presStyleCnt="0"/>
      <dgm:spPr/>
    </dgm:pt>
    <dgm:pt modelId="{13952FE4-8949-4682-8F13-752429195B13}" type="pres">
      <dgm:prSet presAssocID="{D26E0D02-BD96-4F9C-B223-5C6FE2BA3397}" presName="background4" presStyleLbl="node4" presStyleIdx="0" presStyleCnt="11"/>
      <dgm:spPr/>
    </dgm:pt>
    <dgm:pt modelId="{1383A2F0-9CCD-4B72-9AA1-0CBF08FF17F3}" type="pres">
      <dgm:prSet presAssocID="{D26E0D02-BD96-4F9C-B223-5C6FE2BA3397}" presName="text4" presStyleLbl="fgAcc4" presStyleIdx="0" presStyleCnt="11">
        <dgm:presLayoutVars>
          <dgm:chPref val="3"/>
        </dgm:presLayoutVars>
      </dgm:prSet>
      <dgm:spPr/>
    </dgm:pt>
    <dgm:pt modelId="{809763B6-194B-40AD-AD0E-70077AE36FAE}" type="pres">
      <dgm:prSet presAssocID="{D26E0D02-BD96-4F9C-B223-5C6FE2BA3397}" presName="hierChild5" presStyleCnt="0"/>
      <dgm:spPr/>
    </dgm:pt>
    <dgm:pt modelId="{1ED7B016-82CD-46FF-839D-260238F57899}" type="pres">
      <dgm:prSet presAssocID="{C731371D-A3D8-4789-952B-54F1A86AEBE5}" presName="Name23" presStyleLbl="parChTrans1D4" presStyleIdx="1" presStyleCnt="11"/>
      <dgm:spPr/>
    </dgm:pt>
    <dgm:pt modelId="{B13530C0-AEE2-4A87-B6F3-A5A614C1510D}" type="pres">
      <dgm:prSet presAssocID="{17C587C9-1B5A-41EC-88F7-0B4507502FFA}" presName="hierRoot4" presStyleCnt="0"/>
      <dgm:spPr/>
    </dgm:pt>
    <dgm:pt modelId="{5353F4EE-FE73-4CFE-BEA2-A299E6616CFF}" type="pres">
      <dgm:prSet presAssocID="{17C587C9-1B5A-41EC-88F7-0B4507502FFA}" presName="composite4" presStyleCnt="0"/>
      <dgm:spPr/>
    </dgm:pt>
    <dgm:pt modelId="{CD59C700-6D59-4E7D-AC25-14B5465843A6}" type="pres">
      <dgm:prSet presAssocID="{17C587C9-1B5A-41EC-88F7-0B4507502FFA}" presName="background4" presStyleLbl="node4" presStyleIdx="1" presStyleCnt="11"/>
      <dgm:spPr/>
    </dgm:pt>
    <dgm:pt modelId="{36165E20-E9CE-4D9E-BCB2-A90ECDA3167C}" type="pres">
      <dgm:prSet presAssocID="{17C587C9-1B5A-41EC-88F7-0B4507502FFA}" presName="text4" presStyleLbl="fgAcc4" presStyleIdx="1" presStyleCnt="11">
        <dgm:presLayoutVars>
          <dgm:chPref val="3"/>
        </dgm:presLayoutVars>
      </dgm:prSet>
      <dgm:spPr/>
    </dgm:pt>
    <dgm:pt modelId="{F0F9CAB1-5888-41C4-9CC3-BC35595F0F46}" type="pres">
      <dgm:prSet presAssocID="{17C587C9-1B5A-41EC-88F7-0B4507502FFA}" presName="hierChild5" presStyleCnt="0"/>
      <dgm:spPr/>
    </dgm:pt>
    <dgm:pt modelId="{CF48BDB0-C4B8-4ABF-AE0B-2DC6ACD41DB2}" type="pres">
      <dgm:prSet presAssocID="{2195C9B4-00BD-4F2E-9C1A-08714BECFFE3}" presName="Name23" presStyleLbl="parChTrans1D4" presStyleIdx="2" presStyleCnt="11"/>
      <dgm:spPr/>
    </dgm:pt>
    <dgm:pt modelId="{CE7C923F-935B-41A1-BD8C-343D1918687F}" type="pres">
      <dgm:prSet presAssocID="{6AF216B7-0512-45F6-B1FB-00ECB25E4339}" presName="hierRoot4" presStyleCnt="0"/>
      <dgm:spPr/>
    </dgm:pt>
    <dgm:pt modelId="{DDB7F631-0D30-4A9E-82EB-E3153DD04EE3}" type="pres">
      <dgm:prSet presAssocID="{6AF216B7-0512-45F6-B1FB-00ECB25E4339}" presName="composite4" presStyleCnt="0"/>
      <dgm:spPr/>
    </dgm:pt>
    <dgm:pt modelId="{19E2BC13-44F5-4934-A1CE-DA5FD6957830}" type="pres">
      <dgm:prSet presAssocID="{6AF216B7-0512-45F6-B1FB-00ECB25E4339}" presName="background4" presStyleLbl="node4" presStyleIdx="2" presStyleCnt="11"/>
      <dgm:spPr/>
    </dgm:pt>
    <dgm:pt modelId="{FC933057-6F92-4D39-AFB0-0293BFA5B229}" type="pres">
      <dgm:prSet presAssocID="{6AF216B7-0512-45F6-B1FB-00ECB25E4339}" presName="text4" presStyleLbl="fgAcc4" presStyleIdx="2" presStyleCnt="11">
        <dgm:presLayoutVars>
          <dgm:chPref val="3"/>
        </dgm:presLayoutVars>
      </dgm:prSet>
      <dgm:spPr/>
    </dgm:pt>
    <dgm:pt modelId="{F7D3236D-1381-4D46-B9A7-83F44B444D04}" type="pres">
      <dgm:prSet presAssocID="{6AF216B7-0512-45F6-B1FB-00ECB25E4339}" presName="hierChild5" presStyleCnt="0"/>
      <dgm:spPr/>
    </dgm:pt>
    <dgm:pt modelId="{152B2297-490A-41A3-A091-8C43D7D57E7C}" type="pres">
      <dgm:prSet presAssocID="{4E5394E9-91F4-484D-87F4-155EBDE20F31}" presName="Name23" presStyleLbl="parChTrans1D4" presStyleIdx="3" presStyleCnt="11"/>
      <dgm:spPr/>
    </dgm:pt>
    <dgm:pt modelId="{7EE79C5B-512F-491B-BB1E-AA0C20DC53E4}" type="pres">
      <dgm:prSet presAssocID="{507A9254-4216-4284-9D47-C38C19CF811C}" presName="hierRoot4" presStyleCnt="0"/>
      <dgm:spPr/>
    </dgm:pt>
    <dgm:pt modelId="{66F8AB83-7B62-4F82-95AF-4B362E94EFE8}" type="pres">
      <dgm:prSet presAssocID="{507A9254-4216-4284-9D47-C38C19CF811C}" presName="composite4" presStyleCnt="0"/>
      <dgm:spPr/>
    </dgm:pt>
    <dgm:pt modelId="{DD3FC7C4-84EE-45E9-BD9D-3594B407B98C}" type="pres">
      <dgm:prSet presAssocID="{507A9254-4216-4284-9D47-C38C19CF811C}" presName="background4" presStyleLbl="node4" presStyleIdx="3" presStyleCnt="11"/>
      <dgm:spPr/>
    </dgm:pt>
    <dgm:pt modelId="{A1814021-E086-4E60-9BCF-BEF365C239B7}" type="pres">
      <dgm:prSet presAssocID="{507A9254-4216-4284-9D47-C38C19CF811C}" presName="text4" presStyleLbl="fgAcc4" presStyleIdx="3" presStyleCnt="11">
        <dgm:presLayoutVars>
          <dgm:chPref val="3"/>
        </dgm:presLayoutVars>
      </dgm:prSet>
      <dgm:spPr/>
    </dgm:pt>
    <dgm:pt modelId="{4CC1AE32-2473-4AAA-873D-8AAFAF4F004D}" type="pres">
      <dgm:prSet presAssocID="{507A9254-4216-4284-9D47-C38C19CF811C}" presName="hierChild5" presStyleCnt="0"/>
      <dgm:spPr/>
    </dgm:pt>
    <dgm:pt modelId="{78BD3CDA-BF9B-4896-A613-1BDEA306A7B5}" type="pres">
      <dgm:prSet presAssocID="{E9835BC9-FDDA-4653-A5ED-4B90CA100500}" presName="Name10" presStyleLbl="parChTrans1D2" presStyleIdx="1" presStyleCnt="6"/>
      <dgm:spPr/>
    </dgm:pt>
    <dgm:pt modelId="{7D3247D1-661D-4795-8804-439942CE8570}" type="pres">
      <dgm:prSet presAssocID="{DC76B382-8868-4E66-8D9A-66ACD389AB58}" presName="hierRoot2" presStyleCnt="0"/>
      <dgm:spPr/>
    </dgm:pt>
    <dgm:pt modelId="{A4352833-6DC2-4625-8502-03515F538ADC}" type="pres">
      <dgm:prSet presAssocID="{DC76B382-8868-4E66-8D9A-66ACD389AB58}" presName="composite2" presStyleCnt="0"/>
      <dgm:spPr/>
    </dgm:pt>
    <dgm:pt modelId="{49D2BCAF-0D3F-4421-8736-F4117E6EF186}" type="pres">
      <dgm:prSet presAssocID="{DC76B382-8868-4E66-8D9A-66ACD389AB58}" presName="background2" presStyleLbl="node2" presStyleIdx="1" presStyleCnt="6"/>
      <dgm:spPr>
        <a:solidFill>
          <a:srgbClr val="FFC000"/>
        </a:solidFill>
      </dgm:spPr>
    </dgm:pt>
    <dgm:pt modelId="{57BBE6EA-21E6-443F-92C1-999D0A874584}" type="pres">
      <dgm:prSet presAssocID="{DC76B382-8868-4E66-8D9A-66ACD389AB58}" presName="text2" presStyleLbl="fgAcc2" presStyleIdx="1" presStyleCnt="6" custScaleX="140129">
        <dgm:presLayoutVars>
          <dgm:chPref val="3"/>
        </dgm:presLayoutVars>
      </dgm:prSet>
      <dgm:spPr/>
    </dgm:pt>
    <dgm:pt modelId="{B96F8443-6AC3-4C29-B1D5-442DD2F39F1C}" type="pres">
      <dgm:prSet presAssocID="{DC76B382-8868-4E66-8D9A-66ACD389AB58}" presName="hierChild3" presStyleCnt="0"/>
      <dgm:spPr/>
    </dgm:pt>
    <dgm:pt modelId="{90E7C94D-4CB5-47AC-8A4D-2BA177AC9DC3}" type="pres">
      <dgm:prSet presAssocID="{AA566D3D-0080-4E82-BE69-0A84C7EC2E1A}" presName="Name17" presStyleLbl="parChTrans1D3" presStyleIdx="1" presStyleCnt="5"/>
      <dgm:spPr/>
    </dgm:pt>
    <dgm:pt modelId="{A97DF8FC-9DA7-4313-8443-6CF07342A033}" type="pres">
      <dgm:prSet presAssocID="{BB213B8D-8BF1-4F46-9A3C-0FC890375398}" presName="hierRoot3" presStyleCnt="0"/>
      <dgm:spPr/>
    </dgm:pt>
    <dgm:pt modelId="{840CF9C7-6610-4083-8AC9-75575CE4A1B4}" type="pres">
      <dgm:prSet presAssocID="{BB213B8D-8BF1-4F46-9A3C-0FC890375398}" presName="composite3" presStyleCnt="0"/>
      <dgm:spPr/>
    </dgm:pt>
    <dgm:pt modelId="{2D6536F8-B5BB-4B35-A3B5-B180028CD3F8}" type="pres">
      <dgm:prSet presAssocID="{BB213B8D-8BF1-4F46-9A3C-0FC890375398}" presName="background3" presStyleLbl="node3" presStyleIdx="1" presStyleCnt="5"/>
      <dgm:spPr/>
    </dgm:pt>
    <dgm:pt modelId="{C0FA618C-0F5B-4A71-A92E-882C38BD9E2B}" type="pres">
      <dgm:prSet presAssocID="{BB213B8D-8BF1-4F46-9A3C-0FC890375398}" presName="text3" presStyleLbl="fgAcc3" presStyleIdx="1" presStyleCnt="5">
        <dgm:presLayoutVars>
          <dgm:chPref val="3"/>
        </dgm:presLayoutVars>
      </dgm:prSet>
      <dgm:spPr/>
    </dgm:pt>
    <dgm:pt modelId="{24B1A7B9-D6BB-4C2C-B5AB-E5EE426F6E07}" type="pres">
      <dgm:prSet presAssocID="{BB213B8D-8BF1-4F46-9A3C-0FC890375398}" presName="hierChild4" presStyleCnt="0"/>
      <dgm:spPr/>
    </dgm:pt>
    <dgm:pt modelId="{11E17594-286A-4DF8-8C62-04294B6BD8BE}" type="pres">
      <dgm:prSet presAssocID="{7D45CEFD-73C4-4A82-9F50-53CDB6C3610C}" presName="Name23" presStyleLbl="parChTrans1D4" presStyleIdx="4" presStyleCnt="11"/>
      <dgm:spPr/>
    </dgm:pt>
    <dgm:pt modelId="{F19EDE6C-117F-4AAA-B7E5-65ED1B35F8CF}" type="pres">
      <dgm:prSet presAssocID="{BD2DF630-37EE-4295-8ED6-D653B1BF82DB}" presName="hierRoot4" presStyleCnt="0"/>
      <dgm:spPr/>
    </dgm:pt>
    <dgm:pt modelId="{907F11BA-777A-4A06-AF87-C052FD0A1031}" type="pres">
      <dgm:prSet presAssocID="{BD2DF630-37EE-4295-8ED6-D653B1BF82DB}" presName="composite4" presStyleCnt="0"/>
      <dgm:spPr/>
    </dgm:pt>
    <dgm:pt modelId="{9B9E4153-2242-4EDC-8E52-E564A1EEF625}" type="pres">
      <dgm:prSet presAssocID="{BD2DF630-37EE-4295-8ED6-D653B1BF82DB}" presName="background4" presStyleLbl="node4" presStyleIdx="4" presStyleCnt="11"/>
      <dgm:spPr/>
    </dgm:pt>
    <dgm:pt modelId="{CFD4A877-7739-43BB-876C-CE48FA024603}" type="pres">
      <dgm:prSet presAssocID="{BD2DF630-37EE-4295-8ED6-D653B1BF82DB}" presName="text4" presStyleLbl="fgAcc4" presStyleIdx="4" presStyleCnt="11">
        <dgm:presLayoutVars>
          <dgm:chPref val="3"/>
        </dgm:presLayoutVars>
      </dgm:prSet>
      <dgm:spPr/>
    </dgm:pt>
    <dgm:pt modelId="{17B85120-3CA6-4498-8B51-3999698B2A34}" type="pres">
      <dgm:prSet presAssocID="{BD2DF630-37EE-4295-8ED6-D653B1BF82DB}" presName="hierChild5" presStyleCnt="0"/>
      <dgm:spPr/>
    </dgm:pt>
    <dgm:pt modelId="{0F6B5553-D6A7-4E4E-8B1F-97AD87475644}" type="pres">
      <dgm:prSet presAssocID="{8A3F2016-3535-453C-A27A-614BE5C1686A}" presName="Name23" presStyleLbl="parChTrans1D4" presStyleIdx="5" presStyleCnt="11"/>
      <dgm:spPr/>
    </dgm:pt>
    <dgm:pt modelId="{4108EDB5-6C60-4B11-BABD-AD8710C3DF55}" type="pres">
      <dgm:prSet presAssocID="{D774AA2C-EE7A-41E4-A89F-1932410760D5}" presName="hierRoot4" presStyleCnt="0"/>
      <dgm:spPr/>
    </dgm:pt>
    <dgm:pt modelId="{F71A9401-F48D-4716-AEFE-CF44BF3BB838}" type="pres">
      <dgm:prSet presAssocID="{D774AA2C-EE7A-41E4-A89F-1932410760D5}" presName="composite4" presStyleCnt="0"/>
      <dgm:spPr/>
    </dgm:pt>
    <dgm:pt modelId="{68B2C7B8-FE7C-4434-8875-5D310F98A0E0}" type="pres">
      <dgm:prSet presAssocID="{D774AA2C-EE7A-41E4-A89F-1932410760D5}" presName="background4" presStyleLbl="node4" presStyleIdx="5" presStyleCnt="11"/>
      <dgm:spPr/>
    </dgm:pt>
    <dgm:pt modelId="{33302F64-678A-41D1-A1FD-3A1C3D349DE4}" type="pres">
      <dgm:prSet presAssocID="{D774AA2C-EE7A-41E4-A89F-1932410760D5}" presName="text4" presStyleLbl="fgAcc4" presStyleIdx="5" presStyleCnt="11">
        <dgm:presLayoutVars>
          <dgm:chPref val="3"/>
        </dgm:presLayoutVars>
      </dgm:prSet>
      <dgm:spPr/>
    </dgm:pt>
    <dgm:pt modelId="{495E478D-9BDE-41E8-87D5-2D3A12471A0B}" type="pres">
      <dgm:prSet presAssocID="{D774AA2C-EE7A-41E4-A89F-1932410760D5}" presName="hierChild5" presStyleCnt="0"/>
      <dgm:spPr/>
    </dgm:pt>
    <dgm:pt modelId="{586A3D9E-8E75-4132-92F8-8BCD9857F40B}" type="pres">
      <dgm:prSet presAssocID="{BD983918-9A53-4E2E-A4B8-D2C26954B4E6}" presName="Name23" presStyleLbl="parChTrans1D4" presStyleIdx="6" presStyleCnt="11"/>
      <dgm:spPr/>
    </dgm:pt>
    <dgm:pt modelId="{3BDDBF3F-1646-4D28-8AB2-EBB3B44D32C0}" type="pres">
      <dgm:prSet presAssocID="{2EBE9054-D2C0-4606-8836-8F3E330D609A}" presName="hierRoot4" presStyleCnt="0"/>
      <dgm:spPr/>
    </dgm:pt>
    <dgm:pt modelId="{30168A57-AFF6-4703-87B7-D168E47C5C38}" type="pres">
      <dgm:prSet presAssocID="{2EBE9054-D2C0-4606-8836-8F3E330D609A}" presName="composite4" presStyleCnt="0"/>
      <dgm:spPr/>
    </dgm:pt>
    <dgm:pt modelId="{56C98933-3FF3-4669-82A5-0B9340685F73}" type="pres">
      <dgm:prSet presAssocID="{2EBE9054-D2C0-4606-8836-8F3E330D609A}" presName="background4" presStyleLbl="node4" presStyleIdx="6" presStyleCnt="11"/>
      <dgm:spPr/>
    </dgm:pt>
    <dgm:pt modelId="{525D46AD-B00B-4E53-B8E7-A89324737AD4}" type="pres">
      <dgm:prSet presAssocID="{2EBE9054-D2C0-4606-8836-8F3E330D609A}" presName="text4" presStyleLbl="fgAcc4" presStyleIdx="6" presStyleCnt="11">
        <dgm:presLayoutVars>
          <dgm:chPref val="3"/>
        </dgm:presLayoutVars>
      </dgm:prSet>
      <dgm:spPr/>
    </dgm:pt>
    <dgm:pt modelId="{9EC06D82-4956-4F73-85EB-2FA1737129D4}" type="pres">
      <dgm:prSet presAssocID="{2EBE9054-D2C0-4606-8836-8F3E330D609A}" presName="hierChild5" presStyleCnt="0"/>
      <dgm:spPr/>
    </dgm:pt>
    <dgm:pt modelId="{5AC6F347-5DAF-4A1D-A94B-FC871D7EBD9C}" type="pres">
      <dgm:prSet presAssocID="{DB6C4ED8-AE6D-4772-98A7-8192E08DF158}" presName="Name10" presStyleLbl="parChTrans1D2" presStyleIdx="2" presStyleCnt="6"/>
      <dgm:spPr/>
    </dgm:pt>
    <dgm:pt modelId="{958EA89F-1C7F-49D1-B525-71147249F6EC}" type="pres">
      <dgm:prSet presAssocID="{A2714BF7-AA9B-4B05-B7CF-E9D64F76B86D}" presName="hierRoot2" presStyleCnt="0"/>
      <dgm:spPr/>
    </dgm:pt>
    <dgm:pt modelId="{104865AF-3766-4277-915C-EC3657F78EB4}" type="pres">
      <dgm:prSet presAssocID="{A2714BF7-AA9B-4B05-B7CF-E9D64F76B86D}" presName="composite2" presStyleCnt="0"/>
      <dgm:spPr/>
    </dgm:pt>
    <dgm:pt modelId="{BCA1AEF0-E29B-46F2-873D-B5F35866B3B3}" type="pres">
      <dgm:prSet presAssocID="{A2714BF7-AA9B-4B05-B7CF-E9D64F76B86D}" presName="background2" presStyleLbl="node2" presStyleIdx="2" presStyleCnt="6"/>
      <dgm:spPr>
        <a:solidFill>
          <a:srgbClr val="0070C0"/>
        </a:solidFill>
      </dgm:spPr>
    </dgm:pt>
    <dgm:pt modelId="{A02E0DF4-6618-4979-8BE6-D3855774B123}" type="pres">
      <dgm:prSet presAssocID="{A2714BF7-AA9B-4B05-B7CF-E9D64F76B86D}" presName="text2" presStyleLbl="fgAcc2" presStyleIdx="2" presStyleCnt="6">
        <dgm:presLayoutVars>
          <dgm:chPref val="3"/>
        </dgm:presLayoutVars>
      </dgm:prSet>
      <dgm:spPr/>
    </dgm:pt>
    <dgm:pt modelId="{A26F6E7E-FB46-4A58-84FB-68DDE6F84C1D}" type="pres">
      <dgm:prSet presAssocID="{A2714BF7-AA9B-4B05-B7CF-E9D64F76B86D}" presName="hierChild3" presStyleCnt="0"/>
      <dgm:spPr/>
    </dgm:pt>
    <dgm:pt modelId="{856960A6-98C5-4816-953E-D54A6741BF2E}" type="pres">
      <dgm:prSet presAssocID="{0A38A052-06C4-44F3-A34F-9BCB2952D293}" presName="Name17" presStyleLbl="parChTrans1D3" presStyleIdx="2" presStyleCnt="5"/>
      <dgm:spPr/>
    </dgm:pt>
    <dgm:pt modelId="{AE7BD7A0-E718-42CE-B1A4-40D7B0A8B7E3}" type="pres">
      <dgm:prSet presAssocID="{EA817168-8261-4319-ACA4-C63F95D70949}" presName="hierRoot3" presStyleCnt="0"/>
      <dgm:spPr/>
    </dgm:pt>
    <dgm:pt modelId="{42AC2184-7755-46CA-B1F2-7B34732BF0C5}" type="pres">
      <dgm:prSet presAssocID="{EA817168-8261-4319-ACA4-C63F95D70949}" presName="composite3" presStyleCnt="0"/>
      <dgm:spPr/>
    </dgm:pt>
    <dgm:pt modelId="{7DDD100E-6D99-401E-A20B-E44B8887B32E}" type="pres">
      <dgm:prSet presAssocID="{EA817168-8261-4319-ACA4-C63F95D70949}" presName="background3" presStyleLbl="node3" presStyleIdx="2" presStyleCnt="5"/>
      <dgm:spPr/>
    </dgm:pt>
    <dgm:pt modelId="{F2587F02-5050-4F79-9DDB-82517F4C39D3}" type="pres">
      <dgm:prSet presAssocID="{EA817168-8261-4319-ACA4-C63F95D70949}" presName="text3" presStyleLbl="fgAcc3" presStyleIdx="2" presStyleCnt="5">
        <dgm:presLayoutVars>
          <dgm:chPref val="3"/>
        </dgm:presLayoutVars>
      </dgm:prSet>
      <dgm:spPr/>
    </dgm:pt>
    <dgm:pt modelId="{6614567D-F0B8-45FE-8159-2063B0F9F62D}" type="pres">
      <dgm:prSet presAssocID="{EA817168-8261-4319-ACA4-C63F95D70949}" presName="hierChild4" presStyleCnt="0"/>
      <dgm:spPr/>
    </dgm:pt>
    <dgm:pt modelId="{BBC306AA-CA7B-4639-A5C8-B810D8451C9E}" type="pres">
      <dgm:prSet presAssocID="{A39686DD-D7C1-4253-A753-CCD38ECA3DBD}" presName="Name23" presStyleLbl="parChTrans1D4" presStyleIdx="7" presStyleCnt="11"/>
      <dgm:spPr/>
    </dgm:pt>
    <dgm:pt modelId="{10B508C9-89E6-4200-9AF6-A78D13CBCA6F}" type="pres">
      <dgm:prSet presAssocID="{5CFCED6A-A3D9-44CE-AE0E-66CA51336393}" presName="hierRoot4" presStyleCnt="0"/>
      <dgm:spPr/>
    </dgm:pt>
    <dgm:pt modelId="{49FF33EA-57C8-44C5-827C-8BB0ED1253A9}" type="pres">
      <dgm:prSet presAssocID="{5CFCED6A-A3D9-44CE-AE0E-66CA51336393}" presName="composite4" presStyleCnt="0"/>
      <dgm:spPr/>
    </dgm:pt>
    <dgm:pt modelId="{65A0BCF0-B885-45AE-83A6-7C8AEFC28A95}" type="pres">
      <dgm:prSet presAssocID="{5CFCED6A-A3D9-44CE-AE0E-66CA51336393}" presName="background4" presStyleLbl="node4" presStyleIdx="7" presStyleCnt="11"/>
      <dgm:spPr/>
    </dgm:pt>
    <dgm:pt modelId="{8D13544A-4A3D-4313-A999-E0DD636C3BE1}" type="pres">
      <dgm:prSet presAssocID="{5CFCED6A-A3D9-44CE-AE0E-66CA51336393}" presName="text4" presStyleLbl="fgAcc4" presStyleIdx="7" presStyleCnt="11">
        <dgm:presLayoutVars>
          <dgm:chPref val="3"/>
        </dgm:presLayoutVars>
      </dgm:prSet>
      <dgm:spPr/>
    </dgm:pt>
    <dgm:pt modelId="{22FBAF12-0334-404D-981D-7D356449AA86}" type="pres">
      <dgm:prSet presAssocID="{5CFCED6A-A3D9-44CE-AE0E-66CA51336393}" presName="hierChild5" presStyleCnt="0"/>
      <dgm:spPr/>
    </dgm:pt>
    <dgm:pt modelId="{6F3263F2-0F89-4A01-9C86-412F860E561F}" type="pres">
      <dgm:prSet presAssocID="{5C08F4C0-FC12-4893-B906-A2AD75B2CC0A}" presName="Name10" presStyleLbl="parChTrans1D2" presStyleIdx="3" presStyleCnt="6"/>
      <dgm:spPr/>
    </dgm:pt>
    <dgm:pt modelId="{48A7A511-34D9-476D-9104-2FE770700EDC}" type="pres">
      <dgm:prSet presAssocID="{DD70814F-E1BC-4628-88D6-A4DF9FA095F7}" presName="hierRoot2" presStyleCnt="0"/>
      <dgm:spPr/>
    </dgm:pt>
    <dgm:pt modelId="{7056EA3F-16BB-4425-B64F-3FC93F495025}" type="pres">
      <dgm:prSet presAssocID="{DD70814F-E1BC-4628-88D6-A4DF9FA095F7}" presName="composite2" presStyleCnt="0"/>
      <dgm:spPr/>
    </dgm:pt>
    <dgm:pt modelId="{F8381A15-B367-45B4-930A-4DDE2BC2813A}" type="pres">
      <dgm:prSet presAssocID="{DD70814F-E1BC-4628-88D6-A4DF9FA095F7}" presName="background2" presStyleLbl="node2" presStyleIdx="3" presStyleCnt="6"/>
      <dgm:spPr>
        <a:solidFill>
          <a:srgbClr val="00B0F0"/>
        </a:solidFill>
      </dgm:spPr>
    </dgm:pt>
    <dgm:pt modelId="{0C13BD87-9103-45D9-B8FF-66450D44AD36}" type="pres">
      <dgm:prSet presAssocID="{DD70814F-E1BC-4628-88D6-A4DF9FA095F7}" presName="text2" presStyleLbl="fgAcc2" presStyleIdx="3" presStyleCnt="6">
        <dgm:presLayoutVars>
          <dgm:chPref val="3"/>
        </dgm:presLayoutVars>
      </dgm:prSet>
      <dgm:spPr/>
    </dgm:pt>
    <dgm:pt modelId="{E512D4A6-69BF-4D94-A746-4681D02CABCE}" type="pres">
      <dgm:prSet presAssocID="{DD70814F-E1BC-4628-88D6-A4DF9FA095F7}" presName="hierChild3" presStyleCnt="0"/>
      <dgm:spPr/>
    </dgm:pt>
    <dgm:pt modelId="{133A3804-E395-43CB-AD02-FA34520DD2CF}" type="pres">
      <dgm:prSet presAssocID="{57ADC61B-CF06-4DE6-B3C6-4FCB81FF2D76}" presName="Name17" presStyleLbl="parChTrans1D3" presStyleIdx="3" presStyleCnt="5"/>
      <dgm:spPr/>
    </dgm:pt>
    <dgm:pt modelId="{299164EA-B819-4C3C-B392-EBB36E7607D5}" type="pres">
      <dgm:prSet presAssocID="{C4298A73-30D3-4F63-95D7-A346B541771E}" presName="hierRoot3" presStyleCnt="0"/>
      <dgm:spPr/>
    </dgm:pt>
    <dgm:pt modelId="{EF082DA1-5B94-4B1D-86E5-47EAC4379372}" type="pres">
      <dgm:prSet presAssocID="{C4298A73-30D3-4F63-95D7-A346B541771E}" presName="composite3" presStyleCnt="0"/>
      <dgm:spPr/>
    </dgm:pt>
    <dgm:pt modelId="{010CF920-61A0-4654-B156-D3B4E0511537}" type="pres">
      <dgm:prSet presAssocID="{C4298A73-30D3-4F63-95D7-A346B541771E}" presName="background3" presStyleLbl="node3" presStyleIdx="3" presStyleCnt="5"/>
      <dgm:spPr/>
    </dgm:pt>
    <dgm:pt modelId="{60DC76DE-73A6-4245-A520-8BDB5275558D}" type="pres">
      <dgm:prSet presAssocID="{C4298A73-30D3-4F63-95D7-A346B541771E}" presName="text3" presStyleLbl="fgAcc3" presStyleIdx="3" presStyleCnt="5">
        <dgm:presLayoutVars>
          <dgm:chPref val="3"/>
        </dgm:presLayoutVars>
      </dgm:prSet>
      <dgm:spPr/>
    </dgm:pt>
    <dgm:pt modelId="{DE150963-CF86-4767-AA06-5B797DF23FFA}" type="pres">
      <dgm:prSet presAssocID="{C4298A73-30D3-4F63-95D7-A346B541771E}" presName="hierChild4" presStyleCnt="0"/>
      <dgm:spPr/>
    </dgm:pt>
    <dgm:pt modelId="{D775889F-5B90-4294-8537-EE4C29ECE198}" type="pres">
      <dgm:prSet presAssocID="{ABD13EEC-7FF7-4872-AB4F-7E0C19C49CFC}" presName="Name23" presStyleLbl="parChTrans1D4" presStyleIdx="8" presStyleCnt="11"/>
      <dgm:spPr/>
    </dgm:pt>
    <dgm:pt modelId="{D1E72549-CA5C-4ED4-B500-29B89DB731F7}" type="pres">
      <dgm:prSet presAssocID="{08EEFF1B-4164-4B6D-9EF3-26646D5C9AD3}" presName="hierRoot4" presStyleCnt="0"/>
      <dgm:spPr/>
    </dgm:pt>
    <dgm:pt modelId="{58B59BCC-9486-412B-94A7-EA6DCE40732D}" type="pres">
      <dgm:prSet presAssocID="{08EEFF1B-4164-4B6D-9EF3-26646D5C9AD3}" presName="composite4" presStyleCnt="0"/>
      <dgm:spPr/>
    </dgm:pt>
    <dgm:pt modelId="{469285A5-5A82-4463-904B-9E3ADCB4488E}" type="pres">
      <dgm:prSet presAssocID="{08EEFF1B-4164-4B6D-9EF3-26646D5C9AD3}" presName="background4" presStyleLbl="node4" presStyleIdx="8" presStyleCnt="11"/>
      <dgm:spPr/>
    </dgm:pt>
    <dgm:pt modelId="{EFFEF6BD-0EE9-4329-AD5B-5B12CA10DAE2}" type="pres">
      <dgm:prSet presAssocID="{08EEFF1B-4164-4B6D-9EF3-26646D5C9AD3}" presName="text4" presStyleLbl="fgAcc4" presStyleIdx="8" presStyleCnt="11">
        <dgm:presLayoutVars>
          <dgm:chPref val="3"/>
        </dgm:presLayoutVars>
      </dgm:prSet>
      <dgm:spPr/>
    </dgm:pt>
    <dgm:pt modelId="{4C06F2A9-9CAF-4C0D-8065-BC58256977D6}" type="pres">
      <dgm:prSet presAssocID="{08EEFF1B-4164-4B6D-9EF3-26646D5C9AD3}" presName="hierChild5" presStyleCnt="0"/>
      <dgm:spPr/>
    </dgm:pt>
    <dgm:pt modelId="{AEC70AF0-6F92-4EAE-B4E5-92DA770E1FEF}" type="pres">
      <dgm:prSet presAssocID="{74F2B56F-F928-40A0-AF10-562B5F8CA1B9}" presName="Name23" presStyleLbl="parChTrans1D4" presStyleIdx="9" presStyleCnt="11"/>
      <dgm:spPr/>
    </dgm:pt>
    <dgm:pt modelId="{6E28FE4F-F2AD-4B35-944D-4121AD4B9FA3}" type="pres">
      <dgm:prSet presAssocID="{B494BF24-423F-445D-AEEE-C0EFFB4BFFDF}" presName="hierRoot4" presStyleCnt="0"/>
      <dgm:spPr/>
    </dgm:pt>
    <dgm:pt modelId="{D9B4E81D-C808-4CAB-9029-76775BA1B265}" type="pres">
      <dgm:prSet presAssocID="{B494BF24-423F-445D-AEEE-C0EFFB4BFFDF}" presName="composite4" presStyleCnt="0"/>
      <dgm:spPr/>
    </dgm:pt>
    <dgm:pt modelId="{E663CC91-8C8B-4051-ACF1-8FABF68B155E}" type="pres">
      <dgm:prSet presAssocID="{B494BF24-423F-445D-AEEE-C0EFFB4BFFDF}" presName="background4" presStyleLbl="node4" presStyleIdx="9" presStyleCnt="11"/>
      <dgm:spPr/>
    </dgm:pt>
    <dgm:pt modelId="{E7CE19A9-0078-46FD-A0D2-3BEB0BA6618D}" type="pres">
      <dgm:prSet presAssocID="{B494BF24-423F-445D-AEEE-C0EFFB4BFFDF}" presName="text4" presStyleLbl="fgAcc4" presStyleIdx="9" presStyleCnt="11">
        <dgm:presLayoutVars>
          <dgm:chPref val="3"/>
        </dgm:presLayoutVars>
      </dgm:prSet>
      <dgm:spPr/>
    </dgm:pt>
    <dgm:pt modelId="{79BB855C-DE82-4A76-A37B-A2B3048A86B3}" type="pres">
      <dgm:prSet presAssocID="{B494BF24-423F-445D-AEEE-C0EFFB4BFFDF}" presName="hierChild5" presStyleCnt="0"/>
      <dgm:spPr/>
    </dgm:pt>
    <dgm:pt modelId="{E9B14B63-F695-4C03-8C49-1BE84D91A26D}" type="pres">
      <dgm:prSet presAssocID="{E652253D-F226-4C5A-8FB3-54A4D9FF684A}" presName="Name23" presStyleLbl="parChTrans1D4" presStyleIdx="10" presStyleCnt="11"/>
      <dgm:spPr/>
    </dgm:pt>
    <dgm:pt modelId="{117482A5-6B2F-438D-B30C-7169CB7036EE}" type="pres">
      <dgm:prSet presAssocID="{D79B5967-C59C-41E0-B5DD-4B2392F27BC1}" presName="hierRoot4" presStyleCnt="0"/>
      <dgm:spPr/>
    </dgm:pt>
    <dgm:pt modelId="{C6CBD77F-DF69-4F5D-A5A2-4E4C9608FC3A}" type="pres">
      <dgm:prSet presAssocID="{D79B5967-C59C-41E0-B5DD-4B2392F27BC1}" presName="composite4" presStyleCnt="0"/>
      <dgm:spPr/>
    </dgm:pt>
    <dgm:pt modelId="{6643A583-B4C6-442A-92C2-3B2161333BCC}" type="pres">
      <dgm:prSet presAssocID="{D79B5967-C59C-41E0-B5DD-4B2392F27BC1}" presName="background4" presStyleLbl="node4" presStyleIdx="10" presStyleCnt="11"/>
      <dgm:spPr/>
    </dgm:pt>
    <dgm:pt modelId="{19740850-8B22-443E-8242-68D670F21AB7}" type="pres">
      <dgm:prSet presAssocID="{D79B5967-C59C-41E0-B5DD-4B2392F27BC1}" presName="text4" presStyleLbl="fgAcc4" presStyleIdx="10" presStyleCnt="11">
        <dgm:presLayoutVars>
          <dgm:chPref val="3"/>
        </dgm:presLayoutVars>
      </dgm:prSet>
      <dgm:spPr/>
    </dgm:pt>
    <dgm:pt modelId="{01F355D3-12FE-41E7-A499-C417300BE59F}" type="pres">
      <dgm:prSet presAssocID="{D79B5967-C59C-41E0-B5DD-4B2392F27BC1}" presName="hierChild5" presStyleCnt="0"/>
      <dgm:spPr/>
    </dgm:pt>
    <dgm:pt modelId="{E50F88CC-12A4-4C27-B4FB-5783FD8645CC}" type="pres">
      <dgm:prSet presAssocID="{310BD0D3-AB58-40BC-A63D-E9588FC725DC}" presName="Name10" presStyleLbl="parChTrans1D2" presStyleIdx="4" presStyleCnt="6"/>
      <dgm:spPr/>
    </dgm:pt>
    <dgm:pt modelId="{3303426B-3233-467B-929D-F2672F77B66C}" type="pres">
      <dgm:prSet presAssocID="{F901E4EA-7E96-49FC-867C-77664F25C1AA}" presName="hierRoot2" presStyleCnt="0"/>
      <dgm:spPr/>
    </dgm:pt>
    <dgm:pt modelId="{06CBAB5E-D26A-445E-90F8-5602C5037FA9}" type="pres">
      <dgm:prSet presAssocID="{F901E4EA-7E96-49FC-867C-77664F25C1AA}" presName="composite2" presStyleCnt="0"/>
      <dgm:spPr/>
    </dgm:pt>
    <dgm:pt modelId="{8425D881-EB34-41BE-971E-0EE6E1DEDFB2}" type="pres">
      <dgm:prSet presAssocID="{F901E4EA-7E96-49FC-867C-77664F25C1AA}" presName="background2" presStyleLbl="node2" presStyleIdx="4" presStyleCnt="6"/>
      <dgm:spPr>
        <a:solidFill>
          <a:srgbClr val="FFFF00"/>
        </a:solidFill>
      </dgm:spPr>
    </dgm:pt>
    <dgm:pt modelId="{6F55CF5E-219A-4F6B-927E-CA43737929CE}" type="pres">
      <dgm:prSet presAssocID="{F901E4EA-7E96-49FC-867C-77664F25C1AA}" presName="text2" presStyleLbl="fgAcc2" presStyleIdx="4" presStyleCnt="6">
        <dgm:presLayoutVars>
          <dgm:chPref val="3"/>
        </dgm:presLayoutVars>
      </dgm:prSet>
      <dgm:spPr/>
    </dgm:pt>
    <dgm:pt modelId="{024F50C2-0E7D-410D-8AD5-21E9EF715A34}" type="pres">
      <dgm:prSet presAssocID="{F901E4EA-7E96-49FC-867C-77664F25C1AA}" presName="hierChild3" presStyleCnt="0"/>
      <dgm:spPr/>
    </dgm:pt>
    <dgm:pt modelId="{A2469A76-AA6E-40B8-A7F2-874508CAFA25}" type="pres">
      <dgm:prSet presAssocID="{4EE86363-5D92-4707-A8C3-33F5F5DEABFE}" presName="Name10" presStyleLbl="parChTrans1D2" presStyleIdx="5" presStyleCnt="6"/>
      <dgm:spPr/>
    </dgm:pt>
    <dgm:pt modelId="{6521DC07-8FB9-4C51-8709-4B3CC7E2B627}" type="pres">
      <dgm:prSet presAssocID="{FEBA099F-EF8B-4EE1-96B9-88BDADAB5B25}" presName="hierRoot2" presStyleCnt="0"/>
      <dgm:spPr/>
    </dgm:pt>
    <dgm:pt modelId="{52645D5A-8118-446C-8FC8-AA2844F62D78}" type="pres">
      <dgm:prSet presAssocID="{FEBA099F-EF8B-4EE1-96B9-88BDADAB5B25}" presName="composite2" presStyleCnt="0"/>
      <dgm:spPr/>
    </dgm:pt>
    <dgm:pt modelId="{0B4BCA75-3F36-4CBD-8DAF-7DF501A955EE}" type="pres">
      <dgm:prSet presAssocID="{FEBA099F-EF8B-4EE1-96B9-88BDADAB5B25}" presName="background2" presStyleLbl="node2" presStyleIdx="5" presStyleCnt="6"/>
      <dgm:spPr>
        <a:solidFill>
          <a:schemeClr val="accent6">
            <a:lumMod val="75000"/>
          </a:schemeClr>
        </a:solidFill>
      </dgm:spPr>
    </dgm:pt>
    <dgm:pt modelId="{BCDA6D9C-70E9-41E9-A8C3-1C969B30541F}" type="pres">
      <dgm:prSet presAssocID="{FEBA099F-EF8B-4EE1-96B9-88BDADAB5B25}" presName="text2" presStyleLbl="fgAcc2" presStyleIdx="5" presStyleCnt="6">
        <dgm:presLayoutVars>
          <dgm:chPref val="3"/>
        </dgm:presLayoutVars>
      </dgm:prSet>
      <dgm:spPr/>
    </dgm:pt>
    <dgm:pt modelId="{52E09F22-D88C-44C0-ABBE-E21BD5808556}" type="pres">
      <dgm:prSet presAssocID="{FEBA099F-EF8B-4EE1-96B9-88BDADAB5B25}" presName="hierChild3" presStyleCnt="0"/>
      <dgm:spPr/>
    </dgm:pt>
    <dgm:pt modelId="{4467C23F-5C13-4526-A35D-CD68DCFE2706}" type="pres">
      <dgm:prSet presAssocID="{D1265061-C62C-4925-B41F-C16E2D127ABD}" presName="Name17" presStyleLbl="parChTrans1D3" presStyleIdx="4" presStyleCnt="5"/>
      <dgm:spPr/>
    </dgm:pt>
    <dgm:pt modelId="{54A72ECA-C2FE-4CAC-AEE6-3C2B483593EC}" type="pres">
      <dgm:prSet presAssocID="{1A63F611-C139-4D6B-A859-58C45D7D9C77}" presName="hierRoot3" presStyleCnt="0"/>
      <dgm:spPr/>
    </dgm:pt>
    <dgm:pt modelId="{71B7250D-F910-4D74-BD3F-71531BB89BE7}" type="pres">
      <dgm:prSet presAssocID="{1A63F611-C139-4D6B-A859-58C45D7D9C77}" presName="composite3" presStyleCnt="0"/>
      <dgm:spPr/>
    </dgm:pt>
    <dgm:pt modelId="{D010216A-26B9-443F-BAFE-CB48C478257A}" type="pres">
      <dgm:prSet presAssocID="{1A63F611-C139-4D6B-A859-58C45D7D9C77}" presName="background3" presStyleLbl="node3" presStyleIdx="4" presStyleCnt="5"/>
      <dgm:spPr/>
    </dgm:pt>
    <dgm:pt modelId="{D7A955D6-5669-4E17-AEF1-27F7856D69DD}" type="pres">
      <dgm:prSet presAssocID="{1A63F611-C139-4D6B-A859-58C45D7D9C77}" presName="text3" presStyleLbl="fgAcc3" presStyleIdx="4" presStyleCnt="5">
        <dgm:presLayoutVars>
          <dgm:chPref val="3"/>
        </dgm:presLayoutVars>
      </dgm:prSet>
      <dgm:spPr/>
    </dgm:pt>
    <dgm:pt modelId="{7C7441EB-F8AE-4AA9-96C1-A78942ED4AFF}" type="pres">
      <dgm:prSet presAssocID="{1A63F611-C139-4D6B-A859-58C45D7D9C77}" presName="hierChild4" presStyleCnt="0"/>
      <dgm:spPr/>
    </dgm:pt>
  </dgm:ptLst>
  <dgm:cxnLst>
    <dgm:cxn modelId="{074B5100-4870-457F-8C6B-9BCAF479A119}" type="presOf" srcId="{ABD13EEC-7FF7-4872-AB4F-7E0C19C49CFC}" destId="{D775889F-5B90-4294-8537-EE4C29ECE198}" srcOrd="0" destOrd="0" presId="urn:microsoft.com/office/officeart/2005/8/layout/hierarchy1"/>
    <dgm:cxn modelId="{5BF82903-525F-480A-8B16-2B32355C7064}" srcId="{BB213B8D-8BF1-4F46-9A3C-0FC890375398}" destId="{BD2DF630-37EE-4295-8ED6-D653B1BF82DB}" srcOrd="0" destOrd="0" parTransId="{7D45CEFD-73C4-4A82-9F50-53CDB6C3610C}" sibTransId="{A0F4509B-27BA-4588-8F8F-79022989A4EE}"/>
    <dgm:cxn modelId="{01A03F04-9918-4156-90E0-05CFC79D39AC}" srcId="{519BF11A-8C44-4D4A-A428-32CFC786AE42}" destId="{F901E4EA-7E96-49FC-867C-77664F25C1AA}" srcOrd="4" destOrd="0" parTransId="{310BD0D3-AB58-40BC-A63D-E9588FC725DC}" sibTransId="{B7B73047-5B56-4BCE-92CD-171FA56AFE94}"/>
    <dgm:cxn modelId="{36B5810A-38D6-48E5-971D-241E1807575D}" type="presOf" srcId="{6AF216B7-0512-45F6-B1FB-00ECB25E4339}" destId="{FC933057-6F92-4D39-AFB0-0293BFA5B229}" srcOrd="0" destOrd="0" presId="urn:microsoft.com/office/officeart/2005/8/layout/hierarchy1"/>
    <dgm:cxn modelId="{FC86A70A-F1B5-40AA-B9C1-82B868DEFC28}" type="presOf" srcId="{DB6C4ED8-AE6D-4772-98A7-8192E08DF158}" destId="{5AC6F347-5DAF-4A1D-A94B-FC871D7EBD9C}" srcOrd="0" destOrd="0" presId="urn:microsoft.com/office/officeart/2005/8/layout/hierarchy1"/>
    <dgm:cxn modelId="{C38EF10A-26A6-4B59-8B9D-C017C28197BF}" type="presOf" srcId="{FEBA099F-EF8B-4EE1-96B9-88BDADAB5B25}" destId="{BCDA6D9C-70E9-41E9-A8C3-1C969B30541F}" srcOrd="0" destOrd="0" presId="urn:microsoft.com/office/officeart/2005/8/layout/hierarchy1"/>
    <dgm:cxn modelId="{AB7ECF0C-94D1-4FB8-9291-16E75F0F5B52}" type="presOf" srcId="{BD2DF630-37EE-4295-8ED6-D653B1BF82DB}" destId="{CFD4A877-7739-43BB-876C-CE48FA024603}" srcOrd="0" destOrd="0" presId="urn:microsoft.com/office/officeart/2005/8/layout/hierarchy1"/>
    <dgm:cxn modelId="{2D06B90E-7749-4E33-8420-0CD7165EF8D3}" type="presOf" srcId="{268E1735-1243-44B0-8264-8D0D9F5C95CE}" destId="{08D75BA0-97A0-45C0-9832-F7E99796F6B3}" srcOrd="0" destOrd="0" presId="urn:microsoft.com/office/officeart/2005/8/layout/hierarchy1"/>
    <dgm:cxn modelId="{F50CEF0F-B006-4633-BD23-CF7CE2EB0BBF}" srcId="{FEBA099F-EF8B-4EE1-96B9-88BDADAB5B25}" destId="{1A63F611-C139-4D6B-A859-58C45D7D9C77}" srcOrd="0" destOrd="0" parTransId="{D1265061-C62C-4925-B41F-C16E2D127ABD}" sibTransId="{8F0310DF-92DD-4D22-98A8-1DE60F788902}"/>
    <dgm:cxn modelId="{9F42DF11-D850-47A0-8329-6915E457B7CA}" type="presOf" srcId="{F901E4EA-7E96-49FC-867C-77664F25C1AA}" destId="{6F55CF5E-219A-4F6B-927E-CA43737929CE}" srcOrd="0" destOrd="0" presId="urn:microsoft.com/office/officeart/2005/8/layout/hierarchy1"/>
    <dgm:cxn modelId="{17A8EE11-8FFD-46BA-BAB7-33E1F6294772}" type="presOf" srcId="{0A38A052-06C4-44F3-A34F-9BCB2952D293}" destId="{856960A6-98C5-4816-953E-D54A6741BF2E}" srcOrd="0" destOrd="0" presId="urn:microsoft.com/office/officeart/2005/8/layout/hierarchy1"/>
    <dgm:cxn modelId="{C5C72314-A3AA-43F7-B884-62E5846FEF53}" srcId="{A2714BF7-AA9B-4B05-B7CF-E9D64F76B86D}" destId="{EA817168-8261-4319-ACA4-C63F95D70949}" srcOrd="0" destOrd="0" parTransId="{0A38A052-06C4-44F3-A34F-9BCB2952D293}" sibTransId="{FCF0D936-C8FB-44B2-B211-4535AAC328FA}"/>
    <dgm:cxn modelId="{3E251B1D-EAA5-4E83-A6C5-FD5BFE8E6DC5}" type="presOf" srcId="{4EE86363-5D92-4707-A8C3-33F5F5DEABFE}" destId="{A2469A76-AA6E-40B8-A7F2-874508CAFA25}" srcOrd="0" destOrd="0" presId="urn:microsoft.com/office/officeart/2005/8/layout/hierarchy1"/>
    <dgm:cxn modelId="{6D405421-E30C-4FA9-958A-1EF3C4F1C55E}" type="presOf" srcId="{E1359116-86FC-453C-A7AF-3164C32FDB9D}" destId="{13E07326-C321-4CDA-822F-C339DB195D62}" srcOrd="0" destOrd="0" presId="urn:microsoft.com/office/officeart/2005/8/layout/hierarchy1"/>
    <dgm:cxn modelId="{B2F1E022-D96D-4836-B45E-F40B00F3ABCB}" type="presOf" srcId="{8A3F2016-3535-453C-A27A-614BE5C1686A}" destId="{0F6B5553-D6A7-4E4E-8B1F-97AD87475644}" srcOrd="0" destOrd="0" presId="urn:microsoft.com/office/officeart/2005/8/layout/hierarchy1"/>
    <dgm:cxn modelId="{7A112927-98E5-46B9-A1DE-93B9F5960560}" srcId="{E1359116-86FC-453C-A7AF-3164C32FDB9D}" destId="{D26E0D02-BD96-4F9C-B223-5C6FE2BA3397}" srcOrd="0" destOrd="0" parTransId="{B16C1505-D6E4-4384-8330-CA7347176F19}" sibTransId="{DD10B96A-66B4-4D72-B7A8-CD5F10A9D178}"/>
    <dgm:cxn modelId="{AF3E0128-370B-4A95-8C97-26E4E21F8725}" type="presOf" srcId="{5CFCED6A-A3D9-44CE-AE0E-66CA51336393}" destId="{8D13544A-4A3D-4313-A999-E0DD636C3BE1}" srcOrd="0" destOrd="0" presId="urn:microsoft.com/office/officeart/2005/8/layout/hierarchy1"/>
    <dgm:cxn modelId="{CF527828-DB40-430E-B3F7-A76A2F177D87}" srcId="{C4298A73-30D3-4F63-95D7-A346B541771E}" destId="{08EEFF1B-4164-4B6D-9EF3-26646D5C9AD3}" srcOrd="0" destOrd="0" parTransId="{ABD13EEC-7FF7-4872-AB4F-7E0C19C49CFC}" sibTransId="{2E560E68-FD0F-485C-B1DA-D27D53ADE451}"/>
    <dgm:cxn modelId="{4A417B33-7B54-4E1B-87F3-A8A2BA5D6E62}" type="presOf" srcId="{D774AA2C-EE7A-41E4-A89F-1932410760D5}" destId="{33302F64-678A-41D1-A1FD-3A1C3D349DE4}" srcOrd="0" destOrd="0" presId="urn:microsoft.com/office/officeart/2005/8/layout/hierarchy1"/>
    <dgm:cxn modelId="{41185A35-DED6-4064-88D8-20DAA3FFBB74}" srcId="{08EEFF1B-4164-4B6D-9EF3-26646D5C9AD3}" destId="{B494BF24-423F-445D-AEEE-C0EFFB4BFFDF}" srcOrd="0" destOrd="0" parTransId="{74F2B56F-F928-40A0-AF10-562B5F8CA1B9}" sibTransId="{4E68248A-1757-491F-AC39-B62F56E9F1E6}"/>
    <dgm:cxn modelId="{6FC3AD39-0505-4C4B-BB9F-916C4CDD911C}" type="presOf" srcId="{5C08F4C0-FC12-4893-B906-A2AD75B2CC0A}" destId="{6F3263F2-0F89-4A01-9C86-412F860E561F}" srcOrd="0" destOrd="0" presId="urn:microsoft.com/office/officeart/2005/8/layout/hierarchy1"/>
    <dgm:cxn modelId="{9B2EEE3E-B552-432A-AC59-73E19A061FC6}" type="presOf" srcId="{A39686DD-D7C1-4253-A753-CCD38ECA3DBD}" destId="{BBC306AA-CA7B-4639-A5C8-B810D8451C9E}" srcOrd="0" destOrd="0" presId="urn:microsoft.com/office/officeart/2005/8/layout/hierarchy1"/>
    <dgm:cxn modelId="{6219CD5B-F3AB-4A02-9967-80156B2AACF7}" srcId="{519BF11A-8C44-4D4A-A428-32CFC786AE42}" destId="{FEBA099F-EF8B-4EE1-96B9-88BDADAB5B25}" srcOrd="5" destOrd="0" parTransId="{4EE86363-5D92-4707-A8C3-33F5F5DEABFE}" sibTransId="{83F459F3-A4DF-4952-8C0A-F3DFF17FEECF}"/>
    <dgm:cxn modelId="{9A288B63-6FD7-43BC-8468-3DA97275FBC1}" srcId="{D26E0D02-BD96-4F9C-B223-5C6FE2BA3397}" destId="{17C587C9-1B5A-41EC-88F7-0B4507502FFA}" srcOrd="0" destOrd="0" parTransId="{C731371D-A3D8-4789-952B-54F1A86AEBE5}" sibTransId="{A49203A7-6B1A-4413-8583-37B8BAFEC926}"/>
    <dgm:cxn modelId="{291DA346-3C42-44FA-AC98-0D84109E0E30}" type="presOf" srcId="{E61113F3-6B30-45E9-BD0B-5A9FF1196573}" destId="{D98CE1A5-1394-4FD8-A7D2-AF1E1AB7C730}" srcOrd="0" destOrd="0" presId="urn:microsoft.com/office/officeart/2005/8/layout/hierarchy1"/>
    <dgm:cxn modelId="{00DF0867-BE12-4ED6-AD55-56BA5B40B0DF}" type="presOf" srcId="{B16C1505-D6E4-4384-8330-CA7347176F19}" destId="{8BB20AED-B2DF-48BE-9FFE-E97790B5E52B}" srcOrd="0" destOrd="0" presId="urn:microsoft.com/office/officeart/2005/8/layout/hierarchy1"/>
    <dgm:cxn modelId="{EB894B6A-829E-4578-A483-BD002C1E51B8}" type="presOf" srcId="{2EBE9054-D2C0-4606-8836-8F3E330D609A}" destId="{525D46AD-B00B-4E53-B8E7-A89324737AD4}" srcOrd="0" destOrd="0" presId="urn:microsoft.com/office/officeart/2005/8/layout/hierarchy1"/>
    <dgm:cxn modelId="{951B4E4A-DEE7-4B5D-BA7A-581EFB32B2C6}" srcId="{D774AA2C-EE7A-41E4-A89F-1932410760D5}" destId="{2EBE9054-D2C0-4606-8836-8F3E330D609A}" srcOrd="0" destOrd="0" parTransId="{BD983918-9A53-4E2E-A4B8-D2C26954B4E6}" sibTransId="{BCF5E874-54E3-4297-A952-518EAFA1FBB8}"/>
    <dgm:cxn modelId="{19E2994B-F13F-4A70-A930-913D819F6D2F}" type="presOf" srcId="{BD983918-9A53-4E2E-A4B8-D2C26954B4E6}" destId="{586A3D9E-8E75-4132-92F8-8BCD9857F40B}" srcOrd="0" destOrd="0" presId="urn:microsoft.com/office/officeart/2005/8/layout/hierarchy1"/>
    <dgm:cxn modelId="{6DBFFF4B-4DC5-4200-B304-D25BED46AECD}" type="presOf" srcId="{57ADC61B-CF06-4DE6-B3C6-4FCB81FF2D76}" destId="{133A3804-E395-43CB-AD02-FA34520DD2CF}" srcOrd="0" destOrd="0" presId="urn:microsoft.com/office/officeart/2005/8/layout/hierarchy1"/>
    <dgm:cxn modelId="{D188626E-B5CB-4A92-8751-C565F0277E19}" srcId="{DC76B382-8868-4E66-8D9A-66ACD389AB58}" destId="{BB213B8D-8BF1-4F46-9A3C-0FC890375398}" srcOrd="0" destOrd="0" parTransId="{AA566D3D-0080-4E82-BE69-0A84C7EC2E1A}" sibTransId="{38E7CE69-3727-4D3A-9B31-9044D5DF2119}"/>
    <dgm:cxn modelId="{C9147A4E-8228-4A4A-B86A-3E014D18C406}" type="presOf" srcId="{519BF11A-8C44-4D4A-A428-32CFC786AE42}" destId="{FC3A0501-6369-4F28-9C89-FB08F6F9037F}" srcOrd="0" destOrd="0" presId="urn:microsoft.com/office/officeart/2005/8/layout/hierarchy1"/>
    <dgm:cxn modelId="{F020DB71-0254-4A25-8958-B00847B79130}" type="presOf" srcId="{2195C9B4-00BD-4F2E-9C1A-08714BECFFE3}" destId="{CF48BDB0-C4B8-4ABF-AE0B-2DC6ACD41DB2}" srcOrd="0" destOrd="0" presId="urn:microsoft.com/office/officeart/2005/8/layout/hierarchy1"/>
    <dgm:cxn modelId="{3FC92A73-2030-420B-9FA9-E2192C27E058}" type="presOf" srcId="{7D45CEFD-73C4-4A82-9F50-53CDB6C3610C}" destId="{11E17594-286A-4DF8-8C62-04294B6BD8BE}" srcOrd="0" destOrd="0" presId="urn:microsoft.com/office/officeart/2005/8/layout/hierarchy1"/>
    <dgm:cxn modelId="{281EE254-90FE-411F-9A8F-54D828722F70}" srcId="{DD70814F-E1BC-4628-88D6-A4DF9FA095F7}" destId="{C4298A73-30D3-4F63-95D7-A346B541771E}" srcOrd="0" destOrd="0" parTransId="{57ADC61B-CF06-4DE6-B3C6-4FCB81FF2D76}" sibTransId="{AB4BC630-892D-4F1D-A7F6-8AE33C42D038}"/>
    <dgm:cxn modelId="{7A12CC75-B75D-419E-936E-B570795A6CF7}" type="presOf" srcId="{BB213B8D-8BF1-4F46-9A3C-0FC890375398}" destId="{C0FA618C-0F5B-4A71-A92E-882C38BD9E2B}" srcOrd="0" destOrd="0" presId="urn:microsoft.com/office/officeart/2005/8/layout/hierarchy1"/>
    <dgm:cxn modelId="{DBD88477-AF53-4B87-B082-BAB93494CFD7}" type="presOf" srcId="{B494BF24-423F-445D-AEEE-C0EFFB4BFFDF}" destId="{E7CE19A9-0078-46FD-A0D2-3BEB0BA6618D}" srcOrd="0" destOrd="0" presId="urn:microsoft.com/office/officeart/2005/8/layout/hierarchy1"/>
    <dgm:cxn modelId="{6818A478-4490-48F7-95DD-CC29E6FF3254}" type="presOf" srcId="{E652253D-F226-4C5A-8FB3-54A4D9FF684A}" destId="{E9B14B63-F695-4C03-8C49-1BE84D91A26D}" srcOrd="0" destOrd="0" presId="urn:microsoft.com/office/officeart/2005/8/layout/hierarchy1"/>
    <dgm:cxn modelId="{756E5F81-CD01-4E75-853F-4EDED7FCD0D3}" type="presOf" srcId="{C57D10BA-AA4F-4AD0-B288-9783646D68B6}" destId="{344DD8C5-33F1-45C3-8900-EF7F57A76C33}" srcOrd="0" destOrd="0" presId="urn:microsoft.com/office/officeart/2005/8/layout/hierarchy1"/>
    <dgm:cxn modelId="{9B706981-1C92-4372-9F01-201F19CC5D81}" srcId="{BD2DF630-37EE-4295-8ED6-D653B1BF82DB}" destId="{D774AA2C-EE7A-41E4-A89F-1932410760D5}" srcOrd="0" destOrd="0" parTransId="{8A3F2016-3535-453C-A27A-614BE5C1686A}" sibTransId="{3A295047-2209-4470-B90E-D7E49E386018}"/>
    <dgm:cxn modelId="{74CFD382-46F5-4E0A-B805-C84E59372CE5}" srcId="{519BF11A-8C44-4D4A-A428-32CFC786AE42}" destId="{078AC0A9-0F85-4F69-BD63-4F2C8C0E488A}" srcOrd="0" destOrd="0" parTransId="{C57D10BA-AA4F-4AD0-B288-9783646D68B6}" sibTransId="{A64DAE3C-54E3-4762-B4B8-B7C901211D8D}"/>
    <dgm:cxn modelId="{54759C84-2BB4-424A-9D44-87923D8B0451}" type="presOf" srcId="{DD70814F-E1BC-4628-88D6-A4DF9FA095F7}" destId="{0C13BD87-9103-45D9-B8FF-66450D44AD36}" srcOrd="0" destOrd="0" presId="urn:microsoft.com/office/officeart/2005/8/layout/hierarchy1"/>
    <dgm:cxn modelId="{095EBB84-1D97-4548-AE34-089EE49962D1}" type="presOf" srcId="{08EEFF1B-4164-4B6D-9EF3-26646D5C9AD3}" destId="{EFFEF6BD-0EE9-4329-AD5B-5B12CA10DAE2}" srcOrd="0" destOrd="0" presId="urn:microsoft.com/office/officeart/2005/8/layout/hierarchy1"/>
    <dgm:cxn modelId="{E3896C87-79F3-42AC-896A-B454649F1E14}" type="presOf" srcId="{D79B5967-C59C-41E0-B5DD-4B2392F27BC1}" destId="{19740850-8B22-443E-8242-68D670F21AB7}" srcOrd="0" destOrd="0" presId="urn:microsoft.com/office/officeart/2005/8/layout/hierarchy1"/>
    <dgm:cxn modelId="{07D1ED93-1D39-4121-93BF-42898D973FF4}" srcId="{E61113F3-6B30-45E9-BD0B-5A9FF1196573}" destId="{519BF11A-8C44-4D4A-A428-32CFC786AE42}" srcOrd="0" destOrd="0" parTransId="{5A95F6AD-0607-4837-9982-51812EEB9550}" sibTransId="{001F0A3B-996B-434D-A4D8-B34A48EF83D7}"/>
    <dgm:cxn modelId="{C15EE79B-3A80-4685-9479-E3AA2CBC302D}" type="presOf" srcId="{310BD0D3-AB58-40BC-A63D-E9588FC725DC}" destId="{E50F88CC-12A4-4C27-B4FB-5783FD8645CC}" srcOrd="0" destOrd="0" presId="urn:microsoft.com/office/officeart/2005/8/layout/hierarchy1"/>
    <dgm:cxn modelId="{7A97189E-769D-4765-8D70-F2B0B22C7630}" type="presOf" srcId="{E9835BC9-FDDA-4653-A5ED-4B90CA100500}" destId="{78BD3CDA-BF9B-4896-A613-1BDEA306A7B5}" srcOrd="0" destOrd="0" presId="urn:microsoft.com/office/officeart/2005/8/layout/hierarchy1"/>
    <dgm:cxn modelId="{AE2478A1-D094-416C-80D3-E32BB1BA07D5}" srcId="{519BF11A-8C44-4D4A-A428-32CFC786AE42}" destId="{DC76B382-8868-4E66-8D9A-66ACD389AB58}" srcOrd="1" destOrd="0" parTransId="{E9835BC9-FDDA-4653-A5ED-4B90CA100500}" sibTransId="{7A6D1E30-1FF9-40D5-9B56-CA4942458389}"/>
    <dgm:cxn modelId="{F61B0BA2-FC3D-47BB-92D1-4C7250DF2E1E}" srcId="{519BF11A-8C44-4D4A-A428-32CFC786AE42}" destId="{A2714BF7-AA9B-4B05-B7CF-E9D64F76B86D}" srcOrd="2" destOrd="0" parTransId="{DB6C4ED8-AE6D-4772-98A7-8192E08DF158}" sibTransId="{B031ADCA-8443-4CE2-8DCA-88137EB6AC88}"/>
    <dgm:cxn modelId="{35B11BA4-53EA-4DBA-B234-D8383C04E156}" type="presOf" srcId="{EA817168-8261-4319-ACA4-C63F95D70949}" destId="{F2587F02-5050-4F79-9DDB-82517F4C39D3}" srcOrd="0" destOrd="0" presId="urn:microsoft.com/office/officeart/2005/8/layout/hierarchy1"/>
    <dgm:cxn modelId="{FFFEDDA5-123C-4FE3-8317-A7A53F18E1C0}" type="presOf" srcId="{A2714BF7-AA9B-4B05-B7CF-E9D64F76B86D}" destId="{A02E0DF4-6618-4979-8BE6-D3855774B123}" srcOrd="0" destOrd="0" presId="urn:microsoft.com/office/officeart/2005/8/layout/hierarchy1"/>
    <dgm:cxn modelId="{60A7EFAE-2DB1-4754-80F6-5B9F3D011F5B}" srcId="{6AF216B7-0512-45F6-B1FB-00ECB25E4339}" destId="{507A9254-4216-4284-9D47-C38C19CF811C}" srcOrd="0" destOrd="0" parTransId="{4E5394E9-91F4-484D-87F4-155EBDE20F31}" sibTransId="{9B39BDA0-022A-4D0E-9F39-AC59CA7A6C1B}"/>
    <dgm:cxn modelId="{38FB97B1-9409-407A-A60E-B8DF426832A2}" type="presOf" srcId="{17C587C9-1B5A-41EC-88F7-0B4507502FFA}" destId="{36165E20-E9CE-4D9E-BCB2-A90ECDA3167C}" srcOrd="0" destOrd="0" presId="urn:microsoft.com/office/officeart/2005/8/layout/hierarchy1"/>
    <dgm:cxn modelId="{27D9C3B2-0252-43AF-A432-C8E5CDC552CA}" srcId="{B494BF24-423F-445D-AEEE-C0EFFB4BFFDF}" destId="{D79B5967-C59C-41E0-B5DD-4B2392F27BC1}" srcOrd="0" destOrd="0" parTransId="{E652253D-F226-4C5A-8FB3-54A4D9FF684A}" sibTransId="{BBA1AFF5-4EB0-457B-B2CD-15B894966962}"/>
    <dgm:cxn modelId="{40975EB3-D66D-4C7F-B489-4EE325F8796B}" type="presOf" srcId="{D1265061-C62C-4925-B41F-C16E2D127ABD}" destId="{4467C23F-5C13-4526-A35D-CD68DCFE2706}" srcOrd="0" destOrd="0" presId="urn:microsoft.com/office/officeart/2005/8/layout/hierarchy1"/>
    <dgm:cxn modelId="{CCA418BC-D166-4725-91ED-2DDD86663E97}" srcId="{078AC0A9-0F85-4F69-BD63-4F2C8C0E488A}" destId="{E1359116-86FC-453C-A7AF-3164C32FDB9D}" srcOrd="0" destOrd="0" parTransId="{268E1735-1243-44B0-8264-8D0D9F5C95CE}" sibTransId="{70BB0F12-22BD-4ED5-9762-3FD7FC7C3089}"/>
    <dgm:cxn modelId="{0D7A1BC4-5D39-496B-9DAE-1B3C471754EA}" type="presOf" srcId="{4E5394E9-91F4-484D-87F4-155EBDE20F31}" destId="{152B2297-490A-41A3-A091-8C43D7D57E7C}" srcOrd="0" destOrd="0" presId="urn:microsoft.com/office/officeart/2005/8/layout/hierarchy1"/>
    <dgm:cxn modelId="{C2BDC0C9-BA02-4C24-B649-610194D3881B}" type="presOf" srcId="{078AC0A9-0F85-4F69-BD63-4F2C8C0E488A}" destId="{FB03CAEC-CB6A-41C5-9018-1AC8E3F54AD0}" srcOrd="0" destOrd="0" presId="urn:microsoft.com/office/officeart/2005/8/layout/hierarchy1"/>
    <dgm:cxn modelId="{C5173ADA-25CE-4668-B430-C6B141EB9A24}" type="presOf" srcId="{C731371D-A3D8-4789-952B-54F1A86AEBE5}" destId="{1ED7B016-82CD-46FF-839D-260238F57899}" srcOrd="0" destOrd="0" presId="urn:microsoft.com/office/officeart/2005/8/layout/hierarchy1"/>
    <dgm:cxn modelId="{05A051DC-0D25-4CEA-86AE-881E7F5F092B}" type="presOf" srcId="{DC76B382-8868-4E66-8D9A-66ACD389AB58}" destId="{57BBE6EA-21E6-443F-92C1-999D0A874584}" srcOrd="0" destOrd="0" presId="urn:microsoft.com/office/officeart/2005/8/layout/hierarchy1"/>
    <dgm:cxn modelId="{0C8514E1-6373-4B66-B074-799A9088C451}" srcId="{519BF11A-8C44-4D4A-A428-32CFC786AE42}" destId="{DD70814F-E1BC-4628-88D6-A4DF9FA095F7}" srcOrd="3" destOrd="0" parTransId="{5C08F4C0-FC12-4893-B906-A2AD75B2CC0A}" sibTransId="{6ABF815C-9283-4340-961A-DAFA9314B135}"/>
    <dgm:cxn modelId="{3DC477E2-4042-4AF4-8B86-9B2A32B9D78A}" type="presOf" srcId="{D26E0D02-BD96-4F9C-B223-5C6FE2BA3397}" destId="{1383A2F0-9CCD-4B72-9AA1-0CBF08FF17F3}" srcOrd="0" destOrd="0" presId="urn:microsoft.com/office/officeart/2005/8/layout/hierarchy1"/>
    <dgm:cxn modelId="{986A8AE3-FE53-4DB2-ACAC-29A24FA775BF}" type="presOf" srcId="{AA566D3D-0080-4E82-BE69-0A84C7EC2E1A}" destId="{90E7C94D-4CB5-47AC-8A4D-2BA177AC9DC3}" srcOrd="0" destOrd="0" presId="urn:microsoft.com/office/officeart/2005/8/layout/hierarchy1"/>
    <dgm:cxn modelId="{5E604AEC-D328-46FE-B158-C8AD9861367E}" srcId="{17C587C9-1B5A-41EC-88F7-0B4507502FFA}" destId="{6AF216B7-0512-45F6-B1FB-00ECB25E4339}" srcOrd="0" destOrd="0" parTransId="{2195C9B4-00BD-4F2E-9C1A-08714BECFFE3}" sibTransId="{731B187D-32FB-4C3A-BD51-6A746A221236}"/>
    <dgm:cxn modelId="{9F9493F7-C3B5-41E4-97AB-DD8BD9CF3B86}" type="presOf" srcId="{74F2B56F-F928-40A0-AF10-562B5F8CA1B9}" destId="{AEC70AF0-6F92-4EAE-B4E5-92DA770E1FEF}" srcOrd="0" destOrd="0" presId="urn:microsoft.com/office/officeart/2005/8/layout/hierarchy1"/>
    <dgm:cxn modelId="{B40A18F8-D3CF-40F5-AB39-CE8365C99D0F}" type="presOf" srcId="{C4298A73-30D3-4F63-95D7-A346B541771E}" destId="{60DC76DE-73A6-4245-A520-8BDB5275558D}" srcOrd="0" destOrd="0" presId="urn:microsoft.com/office/officeart/2005/8/layout/hierarchy1"/>
    <dgm:cxn modelId="{56A1A1F8-9708-4AB1-93B3-C5173D720E52}" srcId="{EA817168-8261-4319-ACA4-C63F95D70949}" destId="{5CFCED6A-A3D9-44CE-AE0E-66CA51336393}" srcOrd="0" destOrd="0" parTransId="{A39686DD-D7C1-4253-A753-CCD38ECA3DBD}" sibTransId="{DD8ED114-F05E-4B49-9862-AA94EBBC4737}"/>
    <dgm:cxn modelId="{919355FE-C45C-4AAA-AA5F-9E88A1616F7E}" type="presOf" srcId="{1A63F611-C139-4D6B-A859-58C45D7D9C77}" destId="{D7A955D6-5669-4E17-AEF1-27F7856D69DD}" srcOrd="0" destOrd="0" presId="urn:microsoft.com/office/officeart/2005/8/layout/hierarchy1"/>
    <dgm:cxn modelId="{4E1ED5FE-7E59-432D-9A89-1ECBE510D63C}" type="presOf" srcId="{507A9254-4216-4284-9D47-C38C19CF811C}" destId="{A1814021-E086-4E60-9BCF-BEF365C239B7}" srcOrd="0" destOrd="0" presId="urn:microsoft.com/office/officeart/2005/8/layout/hierarchy1"/>
    <dgm:cxn modelId="{557F80F3-2AB1-49F9-B86F-2D924FC9D34F}" type="presParOf" srcId="{D98CE1A5-1394-4FD8-A7D2-AF1E1AB7C730}" destId="{4CA2FE76-D4F3-468D-BAA6-C1051F8E534C}" srcOrd="0" destOrd="0" presId="urn:microsoft.com/office/officeart/2005/8/layout/hierarchy1"/>
    <dgm:cxn modelId="{9BFB550B-E7EA-4385-A6C5-F6DF098AF5A3}" type="presParOf" srcId="{4CA2FE76-D4F3-468D-BAA6-C1051F8E534C}" destId="{C5ABB6A4-E7CA-4963-8480-682586A839EF}" srcOrd="0" destOrd="0" presId="urn:microsoft.com/office/officeart/2005/8/layout/hierarchy1"/>
    <dgm:cxn modelId="{EC275194-0D12-46E5-8295-625FE6AAA004}" type="presParOf" srcId="{C5ABB6A4-E7CA-4963-8480-682586A839EF}" destId="{E6BB1F68-98DE-4350-B6B8-13ECB9AD6E45}" srcOrd="0" destOrd="0" presId="urn:microsoft.com/office/officeart/2005/8/layout/hierarchy1"/>
    <dgm:cxn modelId="{E4218F01-65FB-4940-8AA3-42649796AFBB}" type="presParOf" srcId="{C5ABB6A4-E7CA-4963-8480-682586A839EF}" destId="{FC3A0501-6369-4F28-9C89-FB08F6F9037F}" srcOrd="1" destOrd="0" presId="urn:microsoft.com/office/officeart/2005/8/layout/hierarchy1"/>
    <dgm:cxn modelId="{0ABA31A8-FAAB-4F57-AF96-A05CB920F169}" type="presParOf" srcId="{4CA2FE76-D4F3-468D-BAA6-C1051F8E534C}" destId="{AE6845B5-9FCA-49C1-980F-8A7A54C6FB73}" srcOrd="1" destOrd="0" presId="urn:microsoft.com/office/officeart/2005/8/layout/hierarchy1"/>
    <dgm:cxn modelId="{7AFD3AD5-6F0D-4D4C-BE26-82A1AA65FF4E}" type="presParOf" srcId="{AE6845B5-9FCA-49C1-980F-8A7A54C6FB73}" destId="{344DD8C5-33F1-45C3-8900-EF7F57A76C33}" srcOrd="0" destOrd="0" presId="urn:microsoft.com/office/officeart/2005/8/layout/hierarchy1"/>
    <dgm:cxn modelId="{18898E78-1892-4092-9121-8B67A81A3EE4}" type="presParOf" srcId="{AE6845B5-9FCA-49C1-980F-8A7A54C6FB73}" destId="{813544CF-B2C4-4562-B0B7-9C8DA5917D9E}" srcOrd="1" destOrd="0" presId="urn:microsoft.com/office/officeart/2005/8/layout/hierarchy1"/>
    <dgm:cxn modelId="{E94686E9-9DB9-4F28-8C66-7A6E02BC29FA}" type="presParOf" srcId="{813544CF-B2C4-4562-B0B7-9C8DA5917D9E}" destId="{638D9D9B-4D88-40A9-9EF3-B45A9A7300F2}" srcOrd="0" destOrd="0" presId="urn:microsoft.com/office/officeart/2005/8/layout/hierarchy1"/>
    <dgm:cxn modelId="{720AF6CA-A88A-44C1-93F9-0F64311EA730}" type="presParOf" srcId="{638D9D9B-4D88-40A9-9EF3-B45A9A7300F2}" destId="{E0118946-BE47-4AB7-BF56-B221E497DFD5}" srcOrd="0" destOrd="0" presId="urn:microsoft.com/office/officeart/2005/8/layout/hierarchy1"/>
    <dgm:cxn modelId="{307593E4-FFFB-4865-8035-3B9D03787848}" type="presParOf" srcId="{638D9D9B-4D88-40A9-9EF3-B45A9A7300F2}" destId="{FB03CAEC-CB6A-41C5-9018-1AC8E3F54AD0}" srcOrd="1" destOrd="0" presId="urn:microsoft.com/office/officeart/2005/8/layout/hierarchy1"/>
    <dgm:cxn modelId="{E787BC2C-E234-4302-9FB0-EB8C440184C7}" type="presParOf" srcId="{813544CF-B2C4-4562-B0B7-9C8DA5917D9E}" destId="{B8C36BC2-10B6-4A42-A7BF-FF6FF3906942}" srcOrd="1" destOrd="0" presId="urn:microsoft.com/office/officeart/2005/8/layout/hierarchy1"/>
    <dgm:cxn modelId="{0A4F6F28-DDB2-4AA2-AB5D-B0D3D834A173}" type="presParOf" srcId="{B8C36BC2-10B6-4A42-A7BF-FF6FF3906942}" destId="{08D75BA0-97A0-45C0-9832-F7E99796F6B3}" srcOrd="0" destOrd="0" presId="urn:microsoft.com/office/officeart/2005/8/layout/hierarchy1"/>
    <dgm:cxn modelId="{1A8A44E6-60FA-4590-96B8-000BDDD950A7}" type="presParOf" srcId="{B8C36BC2-10B6-4A42-A7BF-FF6FF3906942}" destId="{1AE5FD0D-CAA1-45F0-98AF-B60F3D1DA8ED}" srcOrd="1" destOrd="0" presId="urn:microsoft.com/office/officeart/2005/8/layout/hierarchy1"/>
    <dgm:cxn modelId="{D500A853-1274-40A5-834C-707C60851925}" type="presParOf" srcId="{1AE5FD0D-CAA1-45F0-98AF-B60F3D1DA8ED}" destId="{ECA9FBE1-EC9A-499C-AC88-A0D988FAFE7A}" srcOrd="0" destOrd="0" presId="urn:microsoft.com/office/officeart/2005/8/layout/hierarchy1"/>
    <dgm:cxn modelId="{E0766114-710C-4AC1-8266-EB8B910EAF04}" type="presParOf" srcId="{ECA9FBE1-EC9A-499C-AC88-A0D988FAFE7A}" destId="{D1A11D24-0EBD-470F-9978-A2F97E64CACD}" srcOrd="0" destOrd="0" presId="urn:microsoft.com/office/officeart/2005/8/layout/hierarchy1"/>
    <dgm:cxn modelId="{CEEA7D7B-1F56-4B45-A317-7EC6C74E041F}" type="presParOf" srcId="{ECA9FBE1-EC9A-499C-AC88-A0D988FAFE7A}" destId="{13E07326-C321-4CDA-822F-C339DB195D62}" srcOrd="1" destOrd="0" presId="urn:microsoft.com/office/officeart/2005/8/layout/hierarchy1"/>
    <dgm:cxn modelId="{CD97925D-0852-416B-8DBC-73091C78585C}" type="presParOf" srcId="{1AE5FD0D-CAA1-45F0-98AF-B60F3D1DA8ED}" destId="{B13D3BF1-89FE-4E8A-A440-ADD16A1AC165}" srcOrd="1" destOrd="0" presId="urn:microsoft.com/office/officeart/2005/8/layout/hierarchy1"/>
    <dgm:cxn modelId="{2B56224D-7881-4F4D-AAEB-1A63E02A8786}" type="presParOf" srcId="{B13D3BF1-89FE-4E8A-A440-ADD16A1AC165}" destId="{8BB20AED-B2DF-48BE-9FFE-E97790B5E52B}" srcOrd="0" destOrd="0" presId="urn:microsoft.com/office/officeart/2005/8/layout/hierarchy1"/>
    <dgm:cxn modelId="{B0A7993E-34C0-40B4-8DD0-D31221787B3A}" type="presParOf" srcId="{B13D3BF1-89FE-4E8A-A440-ADD16A1AC165}" destId="{2F048BEB-E941-4AB2-860F-6761B49632DB}" srcOrd="1" destOrd="0" presId="urn:microsoft.com/office/officeart/2005/8/layout/hierarchy1"/>
    <dgm:cxn modelId="{E30EAB16-C558-4A27-8C52-63B08CF89ED5}" type="presParOf" srcId="{2F048BEB-E941-4AB2-860F-6761B49632DB}" destId="{9CE95759-1448-4644-BEA9-DA07DB3B7FCF}" srcOrd="0" destOrd="0" presId="urn:microsoft.com/office/officeart/2005/8/layout/hierarchy1"/>
    <dgm:cxn modelId="{3A066FBC-DA0E-4907-8C04-41E047869A5E}" type="presParOf" srcId="{9CE95759-1448-4644-BEA9-DA07DB3B7FCF}" destId="{13952FE4-8949-4682-8F13-752429195B13}" srcOrd="0" destOrd="0" presId="urn:microsoft.com/office/officeart/2005/8/layout/hierarchy1"/>
    <dgm:cxn modelId="{0FF44D64-44BF-47F1-9D63-CBD982C175BA}" type="presParOf" srcId="{9CE95759-1448-4644-BEA9-DA07DB3B7FCF}" destId="{1383A2F0-9CCD-4B72-9AA1-0CBF08FF17F3}" srcOrd="1" destOrd="0" presId="urn:microsoft.com/office/officeart/2005/8/layout/hierarchy1"/>
    <dgm:cxn modelId="{1587CFB7-73C2-40F7-89A5-512FA607BC5E}" type="presParOf" srcId="{2F048BEB-E941-4AB2-860F-6761B49632DB}" destId="{809763B6-194B-40AD-AD0E-70077AE36FAE}" srcOrd="1" destOrd="0" presId="urn:microsoft.com/office/officeart/2005/8/layout/hierarchy1"/>
    <dgm:cxn modelId="{16034CD9-1141-476A-A7F8-1D8A172E9ABB}" type="presParOf" srcId="{809763B6-194B-40AD-AD0E-70077AE36FAE}" destId="{1ED7B016-82CD-46FF-839D-260238F57899}" srcOrd="0" destOrd="0" presId="urn:microsoft.com/office/officeart/2005/8/layout/hierarchy1"/>
    <dgm:cxn modelId="{CD9DB51B-45E0-46F0-94E4-315B4754B980}" type="presParOf" srcId="{809763B6-194B-40AD-AD0E-70077AE36FAE}" destId="{B13530C0-AEE2-4A87-B6F3-A5A614C1510D}" srcOrd="1" destOrd="0" presId="urn:microsoft.com/office/officeart/2005/8/layout/hierarchy1"/>
    <dgm:cxn modelId="{C7844633-8774-4866-B15A-3ECB7BF34628}" type="presParOf" srcId="{B13530C0-AEE2-4A87-B6F3-A5A614C1510D}" destId="{5353F4EE-FE73-4CFE-BEA2-A299E6616CFF}" srcOrd="0" destOrd="0" presId="urn:microsoft.com/office/officeart/2005/8/layout/hierarchy1"/>
    <dgm:cxn modelId="{13AE9984-BA5A-4013-A46D-15670C15523C}" type="presParOf" srcId="{5353F4EE-FE73-4CFE-BEA2-A299E6616CFF}" destId="{CD59C700-6D59-4E7D-AC25-14B5465843A6}" srcOrd="0" destOrd="0" presId="urn:microsoft.com/office/officeart/2005/8/layout/hierarchy1"/>
    <dgm:cxn modelId="{14D4AF13-6060-4E40-BFCC-AF8CB4CD1943}" type="presParOf" srcId="{5353F4EE-FE73-4CFE-BEA2-A299E6616CFF}" destId="{36165E20-E9CE-4D9E-BCB2-A90ECDA3167C}" srcOrd="1" destOrd="0" presId="urn:microsoft.com/office/officeart/2005/8/layout/hierarchy1"/>
    <dgm:cxn modelId="{B36E63FB-C063-482A-8F74-3A3E5496E61D}" type="presParOf" srcId="{B13530C0-AEE2-4A87-B6F3-A5A614C1510D}" destId="{F0F9CAB1-5888-41C4-9CC3-BC35595F0F46}" srcOrd="1" destOrd="0" presId="urn:microsoft.com/office/officeart/2005/8/layout/hierarchy1"/>
    <dgm:cxn modelId="{D14DA344-0E01-4F4B-B3B4-3D3DBEF855CE}" type="presParOf" srcId="{F0F9CAB1-5888-41C4-9CC3-BC35595F0F46}" destId="{CF48BDB0-C4B8-4ABF-AE0B-2DC6ACD41DB2}" srcOrd="0" destOrd="0" presId="urn:microsoft.com/office/officeart/2005/8/layout/hierarchy1"/>
    <dgm:cxn modelId="{072D1C3D-2A48-4546-AA76-12D99796D8B5}" type="presParOf" srcId="{F0F9CAB1-5888-41C4-9CC3-BC35595F0F46}" destId="{CE7C923F-935B-41A1-BD8C-343D1918687F}" srcOrd="1" destOrd="0" presId="urn:microsoft.com/office/officeart/2005/8/layout/hierarchy1"/>
    <dgm:cxn modelId="{B5EB3E4D-D6C3-432F-8BDD-B547533913D8}" type="presParOf" srcId="{CE7C923F-935B-41A1-BD8C-343D1918687F}" destId="{DDB7F631-0D30-4A9E-82EB-E3153DD04EE3}" srcOrd="0" destOrd="0" presId="urn:microsoft.com/office/officeart/2005/8/layout/hierarchy1"/>
    <dgm:cxn modelId="{FF18B484-0923-4CDA-91F3-B57200F7EB95}" type="presParOf" srcId="{DDB7F631-0D30-4A9E-82EB-E3153DD04EE3}" destId="{19E2BC13-44F5-4934-A1CE-DA5FD6957830}" srcOrd="0" destOrd="0" presId="urn:microsoft.com/office/officeart/2005/8/layout/hierarchy1"/>
    <dgm:cxn modelId="{63AC6084-01C2-4DA2-8120-C151138777A9}" type="presParOf" srcId="{DDB7F631-0D30-4A9E-82EB-E3153DD04EE3}" destId="{FC933057-6F92-4D39-AFB0-0293BFA5B229}" srcOrd="1" destOrd="0" presId="urn:microsoft.com/office/officeart/2005/8/layout/hierarchy1"/>
    <dgm:cxn modelId="{23377E9B-C5BA-492D-BB7A-742A8381CC1D}" type="presParOf" srcId="{CE7C923F-935B-41A1-BD8C-343D1918687F}" destId="{F7D3236D-1381-4D46-B9A7-83F44B444D04}" srcOrd="1" destOrd="0" presId="urn:microsoft.com/office/officeart/2005/8/layout/hierarchy1"/>
    <dgm:cxn modelId="{8FBABD40-E13F-4C41-815F-9BCBCD6E1E16}" type="presParOf" srcId="{F7D3236D-1381-4D46-B9A7-83F44B444D04}" destId="{152B2297-490A-41A3-A091-8C43D7D57E7C}" srcOrd="0" destOrd="0" presId="urn:microsoft.com/office/officeart/2005/8/layout/hierarchy1"/>
    <dgm:cxn modelId="{5CBB2BA9-F654-4E9C-B782-A8127418560C}" type="presParOf" srcId="{F7D3236D-1381-4D46-B9A7-83F44B444D04}" destId="{7EE79C5B-512F-491B-BB1E-AA0C20DC53E4}" srcOrd="1" destOrd="0" presId="urn:microsoft.com/office/officeart/2005/8/layout/hierarchy1"/>
    <dgm:cxn modelId="{9FD95844-A402-4614-AF5C-145002503365}" type="presParOf" srcId="{7EE79C5B-512F-491B-BB1E-AA0C20DC53E4}" destId="{66F8AB83-7B62-4F82-95AF-4B362E94EFE8}" srcOrd="0" destOrd="0" presId="urn:microsoft.com/office/officeart/2005/8/layout/hierarchy1"/>
    <dgm:cxn modelId="{5D783635-48DC-4ED1-9035-1996D1BAB139}" type="presParOf" srcId="{66F8AB83-7B62-4F82-95AF-4B362E94EFE8}" destId="{DD3FC7C4-84EE-45E9-BD9D-3594B407B98C}" srcOrd="0" destOrd="0" presId="urn:microsoft.com/office/officeart/2005/8/layout/hierarchy1"/>
    <dgm:cxn modelId="{7D2A2DBE-DEEA-40AD-AABD-CCBF387E7311}" type="presParOf" srcId="{66F8AB83-7B62-4F82-95AF-4B362E94EFE8}" destId="{A1814021-E086-4E60-9BCF-BEF365C239B7}" srcOrd="1" destOrd="0" presId="urn:microsoft.com/office/officeart/2005/8/layout/hierarchy1"/>
    <dgm:cxn modelId="{80D71C95-3D1B-4456-A76D-751D765583A3}" type="presParOf" srcId="{7EE79C5B-512F-491B-BB1E-AA0C20DC53E4}" destId="{4CC1AE32-2473-4AAA-873D-8AAFAF4F004D}" srcOrd="1" destOrd="0" presId="urn:microsoft.com/office/officeart/2005/8/layout/hierarchy1"/>
    <dgm:cxn modelId="{34430706-C907-4D18-BCD8-CD33E7BF1D63}" type="presParOf" srcId="{AE6845B5-9FCA-49C1-980F-8A7A54C6FB73}" destId="{78BD3CDA-BF9B-4896-A613-1BDEA306A7B5}" srcOrd="2" destOrd="0" presId="urn:microsoft.com/office/officeart/2005/8/layout/hierarchy1"/>
    <dgm:cxn modelId="{0178D176-F330-4CA3-8082-C439E45D7C8D}" type="presParOf" srcId="{AE6845B5-9FCA-49C1-980F-8A7A54C6FB73}" destId="{7D3247D1-661D-4795-8804-439942CE8570}" srcOrd="3" destOrd="0" presId="urn:microsoft.com/office/officeart/2005/8/layout/hierarchy1"/>
    <dgm:cxn modelId="{80C1A05A-AD04-443B-ACB8-626C69FF1C52}" type="presParOf" srcId="{7D3247D1-661D-4795-8804-439942CE8570}" destId="{A4352833-6DC2-4625-8502-03515F538ADC}" srcOrd="0" destOrd="0" presId="urn:microsoft.com/office/officeart/2005/8/layout/hierarchy1"/>
    <dgm:cxn modelId="{AFA44B8B-0893-486D-B99B-29D7467D9D98}" type="presParOf" srcId="{A4352833-6DC2-4625-8502-03515F538ADC}" destId="{49D2BCAF-0D3F-4421-8736-F4117E6EF186}" srcOrd="0" destOrd="0" presId="urn:microsoft.com/office/officeart/2005/8/layout/hierarchy1"/>
    <dgm:cxn modelId="{6F82B136-BB27-4898-8E9F-14BEBD00EFDF}" type="presParOf" srcId="{A4352833-6DC2-4625-8502-03515F538ADC}" destId="{57BBE6EA-21E6-443F-92C1-999D0A874584}" srcOrd="1" destOrd="0" presId="urn:microsoft.com/office/officeart/2005/8/layout/hierarchy1"/>
    <dgm:cxn modelId="{C37065A3-D78A-4331-BE4A-FD5E0DE5019F}" type="presParOf" srcId="{7D3247D1-661D-4795-8804-439942CE8570}" destId="{B96F8443-6AC3-4C29-B1D5-442DD2F39F1C}" srcOrd="1" destOrd="0" presId="urn:microsoft.com/office/officeart/2005/8/layout/hierarchy1"/>
    <dgm:cxn modelId="{68A24A9B-9F49-4AA6-B27D-89FAB1B86B30}" type="presParOf" srcId="{B96F8443-6AC3-4C29-B1D5-442DD2F39F1C}" destId="{90E7C94D-4CB5-47AC-8A4D-2BA177AC9DC3}" srcOrd="0" destOrd="0" presId="urn:microsoft.com/office/officeart/2005/8/layout/hierarchy1"/>
    <dgm:cxn modelId="{73F6104C-3A55-4C50-BEB6-5ABE2B612C04}" type="presParOf" srcId="{B96F8443-6AC3-4C29-B1D5-442DD2F39F1C}" destId="{A97DF8FC-9DA7-4313-8443-6CF07342A033}" srcOrd="1" destOrd="0" presId="urn:microsoft.com/office/officeart/2005/8/layout/hierarchy1"/>
    <dgm:cxn modelId="{D9EA7DAA-BAD9-4934-9738-0142658A9CEF}" type="presParOf" srcId="{A97DF8FC-9DA7-4313-8443-6CF07342A033}" destId="{840CF9C7-6610-4083-8AC9-75575CE4A1B4}" srcOrd="0" destOrd="0" presId="urn:microsoft.com/office/officeart/2005/8/layout/hierarchy1"/>
    <dgm:cxn modelId="{A14E7CBB-A328-4287-9E82-AD36EDD8F6B2}" type="presParOf" srcId="{840CF9C7-6610-4083-8AC9-75575CE4A1B4}" destId="{2D6536F8-B5BB-4B35-A3B5-B180028CD3F8}" srcOrd="0" destOrd="0" presId="urn:microsoft.com/office/officeart/2005/8/layout/hierarchy1"/>
    <dgm:cxn modelId="{9356B34A-16A2-4070-AE71-80672337FFE3}" type="presParOf" srcId="{840CF9C7-6610-4083-8AC9-75575CE4A1B4}" destId="{C0FA618C-0F5B-4A71-A92E-882C38BD9E2B}" srcOrd="1" destOrd="0" presId="urn:microsoft.com/office/officeart/2005/8/layout/hierarchy1"/>
    <dgm:cxn modelId="{347D9C55-52F3-40D3-8008-35BB97D8DA57}" type="presParOf" srcId="{A97DF8FC-9DA7-4313-8443-6CF07342A033}" destId="{24B1A7B9-D6BB-4C2C-B5AB-E5EE426F6E07}" srcOrd="1" destOrd="0" presId="urn:microsoft.com/office/officeart/2005/8/layout/hierarchy1"/>
    <dgm:cxn modelId="{3B504F99-E040-45CC-9336-4140D1E07AF0}" type="presParOf" srcId="{24B1A7B9-D6BB-4C2C-B5AB-E5EE426F6E07}" destId="{11E17594-286A-4DF8-8C62-04294B6BD8BE}" srcOrd="0" destOrd="0" presId="urn:microsoft.com/office/officeart/2005/8/layout/hierarchy1"/>
    <dgm:cxn modelId="{50553E82-9BDD-451C-84FE-D91E5659B896}" type="presParOf" srcId="{24B1A7B9-D6BB-4C2C-B5AB-E5EE426F6E07}" destId="{F19EDE6C-117F-4AAA-B7E5-65ED1B35F8CF}" srcOrd="1" destOrd="0" presId="urn:microsoft.com/office/officeart/2005/8/layout/hierarchy1"/>
    <dgm:cxn modelId="{FB7758A8-40C5-4C82-B2DC-31184881461C}" type="presParOf" srcId="{F19EDE6C-117F-4AAA-B7E5-65ED1B35F8CF}" destId="{907F11BA-777A-4A06-AF87-C052FD0A1031}" srcOrd="0" destOrd="0" presId="urn:microsoft.com/office/officeart/2005/8/layout/hierarchy1"/>
    <dgm:cxn modelId="{6857F49C-389B-4A38-9D71-E485CD8D922E}" type="presParOf" srcId="{907F11BA-777A-4A06-AF87-C052FD0A1031}" destId="{9B9E4153-2242-4EDC-8E52-E564A1EEF625}" srcOrd="0" destOrd="0" presId="urn:microsoft.com/office/officeart/2005/8/layout/hierarchy1"/>
    <dgm:cxn modelId="{A4AB4526-ACD3-4F5D-9920-DDE3A9FE7FFD}" type="presParOf" srcId="{907F11BA-777A-4A06-AF87-C052FD0A1031}" destId="{CFD4A877-7739-43BB-876C-CE48FA024603}" srcOrd="1" destOrd="0" presId="urn:microsoft.com/office/officeart/2005/8/layout/hierarchy1"/>
    <dgm:cxn modelId="{CDA80255-AE3A-4A76-ADCA-28BB03216067}" type="presParOf" srcId="{F19EDE6C-117F-4AAA-B7E5-65ED1B35F8CF}" destId="{17B85120-3CA6-4498-8B51-3999698B2A34}" srcOrd="1" destOrd="0" presId="urn:microsoft.com/office/officeart/2005/8/layout/hierarchy1"/>
    <dgm:cxn modelId="{7CF94578-B127-4F1A-BCE1-D1620D17BEF8}" type="presParOf" srcId="{17B85120-3CA6-4498-8B51-3999698B2A34}" destId="{0F6B5553-D6A7-4E4E-8B1F-97AD87475644}" srcOrd="0" destOrd="0" presId="urn:microsoft.com/office/officeart/2005/8/layout/hierarchy1"/>
    <dgm:cxn modelId="{12BEC4AD-25B4-4B14-8DC3-08EB5B0F9E26}" type="presParOf" srcId="{17B85120-3CA6-4498-8B51-3999698B2A34}" destId="{4108EDB5-6C60-4B11-BABD-AD8710C3DF55}" srcOrd="1" destOrd="0" presId="urn:microsoft.com/office/officeart/2005/8/layout/hierarchy1"/>
    <dgm:cxn modelId="{60D1FB70-6DBF-4C55-8896-11E79557664E}" type="presParOf" srcId="{4108EDB5-6C60-4B11-BABD-AD8710C3DF55}" destId="{F71A9401-F48D-4716-AEFE-CF44BF3BB838}" srcOrd="0" destOrd="0" presId="urn:microsoft.com/office/officeart/2005/8/layout/hierarchy1"/>
    <dgm:cxn modelId="{92A9ABD1-5E93-469F-83E0-AA2D2CFB70DA}" type="presParOf" srcId="{F71A9401-F48D-4716-AEFE-CF44BF3BB838}" destId="{68B2C7B8-FE7C-4434-8875-5D310F98A0E0}" srcOrd="0" destOrd="0" presId="urn:microsoft.com/office/officeart/2005/8/layout/hierarchy1"/>
    <dgm:cxn modelId="{57369B95-69E8-4D3F-A81C-6DC4FD1DB730}" type="presParOf" srcId="{F71A9401-F48D-4716-AEFE-CF44BF3BB838}" destId="{33302F64-678A-41D1-A1FD-3A1C3D349DE4}" srcOrd="1" destOrd="0" presId="urn:microsoft.com/office/officeart/2005/8/layout/hierarchy1"/>
    <dgm:cxn modelId="{6AFE5E29-BBD7-45E7-923D-1BECFBA1F5FA}" type="presParOf" srcId="{4108EDB5-6C60-4B11-BABD-AD8710C3DF55}" destId="{495E478D-9BDE-41E8-87D5-2D3A12471A0B}" srcOrd="1" destOrd="0" presId="urn:microsoft.com/office/officeart/2005/8/layout/hierarchy1"/>
    <dgm:cxn modelId="{28C6ECFB-6C5D-41AC-A701-927BBCD29B28}" type="presParOf" srcId="{495E478D-9BDE-41E8-87D5-2D3A12471A0B}" destId="{586A3D9E-8E75-4132-92F8-8BCD9857F40B}" srcOrd="0" destOrd="0" presId="urn:microsoft.com/office/officeart/2005/8/layout/hierarchy1"/>
    <dgm:cxn modelId="{D7B8FDFD-1089-4056-AD62-23770CFCB692}" type="presParOf" srcId="{495E478D-9BDE-41E8-87D5-2D3A12471A0B}" destId="{3BDDBF3F-1646-4D28-8AB2-EBB3B44D32C0}" srcOrd="1" destOrd="0" presId="urn:microsoft.com/office/officeart/2005/8/layout/hierarchy1"/>
    <dgm:cxn modelId="{6C5BDC1A-09D8-4D30-A93D-6230E1E3D586}" type="presParOf" srcId="{3BDDBF3F-1646-4D28-8AB2-EBB3B44D32C0}" destId="{30168A57-AFF6-4703-87B7-D168E47C5C38}" srcOrd="0" destOrd="0" presId="urn:microsoft.com/office/officeart/2005/8/layout/hierarchy1"/>
    <dgm:cxn modelId="{E31AFE68-971E-4155-819F-AC70F4E3052A}" type="presParOf" srcId="{30168A57-AFF6-4703-87B7-D168E47C5C38}" destId="{56C98933-3FF3-4669-82A5-0B9340685F73}" srcOrd="0" destOrd="0" presId="urn:microsoft.com/office/officeart/2005/8/layout/hierarchy1"/>
    <dgm:cxn modelId="{69CAA89A-E0F3-49C5-9A3A-716BF566B64D}" type="presParOf" srcId="{30168A57-AFF6-4703-87B7-D168E47C5C38}" destId="{525D46AD-B00B-4E53-B8E7-A89324737AD4}" srcOrd="1" destOrd="0" presId="urn:microsoft.com/office/officeart/2005/8/layout/hierarchy1"/>
    <dgm:cxn modelId="{855D11DB-2E8B-4805-ACD5-5BFCE3807E1E}" type="presParOf" srcId="{3BDDBF3F-1646-4D28-8AB2-EBB3B44D32C0}" destId="{9EC06D82-4956-4F73-85EB-2FA1737129D4}" srcOrd="1" destOrd="0" presId="urn:microsoft.com/office/officeart/2005/8/layout/hierarchy1"/>
    <dgm:cxn modelId="{49874376-D337-46AD-861D-0130E94F003A}" type="presParOf" srcId="{AE6845B5-9FCA-49C1-980F-8A7A54C6FB73}" destId="{5AC6F347-5DAF-4A1D-A94B-FC871D7EBD9C}" srcOrd="4" destOrd="0" presId="urn:microsoft.com/office/officeart/2005/8/layout/hierarchy1"/>
    <dgm:cxn modelId="{FFEBEFB0-73CB-4C92-985E-F44898743264}" type="presParOf" srcId="{AE6845B5-9FCA-49C1-980F-8A7A54C6FB73}" destId="{958EA89F-1C7F-49D1-B525-71147249F6EC}" srcOrd="5" destOrd="0" presId="urn:microsoft.com/office/officeart/2005/8/layout/hierarchy1"/>
    <dgm:cxn modelId="{8ECF9AF5-7AC5-4FB2-99A0-C25F01C9BCBC}" type="presParOf" srcId="{958EA89F-1C7F-49D1-B525-71147249F6EC}" destId="{104865AF-3766-4277-915C-EC3657F78EB4}" srcOrd="0" destOrd="0" presId="urn:microsoft.com/office/officeart/2005/8/layout/hierarchy1"/>
    <dgm:cxn modelId="{981F50D4-DD40-4420-B0EB-541D7519F826}" type="presParOf" srcId="{104865AF-3766-4277-915C-EC3657F78EB4}" destId="{BCA1AEF0-E29B-46F2-873D-B5F35866B3B3}" srcOrd="0" destOrd="0" presId="urn:microsoft.com/office/officeart/2005/8/layout/hierarchy1"/>
    <dgm:cxn modelId="{4C256EDD-BF54-4F5E-826E-F929D481AC0A}" type="presParOf" srcId="{104865AF-3766-4277-915C-EC3657F78EB4}" destId="{A02E0DF4-6618-4979-8BE6-D3855774B123}" srcOrd="1" destOrd="0" presId="urn:microsoft.com/office/officeart/2005/8/layout/hierarchy1"/>
    <dgm:cxn modelId="{816998AD-0CF6-4E7C-89A8-54AD7BB68787}" type="presParOf" srcId="{958EA89F-1C7F-49D1-B525-71147249F6EC}" destId="{A26F6E7E-FB46-4A58-84FB-68DDE6F84C1D}" srcOrd="1" destOrd="0" presId="urn:microsoft.com/office/officeart/2005/8/layout/hierarchy1"/>
    <dgm:cxn modelId="{4282AA98-F3DE-4403-AFEA-FA4D64B63C2A}" type="presParOf" srcId="{A26F6E7E-FB46-4A58-84FB-68DDE6F84C1D}" destId="{856960A6-98C5-4816-953E-D54A6741BF2E}" srcOrd="0" destOrd="0" presId="urn:microsoft.com/office/officeart/2005/8/layout/hierarchy1"/>
    <dgm:cxn modelId="{F4B5110F-2050-462F-B9CC-A37FBD04D9EE}" type="presParOf" srcId="{A26F6E7E-FB46-4A58-84FB-68DDE6F84C1D}" destId="{AE7BD7A0-E718-42CE-B1A4-40D7B0A8B7E3}" srcOrd="1" destOrd="0" presId="urn:microsoft.com/office/officeart/2005/8/layout/hierarchy1"/>
    <dgm:cxn modelId="{A050A072-1AC0-4F56-A790-AE26CD7E3A94}" type="presParOf" srcId="{AE7BD7A0-E718-42CE-B1A4-40D7B0A8B7E3}" destId="{42AC2184-7755-46CA-B1F2-7B34732BF0C5}" srcOrd="0" destOrd="0" presId="urn:microsoft.com/office/officeart/2005/8/layout/hierarchy1"/>
    <dgm:cxn modelId="{984A6156-01D6-438A-81F7-67D941F32E8A}" type="presParOf" srcId="{42AC2184-7755-46CA-B1F2-7B34732BF0C5}" destId="{7DDD100E-6D99-401E-A20B-E44B8887B32E}" srcOrd="0" destOrd="0" presId="urn:microsoft.com/office/officeart/2005/8/layout/hierarchy1"/>
    <dgm:cxn modelId="{9E4C220F-1B28-432C-8EB5-8B56476BEF67}" type="presParOf" srcId="{42AC2184-7755-46CA-B1F2-7B34732BF0C5}" destId="{F2587F02-5050-4F79-9DDB-82517F4C39D3}" srcOrd="1" destOrd="0" presId="urn:microsoft.com/office/officeart/2005/8/layout/hierarchy1"/>
    <dgm:cxn modelId="{4CCE8443-CE95-4363-AA6F-E6356BBE0DB5}" type="presParOf" srcId="{AE7BD7A0-E718-42CE-B1A4-40D7B0A8B7E3}" destId="{6614567D-F0B8-45FE-8159-2063B0F9F62D}" srcOrd="1" destOrd="0" presId="urn:microsoft.com/office/officeart/2005/8/layout/hierarchy1"/>
    <dgm:cxn modelId="{6A5C66E4-52DF-42F1-BA1A-DD7717882071}" type="presParOf" srcId="{6614567D-F0B8-45FE-8159-2063B0F9F62D}" destId="{BBC306AA-CA7B-4639-A5C8-B810D8451C9E}" srcOrd="0" destOrd="0" presId="urn:microsoft.com/office/officeart/2005/8/layout/hierarchy1"/>
    <dgm:cxn modelId="{B4AF1F47-66E9-4EB8-BC60-677C0EE2B206}" type="presParOf" srcId="{6614567D-F0B8-45FE-8159-2063B0F9F62D}" destId="{10B508C9-89E6-4200-9AF6-A78D13CBCA6F}" srcOrd="1" destOrd="0" presId="urn:microsoft.com/office/officeart/2005/8/layout/hierarchy1"/>
    <dgm:cxn modelId="{1438A623-6176-4B0C-851F-691AA91ED3AC}" type="presParOf" srcId="{10B508C9-89E6-4200-9AF6-A78D13CBCA6F}" destId="{49FF33EA-57C8-44C5-827C-8BB0ED1253A9}" srcOrd="0" destOrd="0" presId="urn:microsoft.com/office/officeart/2005/8/layout/hierarchy1"/>
    <dgm:cxn modelId="{28A43898-541C-4797-BA9B-A384E05725BF}" type="presParOf" srcId="{49FF33EA-57C8-44C5-827C-8BB0ED1253A9}" destId="{65A0BCF0-B885-45AE-83A6-7C8AEFC28A95}" srcOrd="0" destOrd="0" presId="urn:microsoft.com/office/officeart/2005/8/layout/hierarchy1"/>
    <dgm:cxn modelId="{730C7B64-1C97-450C-9601-1CD0D4FE7C59}" type="presParOf" srcId="{49FF33EA-57C8-44C5-827C-8BB0ED1253A9}" destId="{8D13544A-4A3D-4313-A999-E0DD636C3BE1}" srcOrd="1" destOrd="0" presId="urn:microsoft.com/office/officeart/2005/8/layout/hierarchy1"/>
    <dgm:cxn modelId="{B794E0BE-FEB3-4EE3-809A-A515E70C5B38}" type="presParOf" srcId="{10B508C9-89E6-4200-9AF6-A78D13CBCA6F}" destId="{22FBAF12-0334-404D-981D-7D356449AA86}" srcOrd="1" destOrd="0" presId="urn:microsoft.com/office/officeart/2005/8/layout/hierarchy1"/>
    <dgm:cxn modelId="{458A2AF5-B366-49CE-A8BE-D1AC02CA2051}" type="presParOf" srcId="{AE6845B5-9FCA-49C1-980F-8A7A54C6FB73}" destId="{6F3263F2-0F89-4A01-9C86-412F860E561F}" srcOrd="6" destOrd="0" presId="urn:microsoft.com/office/officeart/2005/8/layout/hierarchy1"/>
    <dgm:cxn modelId="{6C2F7D32-51F3-4888-B945-D2461308E2A2}" type="presParOf" srcId="{AE6845B5-9FCA-49C1-980F-8A7A54C6FB73}" destId="{48A7A511-34D9-476D-9104-2FE770700EDC}" srcOrd="7" destOrd="0" presId="urn:microsoft.com/office/officeart/2005/8/layout/hierarchy1"/>
    <dgm:cxn modelId="{C2B7B863-4460-488E-BF0D-F6C2B081B47C}" type="presParOf" srcId="{48A7A511-34D9-476D-9104-2FE770700EDC}" destId="{7056EA3F-16BB-4425-B64F-3FC93F495025}" srcOrd="0" destOrd="0" presId="urn:microsoft.com/office/officeart/2005/8/layout/hierarchy1"/>
    <dgm:cxn modelId="{C3DFACEE-8C74-4089-8771-61285061084E}" type="presParOf" srcId="{7056EA3F-16BB-4425-B64F-3FC93F495025}" destId="{F8381A15-B367-45B4-930A-4DDE2BC2813A}" srcOrd="0" destOrd="0" presId="urn:microsoft.com/office/officeart/2005/8/layout/hierarchy1"/>
    <dgm:cxn modelId="{E6B486A1-DD87-452E-A01C-4F8B8CF40339}" type="presParOf" srcId="{7056EA3F-16BB-4425-B64F-3FC93F495025}" destId="{0C13BD87-9103-45D9-B8FF-66450D44AD36}" srcOrd="1" destOrd="0" presId="urn:microsoft.com/office/officeart/2005/8/layout/hierarchy1"/>
    <dgm:cxn modelId="{08D50B9F-D73E-48FA-80DA-479D2CE37C3A}" type="presParOf" srcId="{48A7A511-34D9-476D-9104-2FE770700EDC}" destId="{E512D4A6-69BF-4D94-A746-4681D02CABCE}" srcOrd="1" destOrd="0" presId="urn:microsoft.com/office/officeart/2005/8/layout/hierarchy1"/>
    <dgm:cxn modelId="{7785F599-722A-4E85-A3C1-312F76747711}" type="presParOf" srcId="{E512D4A6-69BF-4D94-A746-4681D02CABCE}" destId="{133A3804-E395-43CB-AD02-FA34520DD2CF}" srcOrd="0" destOrd="0" presId="urn:microsoft.com/office/officeart/2005/8/layout/hierarchy1"/>
    <dgm:cxn modelId="{773BED2F-E13F-446F-9EEC-035CC26E163F}" type="presParOf" srcId="{E512D4A6-69BF-4D94-A746-4681D02CABCE}" destId="{299164EA-B819-4C3C-B392-EBB36E7607D5}" srcOrd="1" destOrd="0" presId="urn:microsoft.com/office/officeart/2005/8/layout/hierarchy1"/>
    <dgm:cxn modelId="{E45108EA-2C54-4896-966D-DECFE0B2667F}" type="presParOf" srcId="{299164EA-B819-4C3C-B392-EBB36E7607D5}" destId="{EF082DA1-5B94-4B1D-86E5-47EAC4379372}" srcOrd="0" destOrd="0" presId="urn:microsoft.com/office/officeart/2005/8/layout/hierarchy1"/>
    <dgm:cxn modelId="{A81048D6-E343-4472-A71E-103C0EB7077E}" type="presParOf" srcId="{EF082DA1-5B94-4B1D-86E5-47EAC4379372}" destId="{010CF920-61A0-4654-B156-D3B4E0511537}" srcOrd="0" destOrd="0" presId="urn:microsoft.com/office/officeart/2005/8/layout/hierarchy1"/>
    <dgm:cxn modelId="{52F7FE65-399F-4B3C-AE4F-FBB7E7089107}" type="presParOf" srcId="{EF082DA1-5B94-4B1D-86E5-47EAC4379372}" destId="{60DC76DE-73A6-4245-A520-8BDB5275558D}" srcOrd="1" destOrd="0" presId="urn:microsoft.com/office/officeart/2005/8/layout/hierarchy1"/>
    <dgm:cxn modelId="{2CDCADBC-D7E0-49A1-B86D-C42A00B850EC}" type="presParOf" srcId="{299164EA-B819-4C3C-B392-EBB36E7607D5}" destId="{DE150963-CF86-4767-AA06-5B797DF23FFA}" srcOrd="1" destOrd="0" presId="urn:microsoft.com/office/officeart/2005/8/layout/hierarchy1"/>
    <dgm:cxn modelId="{9EF163DA-2223-4FD2-BCB9-EB08CD026F3D}" type="presParOf" srcId="{DE150963-CF86-4767-AA06-5B797DF23FFA}" destId="{D775889F-5B90-4294-8537-EE4C29ECE198}" srcOrd="0" destOrd="0" presId="urn:microsoft.com/office/officeart/2005/8/layout/hierarchy1"/>
    <dgm:cxn modelId="{A45F6D00-76C8-420C-98C1-8AED0AD93C25}" type="presParOf" srcId="{DE150963-CF86-4767-AA06-5B797DF23FFA}" destId="{D1E72549-CA5C-4ED4-B500-29B89DB731F7}" srcOrd="1" destOrd="0" presId="urn:microsoft.com/office/officeart/2005/8/layout/hierarchy1"/>
    <dgm:cxn modelId="{C836FB22-2D6F-4F0D-B0E7-F689F8DF399D}" type="presParOf" srcId="{D1E72549-CA5C-4ED4-B500-29B89DB731F7}" destId="{58B59BCC-9486-412B-94A7-EA6DCE40732D}" srcOrd="0" destOrd="0" presId="urn:microsoft.com/office/officeart/2005/8/layout/hierarchy1"/>
    <dgm:cxn modelId="{549B3023-2052-46D1-A7D0-4D73346332C6}" type="presParOf" srcId="{58B59BCC-9486-412B-94A7-EA6DCE40732D}" destId="{469285A5-5A82-4463-904B-9E3ADCB4488E}" srcOrd="0" destOrd="0" presId="urn:microsoft.com/office/officeart/2005/8/layout/hierarchy1"/>
    <dgm:cxn modelId="{36CB1C70-9130-4150-83C4-E75A2BC3B8D7}" type="presParOf" srcId="{58B59BCC-9486-412B-94A7-EA6DCE40732D}" destId="{EFFEF6BD-0EE9-4329-AD5B-5B12CA10DAE2}" srcOrd="1" destOrd="0" presId="urn:microsoft.com/office/officeart/2005/8/layout/hierarchy1"/>
    <dgm:cxn modelId="{486C4FB2-1132-41A0-BE2E-BB2EA81DFE13}" type="presParOf" srcId="{D1E72549-CA5C-4ED4-B500-29B89DB731F7}" destId="{4C06F2A9-9CAF-4C0D-8065-BC58256977D6}" srcOrd="1" destOrd="0" presId="urn:microsoft.com/office/officeart/2005/8/layout/hierarchy1"/>
    <dgm:cxn modelId="{ADE49C72-24EB-481C-8E98-6F5D87FD139F}" type="presParOf" srcId="{4C06F2A9-9CAF-4C0D-8065-BC58256977D6}" destId="{AEC70AF0-6F92-4EAE-B4E5-92DA770E1FEF}" srcOrd="0" destOrd="0" presId="urn:microsoft.com/office/officeart/2005/8/layout/hierarchy1"/>
    <dgm:cxn modelId="{C10613E0-44C6-47A2-B1D5-022DEB42B45D}" type="presParOf" srcId="{4C06F2A9-9CAF-4C0D-8065-BC58256977D6}" destId="{6E28FE4F-F2AD-4B35-944D-4121AD4B9FA3}" srcOrd="1" destOrd="0" presId="urn:microsoft.com/office/officeart/2005/8/layout/hierarchy1"/>
    <dgm:cxn modelId="{7B2FAE7B-2A50-41B1-85ED-1D321A84385D}" type="presParOf" srcId="{6E28FE4F-F2AD-4B35-944D-4121AD4B9FA3}" destId="{D9B4E81D-C808-4CAB-9029-76775BA1B265}" srcOrd="0" destOrd="0" presId="urn:microsoft.com/office/officeart/2005/8/layout/hierarchy1"/>
    <dgm:cxn modelId="{FA52AA6B-53A2-4C38-8BD3-9BD9439F0921}" type="presParOf" srcId="{D9B4E81D-C808-4CAB-9029-76775BA1B265}" destId="{E663CC91-8C8B-4051-ACF1-8FABF68B155E}" srcOrd="0" destOrd="0" presId="urn:microsoft.com/office/officeart/2005/8/layout/hierarchy1"/>
    <dgm:cxn modelId="{48DD6706-CCF0-4B55-BBC5-1FD53ABB49DC}" type="presParOf" srcId="{D9B4E81D-C808-4CAB-9029-76775BA1B265}" destId="{E7CE19A9-0078-46FD-A0D2-3BEB0BA6618D}" srcOrd="1" destOrd="0" presId="urn:microsoft.com/office/officeart/2005/8/layout/hierarchy1"/>
    <dgm:cxn modelId="{B275B3B5-9781-465F-A0F8-39D7EE95953A}" type="presParOf" srcId="{6E28FE4F-F2AD-4B35-944D-4121AD4B9FA3}" destId="{79BB855C-DE82-4A76-A37B-A2B3048A86B3}" srcOrd="1" destOrd="0" presId="urn:microsoft.com/office/officeart/2005/8/layout/hierarchy1"/>
    <dgm:cxn modelId="{22C29896-AFCA-4475-8AA1-71B21303F731}" type="presParOf" srcId="{79BB855C-DE82-4A76-A37B-A2B3048A86B3}" destId="{E9B14B63-F695-4C03-8C49-1BE84D91A26D}" srcOrd="0" destOrd="0" presId="urn:microsoft.com/office/officeart/2005/8/layout/hierarchy1"/>
    <dgm:cxn modelId="{D9C2C518-4B61-4BC7-9BB2-FD3D79E5C897}" type="presParOf" srcId="{79BB855C-DE82-4A76-A37B-A2B3048A86B3}" destId="{117482A5-6B2F-438D-B30C-7169CB7036EE}" srcOrd="1" destOrd="0" presId="urn:microsoft.com/office/officeart/2005/8/layout/hierarchy1"/>
    <dgm:cxn modelId="{9BAD8C94-C76F-4C6F-8DDB-E009BE551CF0}" type="presParOf" srcId="{117482A5-6B2F-438D-B30C-7169CB7036EE}" destId="{C6CBD77F-DF69-4F5D-A5A2-4E4C9608FC3A}" srcOrd="0" destOrd="0" presId="urn:microsoft.com/office/officeart/2005/8/layout/hierarchy1"/>
    <dgm:cxn modelId="{AF4F92E6-66A1-4070-8138-99E1039161C8}" type="presParOf" srcId="{C6CBD77F-DF69-4F5D-A5A2-4E4C9608FC3A}" destId="{6643A583-B4C6-442A-92C2-3B2161333BCC}" srcOrd="0" destOrd="0" presId="urn:microsoft.com/office/officeart/2005/8/layout/hierarchy1"/>
    <dgm:cxn modelId="{41F50032-0F9F-410C-8534-4FD34B75664B}" type="presParOf" srcId="{C6CBD77F-DF69-4F5D-A5A2-4E4C9608FC3A}" destId="{19740850-8B22-443E-8242-68D670F21AB7}" srcOrd="1" destOrd="0" presId="urn:microsoft.com/office/officeart/2005/8/layout/hierarchy1"/>
    <dgm:cxn modelId="{80507E22-9B18-4649-9751-6C569B2F48FF}" type="presParOf" srcId="{117482A5-6B2F-438D-B30C-7169CB7036EE}" destId="{01F355D3-12FE-41E7-A499-C417300BE59F}" srcOrd="1" destOrd="0" presId="urn:microsoft.com/office/officeart/2005/8/layout/hierarchy1"/>
    <dgm:cxn modelId="{A50E7424-9CD8-4040-9350-2D4F0850D561}" type="presParOf" srcId="{AE6845B5-9FCA-49C1-980F-8A7A54C6FB73}" destId="{E50F88CC-12A4-4C27-B4FB-5783FD8645CC}" srcOrd="8" destOrd="0" presId="urn:microsoft.com/office/officeart/2005/8/layout/hierarchy1"/>
    <dgm:cxn modelId="{901D007F-B05C-4BE8-8533-AB92BC71E79F}" type="presParOf" srcId="{AE6845B5-9FCA-49C1-980F-8A7A54C6FB73}" destId="{3303426B-3233-467B-929D-F2672F77B66C}" srcOrd="9" destOrd="0" presId="urn:microsoft.com/office/officeart/2005/8/layout/hierarchy1"/>
    <dgm:cxn modelId="{00300F84-22E3-4127-BEA4-27318FFD7ED7}" type="presParOf" srcId="{3303426B-3233-467B-929D-F2672F77B66C}" destId="{06CBAB5E-D26A-445E-90F8-5602C5037FA9}" srcOrd="0" destOrd="0" presId="urn:microsoft.com/office/officeart/2005/8/layout/hierarchy1"/>
    <dgm:cxn modelId="{53168BA7-33D5-48B4-A79F-430BD4FA41C5}" type="presParOf" srcId="{06CBAB5E-D26A-445E-90F8-5602C5037FA9}" destId="{8425D881-EB34-41BE-971E-0EE6E1DEDFB2}" srcOrd="0" destOrd="0" presId="urn:microsoft.com/office/officeart/2005/8/layout/hierarchy1"/>
    <dgm:cxn modelId="{A7A55DD5-D289-4179-A38A-0737EC4F674D}" type="presParOf" srcId="{06CBAB5E-D26A-445E-90F8-5602C5037FA9}" destId="{6F55CF5E-219A-4F6B-927E-CA43737929CE}" srcOrd="1" destOrd="0" presId="urn:microsoft.com/office/officeart/2005/8/layout/hierarchy1"/>
    <dgm:cxn modelId="{2E2C057A-6CF3-40E2-BC70-AF665A8E7822}" type="presParOf" srcId="{3303426B-3233-467B-929D-F2672F77B66C}" destId="{024F50C2-0E7D-410D-8AD5-21E9EF715A34}" srcOrd="1" destOrd="0" presId="urn:microsoft.com/office/officeart/2005/8/layout/hierarchy1"/>
    <dgm:cxn modelId="{2909602D-F9CB-48AD-960C-DD0525EC7E01}" type="presParOf" srcId="{AE6845B5-9FCA-49C1-980F-8A7A54C6FB73}" destId="{A2469A76-AA6E-40B8-A7F2-874508CAFA25}" srcOrd="10" destOrd="0" presId="urn:microsoft.com/office/officeart/2005/8/layout/hierarchy1"/>
    <dgm:cxn modelId="{A1C6CC06-0C87-4A20-9261-0E5445003BC8}" type="presParOf" srcId="{AE6845B5-9FCA-49C1-980F-8A7A54C6FB73}" destId="{6521DC07-8FB9-4C51-8709-4B3CC7E2B627}" srcOrd="11" destOrd="0" presId="urn:microsoft.com/office/officeart/2005/8/layout/hierarchy1"/>
    <dgm:cxn modelId="{EDFA43C6-2D5D-4951-BFEB-13D4D56F4A2B}" type="presParOf" srcId="{6521DC07-8FB9-4C51-8709-4B3CC7E2B627}" destId="{52645D5A-8118-446C-8FC8-AA2844F62D78}" srcOrd="0" destOrd="0" presId="urn:microsoft.com/office/officeart/2005/8/layout/hierarchy1"/>
    <dgm:cxn modelId="{D308A4A9-234D-4D39-B16A-7EA6698B7B49}" type="presParOf" srcId="{52645D5A-8118-446C-8FC8-AA2844F62D78}" destId="{0B4BCA75-3F36-4CBD-8DAF-7DF501A955EE}" srcOrd="0" destOrd="0" presId="urn:microsoft.com/office/officeart/2005/8/layout/hierarchy1"/>
    <dgm:cxn modelId="{9ECEC582-4F00-401E-9AFF-293B87D0FA03}" type="presParOf" srcId="{52645D5A-8118-446C-8FC8-AA2844F62D78}" destId="{BCDA6D9C-70E9-41E9-A8C3-1C969B30541F}" srcOrd="1" destOrd="0" presId="urn:microsoft.com/office/officeart/2005/8/layout/hierarchy1"/>
    <dgm:cxn modelId="{579BA40F-B994-4F9D-807F-F0653D1BF299}" type="presParOf" srcId="{6521DC07-8FB9-4C51-8709-4B3CC7E2B627}" destId="{52E09F22-D88C-44C0-ABBE-E21BD5808556}" srcOrd="1" destOrd="0" presId="urn:microsoft.com/office/officeart/2005/8/layout/hierarchy1"/>
    <dgm:cxn modelId="{470E2152-3B13-40B0-964E-5EE2B9B13D0E}" type="presParOf" srcId="{52E09F22-D88C-44C0-ABBE-E21BD5808556}" destId="{4467C23F-5C13-4526-A35D-CD68DCFE2706}" srcOrd="0" destOrd="0" presId="urn:microsoft.com/office/officeart/2005/8/layout/hierarchy1"/>
    <dgm:cxn modelId="{C7000300-88A0-4CB7-9AC1-104A91A0FAAC}" type="presParOf" srcId="{52E09F22-D88C-44C0-ABBE-E21BD5808556}" destId="{54A72ECA-C2FE-4CAC-AEE6-3C2B483593EC}" srcOrd="1" destOrd="0" presId="urn:microsoft.com/office/officeart/2005/8/layout/hierarchy1"/>
    <dgm:cxn modelId="{BD127949-4456-4D33-BFA6-49D647BC4BF1}" type="presParOf" srcId="{54A72ECA-C2FE-4CAC-AEE6-3C2B483593EC}" destId="{71B7250D-F910-4D74-BD3F-71531BB89BE7}" srcOrd="0" destOrd="0" presId="urn:microsoft.com/office/officeart/2005/8/layout/hierarchy1"/>
    <dgm:cxn modelId="{29DDD8E9-A774-4FFB-A8B9-EC3DB5F217C0}" type="presParOf" srcId="{71B7250D-F910-4D74-BD3F-71531BB89BE7}" destId="{D010216A-26B9-443F-BAFE-CB48C478257A}" srcOrd="0" destOrd="0" presId="urn:microsoft.com/office/officeart/2005/8/layout/hierarchy1"/>
    <dgm:cxn modelId="{7DC1B395-4E48-4733-9091-2E815DDB34BF}" type="presParOf" srcId="{71B7250D-F910-4D74-BD3F-71531BB89BE7}" destId="{D7A955D6-5669-4E17-AEF1-27F7856D69DD}" srcOrd="1" destOrd="0" presId="urn:microsoft.com/office/officeart/2005/8/layout/hierarchy1"/>
    <dgm:cxn modelId="{0E854897-D4FA-4A88-93DE-BD3346E02BCF}" type="presParOf" srcId="{54A72ECA-C2FE-4CAC-AEE6-3C2B483593EC}" destId="{7C7441EB-F8AE-4AA9-96C1-A78942ED4AF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BE605A-6D5A-481F-A89F-96253053BC8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s-PE"/>
        </a:p>
      </dgm:t>
    </dgm:pt>
    <dgm:pt modelId="{0AF064BC-4EDA-444F-988F-3ABD24DC688B}">
      <dgm:prSet phldrT="[Texto]" custT="1"/>
      <dgm:spPr>
        <a:solidFill>
          <a:schemeClr val="accent1">
            <a:alpha val="90000"/>
          </a:schemeClr>
        </a:solidFill>
      </dgm:spPr>
      <dgm:t>
        <a:bodyPr/>
        <a:lstStyle/>
        <a:p>
          <a:r>
            <a:rPr lang="es-ES" sz="1400" dirty="0"/>
            <a:t>Manufactura Aditiva</a:t>
          </a:r>
          <a:endParaRPr lang="es-PE" sz="1400" dirty="0"/>
        </a:p>
      </dgm:t>
    </dgm:pt>
    <dgm:pt modelId="{39ED2AA1-05AE-48C4-9F67-020291445D66}" type="parTrans" cxnId="{9E75F5BA-A6C3-4024-B1E6-C508EA71B9BF}">
      <dgm:prSet/>
      <dgm:spPr/>
      <dgm:t>
        <a:bodyPr/>
        <a:lstStyle/>
        <a:p>
          <a:endParaRPr lang="es-PE"/>
        </a:p>
      </dgm:t>
    </dgm:pt>
    <dgm:pt modelId="{95517898-53B1-4846-A3FE-D85634DE074E}" type="sibTrans" cxnId="{9E75F5BA-A6C3-4024-B1E6-C508EA71B9BF}">
      <dgm:prSet/>
      <dgm:spPr/>
      <dgm:t>
        <a:bodyPr/>
        <a:lstStyle/>
        <a:p>
          <a:endParaRPr lang="es-PE"/>
        </a:p>
      </dgm:t>
    </dgm:pt>
    <dgm:pt modelId="{41C92E46-08EE-4CE1-B0AF-A6E59FEC40B6}">
      <dgm:prSet phldrT="[Texto]" custT="1"/>
      <dgm:spPr/>
      <dgm:t>
        <a:bodyPr/>
        <a:lstStyle/>
        <a:p>
          <a:r>
            <a:rPr lang="es-ES" sz="1400" dirty="0"/>
            <a:t>Líquido</a:t>
          </a:r>
          <a:endParaRPr lang="es-PE" sz="1400" dirty="0"/>
        </a:p>
      </dgm:t>
    </dgm:pt>
    <dgm:pt modelId="{286327CA-ACE8-4653-9998-D88FA69E35F5}" type="parTrans" cxnId="{E42F6B24-4A58-44BC-B8C2-3E53E30040E4}">
      <dgm:prSet/>
      <dgm:spPr/>
      <dgm:t>
        <a:bodyPr/>
        <a:lstStyle/>
        <a:p>
          <a:endParaRPr lang="es-PE"/>
        </a:p>
      </dgm:t>
    </dgm:pt>
    <dgm:pt modelId="{70B076B7-3E89-4805-A144-E68838E10A2E}" type="sibTrans" cxnId="{E42F6B24-4A58-44BC-B8C2-3E53E30040E4}">
      <dgm:prSet/>
      <dgm:spPr/>
      <dgm:t>
        <a:bodyPr/>
        <a:lstStyle/>
        <a:p>
          <a:endParaRPr lang="es-PE"/>
        </a:p>
      </dgm:t>
    </dgm:pt>
    <dgm:pt modelId="{C7F9B29B-48B0-4B3C-ACCA-998A7002C2B6}">
      <dgm:prSet phldrT="[Texto]" custT="1"/>
      <dgm:spPr/>
      <dgm:t>
        <a:bodyPr/>
        <a:lstStyle/>
        <a:p>
          <a:r>
            <a:rPr lang="es-ES" sz="1400" dirty="0"/>
            <a:t>Fotopolímeros</a:t>
          </a:r>
          <a:endParaRPr lang="es-PE" sz="1400" dirty="0"/>
        </a:p>
      </dgm:t>
    </dgm:pt>
    <dgm:pt modelId="{17DB124A-9C1A-4AB0-9B6D-52C56C9BAF61}" type="parTrans" cxnId="{759F1201-9E9F-4349-89DB-E512E44CBE0D}">
      <dgm:prSet/>
      <dgm:spPr/>
      <dgm:t>
        <a:bodyPr/>
        <a:lstStyle/>
        <a:p>
          <a:endParaRPr lang="es-PE"/>
        </a:p>
      </dgm:t>
    </dgm:pt>
    <dgm:pt modelId="{6566DB26-19C9-4E70-92C0-FD3EE1CBFE17}" type="sibTrans" cxnId="{759F1201-9E9F-4349-89DB-E512E44CBE0D}">
      <dgm:prSet/>
      <dgm:spPr/>
      <dgm:t>
        <a:bodyPr/>
        <a:lstStyle/>
        <a:p>
          <a:endParaRPr lang="es-PE"/>
        </a:p>
      </dgm:t>
    </dgm:pt>
    <dgm:pt modelId="{773620B6-72BD-4AA7-AD3E-C840BE0AB8D5}">
      <dgm:prSet phldrT="[Texto]" custT="1"/>
      <dgm:spPr/>
      <dgm:t>
        <a:bodyPr/>
        <a:lstStyle/>
        <a:p>
          <a:r>
            <a:rPr lang="es-ES" sz="1400" dirty="0"/>
            <a:t>Materiales fundidos</a:t>
          </a:r>
          <a:endParaRPr lang="es-PE" sz="1400" dirty="0"/>
        </a:p>
      </dgm:t>
    </dgm:pt>
    <dgm:pt modelId="{DF9BBC3C-0CDC-47A3-8442-253F6FB492D9}" type="parTrans" cxnId="{BA88FDA5-011F-4002-B4A4-151DF55876E7}">
      <dgm:prSet/>
      <dgm:spPr/>
      <dgm:t>
        <a:bodyPr/>
        <a:lstStyle/>
        <a:p>
          <a:endParaRPr lang="es-PE"/>
        </a:p>
      </dgm:t>
    </dgm:pt>
    <dgm:pt modelId="{175EAD08-F79E-4105-A06D-E5ABC96BE0E9}" type="sibTrans" cxnId="{BA88FDA5-011F-4002-B4A4-151DF55876E7}">
      <dgm:prSet/>
      <dgm:spPr/>
      <dgm:t>
        <a:bodyPr/>
        <a:lstStyle/>
        <a:p>
          <a:endParaRPr lang="es-PE"/>
        </a:p>
      </dgm:t>
    </dgm:pt>
    <dgm:pt modelId="{E79CF8BC-1C1A-4A8F-B396-55A629151831}">
      <dgm:prSet phldrT="[Texto]" custT="1"/>
      <dgm:spPr/>
      <dgm:t>
        <a:bodyPr/>
        <a:lstStyle/>
        <a:p>
          <a:r>
            <a:rPr lang="es-ES" sz="1400" dirty="0"/>
            <a:t>Láminas</a:t>
          </a:r>
          <a:endParaRPr lang="es-PE" sz="1400" dirty="0"/>
        </a:p>
      </dgm:t>
    </dgm:pt>
    <dgm:pt modelId="{75BD56C0-FF3C-48A9-BEB3-10EBF2FC0C71}" type="parTrans" cxnId="{2FC09E09-8682-4480-980F-95F6E492E1E9}">
      <dgm:prSet/>
      <dgm:spPr/>
      <dgm:t>
        <a:bodyPr/>
        <a:lstStyle/>
        <a:p>
          <a:endParaRPr lang="es-PE"/>
        </a:p>
      </dgm:t>
    </dgm:pt>
    <dgm:pt modelId="{1C86DAB6-B300-44C7-A218-90441DA0E67B}" type="sibTrans" cxnId="{2FC09E09-8682-4480-980F-95F6E492E1E9}">
      <dgm:prSet/>
      <dgm:spPr/>
      <dgm:t>
        <a:bodyPr/>
        <a:lstStyle/>
        <a:p>
          <a:endParaRPr lang="es-PE"/>
        </a:p>
      </dgm:t>
    </dgm:pt>
    <dgm:pt modelId="{C9ACDB2E-5201-482E-BCF7-D69DA68C9F89}">
      <dgm:prSet phldrT="[Texto]" custT="1"/>
      <dgm:spPr/>
      <dgm:t>
        <a:bodyPr/>
        <a:lstStyle/>
        <a:p>
          <a:r>
            <a:rPr lang="es-ES" sz="1200" dirty="0" err="1"/>
            <a:t>Laminated</a:t>
          </a:r>
          <a:r>
            <a:rPr lang="es-ES" sz="1200" dirty="0"/>
            <a:t> </a:t>
          </a:r>
          <a:r>
            <a:rPr lang="es-ES" sz="1200" dirty="0" err="1"/>
            <a:t>Object</a:t>
          </a:r>
          <a:r>
            <a:rPr lang="es-ES" sz="1200" dirty="0"/>
            <a:t> </a:t>
          </a:r>
          <a:r>
            <a:rPr lang="es-ES" sz="1200" dirty="0" err="1"/>
            <a:t>Manufacturing</a:t>
          </a:r>
          <a:endParaRPr lang="es-ES" sz="1200" dirty="0"/>
        </a:p>
        <a:p>
          <a:r>
            <a:rPr lang="es-ES" sz="1200" dirty="0"/>
            <a:t>(LOM)</a:t>
          </a:r>
          <a:endParaRPr lang="es-PE" sz="1200" dirty="0"/>
        </a:p>
      </dgm:t>
    </dgm:pt>
    <dgm:pt modelId="{DE1AD62E-E082-436D-9A97-63321B4A7612}" type="parTrans" cxnId="{0D1136F5-BCE9-4ED3-982C-5575778C6422}">
      <dgm:prSet/>
      <dgm:spPr/>
      <dgm:t>
        <a:bodyPr/>
        <a:lstStyle/>
        <a:p>
          <a:endParaRPr lang="es-PE"/>
        </a:p>
      </dgm:t>
    </dgm:pt>
    <dgm:pt modelId="{AA815CD0-3328-4CFD-B71E-3DE13ADC19CF}" type="sibTrans" cxnId="{0D1136F5-BCE9-4ED3-982C-5575778C6422}">
      <dgm:prSet/>
      <dgm:spPr/>
      <dgm:t>
        <a:bodyPr/>
        <a:lstStyle/>
        <a:p>
          <a:endParaRPr lang="es-PE"/>
        </a:p>
      </dgm:t>
    </dgm:pt>
    <dgm:pt modelId="{D3164122-362F-4780-87EA-5452179970C9}">
      <dgm:prSet custT="1"/>
      <dgm:spPr/>
      <dgm:t>
        <a:bodyPr/>
        <a:lstStyle/>
        <a:p>
          <a:r>
            <a:rPr lang="es-ES" sz="1400" dirty="0"/>
            <a:t>Polvos</a:t>
          </a:r>
          <a:endParaRPr lang="es-PE" sz="1400" dirty="0"/>
        </a:p>
      </dgm:t>
    </dgm:pt>
    <dgm:pt modelId="{2D2E37F3-7FF9-4529-BB9C-5F572877A8AB}" type="parTrans" cxnId="{CEEFA4CE-42C1-480B-9119-59D254F0314C}">
      <dgm:prSet/>
      <dgm:spPr/>
      <dgm:t>
        <a:bodyPr/>
        <a:lstStyle/>
        <a:p>
          <a:endParaRPr lang="es-PE"/>
        </a:p>
      </dgm:t>
    </dgm:pt>
    <dgm:pt modelId="{B3C0564D-CA70-4A91-ACA6-7FEF05F19782}" type="sibTrans" cxnId="{CEEFA4CE-42C1-480B-9119-59D254F0314C}">
      <dgm:prSet/>
      <dgm:spPr/>
      <dgm:t>
        <a:bodyPr/>
        <a:lstStyle/>
        <a:p>
          <a:endParaRPr lang="es-PE"/>
        </a:p>
      </dgm:t>
    </dgm:pt>
    <dgm:pt modelId="{0A6511AE-F9DE-48E7-9EB3-8B12207F7B10}">
      <dgm:prSet custT="1"/>
      <dgm:spPr/>
      <dgm:t>
        <a:bodyPr/>
        <a:lstStyle/>
        <a:p>
          <a:r>
            <a:rPr lang="es-ES" sz="1400" dirty="0"/>
            <a:t>Deposición de laser coaxial</a:t>
          </a:r>
          <a:endParaRPr lang="es-PE" sz="1400" dirty="0"/>
        </a:p>
      </dgm:t>
    </dgm:pt>
    <dgm:pt modelId="{EDA735B4-803E-46FC-824B-ACE907A50C97}" type="parTrans" cxnId="{073CF303-8103-4797-BEB4-606AD9BEA295}">
      <dgm:prSet/>
      <dgm:spPr/>
      <dgm:t>
        <a:bodyPr/>
        <a:lstStyle/>
        <a:p>
          <a:endParaRPr lang="es-PE"/>
        </a:p>
      </dgm:t>
    </dgm:pt>
    <dgm:pt modelId="{5EE1AA29-1C27-4D95-8748-0B702C1312E2}" type="sibTrans" cxnId="{073CF303-8103-4797-BEB4-606AD9BEA295}">
      <dgm:prSet/>
      <dgm:spPr/>
      <dgm:t>
        <a:bodyPr/>
        <a:lstStyle/>
        <a:p>
          <a:endParaRPr lang="es-PE"/>
        </a:p>
      </dgm:t>
    </dgm:pt>
    <dgm:pt modelId="{DF406A71-B3C2-4AE6-8AB9-0D8055C5DF58}">
      <dgm:prSet custT="1"/>
      <dgm:spPr/>
      <dgm:t>
        <a:bodyPr/>
        <a:lstStyle/>
        <a:p>
          <a:r>
            <a:rPr lang="es-ES" sz="1400" dirty="0"/>
            <a:t>Fusión de lecho de polvo</a:t>
          </a:r>
          <a:endParaRPr lang="es-PE" sz="1400" dirty="0"/>
        </a:p>
      </dgm:t>
    </dgm:pt>
    <dgm:pt modelId="{AE66FE3E-D9EC-4BD9-968E-1FDAE6F3B630}" type="parTrans" cxnId="{73A00727-ADEC-475E-9709-504AA6425822}">
      <dgm:prSet/>
      <dgm:spPr/>
      <dgm:t>
        <a:bodyPr/>
        <a:lstStyle/>
        <a:p>
          <a:endParaRPr lang="es-PE"/>
        </a:p>
      </dgm:t>
    </dgm:pt>
    <dgm:pt modelId="{02FC9910-B082-4CDD-8A3D-079A791A92D6}" type="sibTrans" cxnId="{73A00727-ADEC-475E-9709-504AA6425822}">
      <dgm:prSet/>
      <dgm:spPr/>
      <dgm:t>
        <a:bodyPr/>
        <a:lstStyle/>
        <a:p>
          <a:endParaRPr lang="es-PE"/>
        </a:p>
      </dgm:t>
    </dgm:pt>
    <dgm:pt modelId="{7A90E594-363B-402B-A060-DC5DAA2D68D4}">
      <dgm:prSet custT="1"/>
      <dgm:spPr/>
      <dgm:t>
        <a:bodyPr/>
        <a:lstStyle/>
        <a:p>
          <a:r>
            <a:rPr lang="es-ES" sz="1200" dirty="0"/>
            <a:t>Cura mediante escaneo vectorial (láser)</a:t>
          </a:r>
          <a:endParaRPr lang="es-PE" sz="1200" dirty="0"/>
        </a:p>
      </dgm:t>
    </dgm:pt>
    <dgm:pt modelId="{9469052E-40C3-4755-9A73-167758021D10}" type="parTrans" cxnId="{10F4705C-6D94-4FB0-B4A1-CF0CB6B7E599}">
      <dgm:prSet/>
      <dgm:spPr/>
      <dgm:t>
        <a:bodyPr/>
        <a:lstStyle/>
        <a:p>
          <a:endParaRPr lang="es-PE"/>
        </a:p>
      </dgm:t>
    </dgm:pt>
    <dgm:pt modelId="{02C2E2F2-40B4-4430-9534-FE1C13152C7E}" type="sibTrans" cxnId="{10F4705C-6D94-4FB0-B4A1-CF0CB6B7E599}">
      <dgm:prSet/>
      <dgm:spPr/>
      <dgm:t>
        <a:bodyPr/>
        <a:lstStyle/>
        <a:p>
          <a:endParaRPr lang="es-PE"/>
        </a:p>
      </dgm:t>
    </dgm:pt>
    <dgm:pt modelId="{126DD4E3-A4E4-476A-B60E-A35A6BA727B2}">
      <dgm:prSet custT="1"/>
      <dgm:spPr/>
      <dgm:t>
        <a:bodyPr/>
        <a:lstStyle/>
        <a:p>
          <a:r>
            <a:rPr lang="es-ES" sz="1200" dirty="0"/>
            <a:t>Cura mediante escaneo de trama(proyector</a:t>
          </a:r>
          <a:r>
            <a:rPr lang="es-ES" sz="700" dirty="0"/>
            <a:t>)</a:t>
          </a:r>
          <a:endParaRPr lang="es-PE" sz="700" dirty="0"/>
        </a:p>
      </dgm:t>
    </dgm:pt>
    <dgm:pt modelId="{526D28C0-141A-4DC8-9BED-57A1F0807525}" type="parTrans" cxnId="{4AE81EC1-6C4D-4C56-B6C7-B6FA8A0E60C2}">
      <dgm:prSet/>
      <dgm:spPr/>
      <dgm:t>
        <a:bodyPr/>
        <a:lstStyle/>
        <a:p>
          <a:endParaRPr lang="es-PE"/>
        </a:p>
      </dgm:t>
    </dgm:pt>
    <dgm:pt modelId="{40FCC1B4-D9FE-4E33-A45C-BC9CD82DE789}" type="sibTrans" cxnId="{4AE81EC1-6C4D-4C56-B6C7-B6FA8A0E60C2}">
      <dgm:prSet/>
      <dgm:spPr/>
      <dgm:t>
        <a:bodyPr/>
        <a:lstStyle/>
        <a:p>
          <a:endParaRPr lang="es-PE"/>
        </a:p>
      </dgm:t>
    </dgm:pt>
    <dgm:pt modelId="{00C11182-5807-44AB-9985-431CAC2E5275}">
      <dgm:prSet custT="1"/>
      <dgm:spPr/>
      <dgm:t>
        <a:bodyPr/>
        <a:lstStyle/>
        <a:p>
          <a:r>
            <a:rPr lang="es-ES" sz="1200" dirty="0"/>
            <a:t>Curado con lámpara después de deposición selectiva</a:t>
          </a:r>
          <a:endParaRPr lang="es-PE" sz="1200" dirty="0"/>
        </a:p>
      </dgm:t>
    </dgm:pt>
    <dgm:pt modelId="{4D70C2E6-4F2B-40B4-98FC-0991C8A7645E}" type="parTrans" cxnId="{B184B353-9DCD-4C0D-B267-F31A57F47037}">
      <dgm:prSet/>
      <dgm:spPr/>
      <dgm:t>
        <a:bodyPr/>
        <a:lstStyle/>
        <a:p>
          <a:endParaRPr lang="es-PE"/>
        </a:p>
      </dgm:t>
    </dgm:pt>
    <dgm:pt modelId="{56F6BA3C-CE1E-46DD-B7C7-9B91B5B3A478}" type="sibTrans" cxnId="{B184B353-9DCD-4C0D-B267-F31A57F47037}">
      <dgm:prSet/>
      <dgm:spPr/>
      <dgm:t>
        <a:bodyPr/>
        <a:lstStyle/>
        <a:p>
          <a:endParaRPr lang="es-PE"/>
        </a:p>
      </dgm:t>
    </dgm:pt>
    <dgm:pt modelId="{9640E334-9480-4A84-BC70-D24BCF153D52}">
      <dgm:prSet custT="1"/>
      <dgm:spPr/>
      <dgm:t>
        <a:bodyPr/>
        <a:lstStyle/>
        <a:p>
          <a:r>
            <a:rPr lang="es-ES" sz="1200" dirty="0"/>
            <a:t>Estereolitografía</a:t>
          </a:r>
        </a:p>
        <a:p>
          <a:r>
            <a:rPr lang="es-ES" sz="1200" dirty="0"/>
            <a:t>(SLA)</a:t>
          </a:r>
          <a:endParaRPr lang="es-PE" sz="1200" dirty="0"/>
        </a:p>
      </dgm:t>
    </dgm:pt>
    <dgm:pt modelId="{3594922D-EAA2-49B3-BCEC-FA7D0F48F81E}" type="parTrans" cxnId="{F5D547F4-476A-4CAC-97CD-EF4157ED8D44}">
      <dgm:prSet/>
      <dgm:spPr/>
      <dgm:t>
        <a:bodyPr/>
        <a:lstStyle/>
        <a:p>
          <a:endParaRPr lang="es-PE"/>
        </a:p>
      </dgm:t>
    </dgm:pt>
    <dgm:pt modelId="{7F8BCA58-E7ED-410E-8AC5-97143C6F6617}" type="sibTrans" cxnId="{F5D547F4-476A-4CAC-97CD-EF4157ED8D44}">
      <dgm:prSet/>
      <dgm:spPr/>
      <dgm:t>
        <a:bodyPr/>
        <a:lstStyle/>
        <a:p>
          <a:endParaRPr lang="es-PE"/>
        </a:p>
      </dgm:t>
    </dgm:pt>
    <dgm:pt modelId="{A53CC60E-10C3-415E-93A8-9C128720BE0A}">
      <dgm:prSet custT="1"/>
      <dgm:spPr/>
      <dgm:t>
        <a:bodyPr/>
        <a:lstStyle/>
        <a:p>
          <a:r>
            <a:rPr lang="es-ES" sz="1200" dirty="0"/>
            <a:t>Digital Light </a:t>
          </a:r>
          <a:r>
            <a:rPr lang="es-ES" sz="1200" dirty="0" err="1"/>
            <a:t>Projection</a:t>
          </a:r>
          <a:r>
            <a:rPr lang="es-ES" sz="1200" dirty="0"/>
            <a:t> </a:t>
          </a:r>
        </a:p>
        <a:p>
          <a:r>
            <a:rPr lang="es-ES" sz="1200" dirty="0"/>
            <a:t>(DLP)</a:t>
          </a:r>
          <a:endParaRPr lang="es-PE" sz="1200" dirty="0"/>
        </a:p>
      </dgm:t>
    </dgm:pt>
    <dgm:pt modelId="{24F581BF-2B7B-4CEC-98D1-35DD8213987E}" type="parTrans" cxnId="{45873EEB-C9E7-4883-8EA8-C2C0D6D19ADB}">
      <dgm:prSet/>
      <dgm:spPr/>
      <dgm:t>
        <a:bodyPr/>
        <a:lstStyle/>
        <a:p>
          <a:endParaRPr lang="es-PE"/>
        </a:p>
      </dgm:t>
    </dgm:pt>
    <dgm:pt modelId="{7C717820-9FE7-4191-9BF6-117175890E0E}" type="sibTrans" cxnId="{45873EEB-C9E7-4883-8EA8-C2C0D6D19ADB}">
      <dgm:prSet/>
      <dgm:spPr/>
      <dgm:t>
        <a:bodyPr/>
        <a:lstStyle/>
        <a:p>
          <a:endParaRPr lang="es-PE"/>
        </a:p>
      </dgm:t>
    </dgm:pt>
    <dgm:pt modelId="{C670D8F7-BD99-49EB-9E63-876022F745D6}">
      <dgm:prSet custT="1"/>
      <dgm:spPr/>
      <dgm:t>
        <a:bodyPr/>
        <a:lstStyle/>
        <a:p>
          <a:r>
            <a:rPr lang="es-ES" sz="1400" dirty="0"/>
            <a:t>Multi-Jet </a:t>
          </a:r>
          <a:r>
            <a:rPr lang="es-ES" sz="1400" dirty="0" err="1"/>
            <a:t>Modeling</a:t>
          </a:r>
          <a:r>
            <a:rPr lang="es-ES" sz="1400" dirty="0"/>
            <a:t> </a:t>
          </a:r>
        </a:p>
        <a:p>
          <a:r>
            <a:rPr lang="es-ES" sz="1400" dirty="0"/>
            <a:t>(MJM)</a:t>
          </a:r>
          <a:endParaRPr lang="es-PE" sz="1400" dirty="0"/>
        </a:p>
      </dgm:t>
    </dgm:pt>
    <dgm:pt modelId="{3B9BE9A6-0E02-421D-B781-839188EF02AD}" type="parTrans" cxnId="{53F04D4F-8AAB-49D0-AD9B-2864006667AA}">
      <dgm:prSet/>
      <dgm:spPr/>
      <dgm:t>
        <a:bodyPr/>
        <a:lstStyle/>
        <a:p>
          <a:endParaRPr lang="es-PE"/>
        </a:p>
      </dgm:t>
    </dgm:pt>
    <dgm:pt modelId="{F9016663-845B-421E-BF72-43F127870D87}" type="sibTrans" cxnId="{53F04D4F-8AAB-49D0-AD9B-2864006667AA}">
      <dgm:prSet/>
      <dgm:spPr/>
      <dgm:t>
        <a:bodyPr/>
        <a:lstStyle/>
        <a:p>
          <a:endParaRPr lang="es-PE"/>
        </a:p>
      </dgm:t>
    </dgm:pt>
    <dgm:pt modelId="{0513EC31-AAD5-4437-9EE4-F154488A0BD7}">
      <dgm:prSet custT="1"/>
      <dgm:spPr/>
      <dgm:t>
        <a:bodyPr/>
        <a:lstStyle/>
        <a:p>
          <a:r>
            <a:rPr lang="es-ES" sz="1200" dirty="0"/>
            <a:t>Fusión por rayo electrónico</a:t>
          </a:r>
          <a:endParaRPr lang="es-PE" sz="1200" dirty="0"/>
        </a:p>
      </dgm:t>
    </dgm:pt>
    <dgm:pt modelId="{CFB0213E-D365-40F3-9054-6D11DFC6D814}" type="parTrans" cxnId="{C7BF0E12-1FBD-4797-B08D-ED303FBCC745}">
      <dgm:prSet/>
      <dgm:spPr/>
      <dgm:t>
        <a:bodyPr/>
        <a:lstStyle/>
        <a:p>
          <a:endParaRPr lang="es-PE"/>
        </a:p>
      </dgm:t>
    </dgm:pt>
    <dgm:pt modelId="{82A08F32-08F0-4D78-A5A8-52ED076FE9CD}" type="sibTrans" cxnId="{C7BF0E12-1FBD-4797-B08D-ED303FBCC745}">
      <dgm:prSet/>
      <dgm:spPr/>
      <dgm:t>
        <a:bodyPr/>
        <a:lstStyle/>
        <a:p>
          <a:endParaRPr lang="es-PE"/>
        </a:p>
      </dgm:t>
    </dgm:pt>
    <dgm:pt modelId="{00BCEA8F-F653-44D6-88EA-98CFE7C798AD}">
      <dgm:prSet custT="1"/>
      <dgm:spPr/>
      <dgm:t>
        <a:bodyPr/>
        <a:lstStyle/>
        <a:p>
          <a:r>
            <a:rPr lang="es-ES" sz="1400" dirty="0"/>
            <a:t>Fusión por láser</a:t>
          </a:r>
          <a:endParaRPr lang="es-PE" sz="1400" dirty="0"/>
        </a:p>
      </dgm:t>
    </dgm:pt>
    <dgm:pt modelId="{D0CD1F33-805C-4A27-97CA-C3DAF4F16E95}" type="parTrans" cxnId="{8BAB527A-BC46-4A72-81DE-FD40C698BD20}">
      <dgm:prSet/>
      <dgm:spPr/>
      <dgm:t>
        <a:bodyPr/>
        <a:lstStyle/>
        <a:p>
          <a:endParaRPr lang="es-PE"/>
        </a:p>
      </dgm:t>
    </dgm:pt>
    <dgm:pt modelId="{C1D04897-9445-4127-9423-9166C2DA4AEE}" type="sibTrans" cxnId="{8BAB527A-BC46-4A72-81DE-FD40C698BD20}">
      <dgm:prSet/>
      <dgm:spPr/>
      <dgm:t>
        <a:bodyPr/>
        <a:lstStyle/>
        <a:p>
          <a:endParaRPr lang="es-PE"/>
        </a:p>
      </dgm:t>
    </dgm:pt>
    <dgm:pt modelId="{A5B832BC-031F-4639-8F8A-3944F0CDFD20}">
      <dgm:prSet custT="1"/>
      <dgm:spPr/>
      <dgm:t>
        <a:bodyPr/>
        <a:lstStyle/>
        <a:p>
          <a:r>
            <a:rPr lang="es-ES" sz="1200" dirty="0"/>
            <a:t>Laser Metal </a:t>
          </a:r>
          <a:r>
            <a:rPr lang="es-ES" sz="1200" dirty="0" err="1"/>
            <a:t>Deposition</a:t>
          </a:r>
          <a:endParaRPr lang="es-ES" sz="1200" dirty="0"/>
        </a:p>
        <a:p>
          <a:r>
            <a:rPr lang="es-ES" sz="1200" dirty="0"/>
            <a:t>(LMD)</a:t>
          </a:r>
          <a:endParaRPr lang="es-PE" sz="1200" dirty="0"/>
        </a:p>
      </dgm:t>
    </dgm:pt>
    <dgm:pt modelId="{A92D2089-C1CC-417A-BADF-B25EA19CCCA9}" type="parTrans" cxnId="{88A0BAAD-E6D6-4C33-A412-89050EFF5A33}">
      <dgm:prSet/>
      <dgm:spPr/>
      <dgm:t>
        <a:bodyPr/>
        <a:lstStyle/>
        <a:p>
          <a:endParaRPr lang="es-PE"/>
        </a:p>
      </dgm:t>
    </dgm:pt>
    <dgm:pt modelId="{362836F0-F6BA-4C0A-B1F4-A9232C13FF31}" type="sibTrans" cxnId="{88A0BAAD-E6D6-4C33-A412-89050EFF5A33}">
      <dgm:prSet/>
      <dgm:spPr/>
      <dgm:t>
        <a:bodyPr/>
        <a:lstStyle/>
        <a:p>
          <a:endParaRPr lang="es-PE"/>
        </a:p>
      </dgm:t>
    </dgm:pt>
    <dgm:pt modelId="{45A1285D-03E2-4FC5-B63F-CC73CA1A4BEE}">
      <dgm:prSet custT="1"/>
      <dgm:spPr/>
      <dgm:t>
        <a:bodyPr/>
        <a:lstStyle/>
        <a:p>
          <a:r>
            <a:rPr lang="es-ES" sz="1400" dirty="0"/>
            <a:t>Extrusión</a:t>
          </a:r>
          <a:endParaRPr lang="es-PE" sz="1400" dirty="0"/>
        </a:p>
      </dgm:t>
    </dgm:pt>
    <dgm:pt modelId="{EC686701-50BE-4237-AA68-42564EA1EB32}" type="parTrans" cxnId="{C46C6D37-9A27-46A6-96B0-2A5AFD32C6D7}">
      <dgm:prSet/>
      <dgm:spPr/>
      <dgm:t>
        <a:bodyPr/>
        <a:lstStyle/>
        <a:p>
          <a:endParaRPr lang="es-PE"/>
        </a:p>
      </dgm:t>
    </dgm:pt>
    <dgm:pt modelId="{AC3DA7D4-B83A-4B35-A29C-D18EB3BC8726}" type="sibTrans" cxnId="{C46C6D37-9A27-46A6-96B0-2A5AFD32C6D7}">
      <dgm:prSet/>
      <dgm:spPr/>
      <dgm:t>
        <a:bodyPr/>
        <a:lstStyle/>
        <a:p>
          <a:endParaRPr lang="es-PE"/>
        </a:p>
      </dgm:t>
    </dgm:pt>
    <dgm:pt modelId="{5A62F4D5-3144-46CD-9F40-8843616F1D79}">
      <dgm:prSet custT="1"/>
      <dgm:spPr/>
      <dgm:t>
        <a:bodyPr/>
        <a:lstStyle/>
        <a:p>
          <a:r>
            <a:rPr lang="es-ES" sz="1200" dirty="0"/>
            <a:t>Inyección de tinta</a:t>
          </a:r>
        </a:p>
        <a:p>
          <a:r>
            <a:rPr lang="es-ES" sz="1200" dirty="0"/>
            <a:t>(</a:t>
          </a:r>
          <a:r>
            <a:rPr lang="es-ES" sz="1200" dirty="0" err="1"/>
            <a:t>Ink</a:t>
          </a:r>
          <a:r>
            <a:rPr lang="es-ES" sz="1200" dirty="0"/>
            <a:t> </a:t>
          </a:r>
          <a:r>
            <a:rPr lang="es-ES" sz="1200" dirty="0" err="1"/>
            <a:t>Jetting</a:t>
          </a:r>
          <a:r>
            <a:rPr lang="es-ES" sz="1200" dirty="0"/>
            <a:t>)</a:t>
          </a:r>
          <a:endParaRPr lang="es-PE" sz="1200" dirty="0"/>
        </a:p>
      </dgm:t>
    </dgm:pt>
    <dgm:pt modelId="{47FA4421-05FC-4814-959A-7D1222FA097E}" type="parTrans" cxnId="{F6E8CA80-686F-447F-A1A3-6F653AE3AA4A}">
      <dgm:prSet/>
      <dgm:spPr/>
      <dgm:t>
        <a:bodyPr/>
        <a:lstStyle/>
        <a:p>
          <a:endParaRPr lang="es-PE"/>
        </a:p>
      </dgm:t>
    </dgm:pt>
    <dgm:pt modelId="{1A585383-E495-4F8C-993D-6BF4EADA7021}" type="sibTrans" cxnId="{F6E8CA80-686F-447F-A1A3-6F653AE3AA4A}">
      <dgm:prSet/>
      <dgm:spPr/>
      <dgm:t>
        <a:bodyPr/>
        <a:lstStyle/>
        <a:p>
          <a:endParaRPr lang="es-PE"/>
        </a:p>
      </dgm:t>
    </dgm:pt>
    <dgm:pt modelId="{84A31C80-1FE0-4754-AF50-EE9A157A60F6}">
      <dgm:prSet custT="1"/>
      <dgm:spPr/>
      <dgm:t>
        <a:bodyPr/>
        <a:lstStyle/>
        <a:p>
          <a:r>
            <a:rPr lang="es-ES" sz="1200" dirty="0" err="1"/>
            <a:t>Fusion</a:t>
          </a:r>
          <a:r>
            <a:rPr lang="es-ES" sz="1200" dirty="0"/>
            <a:t> </a:t>
          </a:r>
          <a:r>
            <a:rPr lang="es-ES" sz="1200" dirty="0" err="1"/>
            <a:t>Deposition</a:t>
          </a:r>
          <a:r>
            <a:rPr lang="es-ES" sz="1200" dirty="0"/>
            <a:t> </a:t>
          </a:r>
          <a:r>
            <a:rPr lang="es-ES" sz="1200" dirty="0" err="1"/>
            <a:t>Modelling</a:t>
          </a:r>
          <a:r>
            <a:rPr lang="es-ES" sz="1200" dirty="0"/>
            <a:t> </a:t>
          </a:r>
        </a:p>
        <a:p>
          <a:r>
            <a:rPr lang="es-ES" sz="1200" dirty="0"/>
            <a:t>(FDM)</a:t>
          </a:r>
          <a:endParaRPr lang="es-PE" sz="1200" dirty="0"/>
        </a:p>
      </dgm:t>
    </dgm:pt>
    <dgm:pt modelId="{77A40671-9BCE-464B-8290-9F8E4615F3E3}" type="parTrans" cxnId="{4C6E49A7-90D0-4E27-9BCD-4101E185979C}">
      <dgm:prSet/>
      <dgm:spPr/>
      <dgm:t>
        <a:bodyPr/>
        <a:lstStyle/>
        <a:p>
          <a:endParaRPr lang="es-PE"/>
        </a:p>
      </dgm:t>
    </dgm:pt>
    <dgm:pt modelId="{FA6C771B-2C35-42C9-B948-47B2DCC922B6}" type="sibTrans" cxnId="{4C6E49A7-90D0-4E27-9BCD-4101E185979C}">
      <dgm:prSet/>
      <dgm:spPr/>
      <dgm:t>
        <a:bodyPr/>
        <a:lstStyle/>
        <a:p>
          <a:endParaRPr lang="es-PE"/>
        </a:p>
      </dgm:t>
    </dgm:pt>
    <dgm:pt modelId="{268D4E39-0CDB-40D6-B715-717E2E617DEF}">
      <dgm:prSet custT="1"/>
      <dgm:spPr/>
      <dgm:t>
        <a:bodyPr/>
        <a:lstStyle/>
        <a:p>
          <a:r>
            <a:rPr lang="es-ES" sz="1200" dirty="0" err="1"/>
            <a:t>Drop</a:t>
          </a:r>
          <a:r>
            <a:rPr lang="es-ES" sz="1200" dirty="0"/>
            <a:t> </a:t>
          </a:r>
          <a:r>
            <a:rPr lang="es-ES" sz="1200" dirty="0" err="1"/>
            <a:t>on</a:t>
          </a:r>
          <a:r>
            <a:rPr lang="es-ES" sz="1200" dirty="0"/>
            <a:t> </a:t>
          </a:r>
          <a:r>
            <a:rPr lang="es-ES" sz="1200" dirty="0" err="1"/>
            <a:t>Demand</a:t>
          </a:r>
          <a:endParaRPr lang="es-ES" sz="1200" dirty="0"/>
        </a:p>
        <a:p>
          <a:r>
            <a:rPr lang="es-ES" sz="1200" dirty="0"/>
            <a:t>(</a:t>
          </a:r>
          <a:r>
            <a:rPr lang="es-ES" sz="1200" dirty="0" err="1"/>
            <a:t>DoD</a:t>
          </a:r>
          <a:r>
            <a:rPr lang="es-ES" sz="1200" dirty="0"/>
            <a:t>)</a:t>
          </a:r>
          <a:endParaRPr lang="es-PE" sz="1200" dirty="0"/>
        </a:p>
      </dgm:t>
    </dgm:pt>
    <dgm:pt modelId="{010C120B-AC4B-4CDB-A3BC-E70DEE42375E}" type="parTrans" cxnId="{B1FEDAEB-3F47-48C4-8DC9-C0D820161F8E}">
      <dgm:prSet/>
      <dgm:spPr/>
      <dgm:t>
        <a:bodyPr/>
        <a:lstStyle/>
        <a:p>
          <a:endParaRPr lang="es-PE"/>
        </a:p>
      </dgm:t>
    </dgm:pt>
    <dgm:pt modelId="{C9662D08-79E0-4ABC-9DA1-966C50D2329B}" type="sibTrans" cxnId="{B1FEDAEB-3F47-48C4-8DC9-C0D820161F8E}">
      <dgm:prSet/>
      <dgm:spPr/>
      <dgm:t>
        <a:bodyPr/>
        <a:lstStyle/>
        <a:p>
          <a:endParaRPr lang="es-PE"/>
        </a:p>
      </dgm:t>
    </dgm:pt>
    <dgm:pt modelId="{52AA8B8A-83AC-475C-BCDE-6198406BCF2D}">
      <dgm:prSet custT="1"/>
      <dgm:spPr/>
      <dgm:t>
        <a:bodyPr/>
        <a:lstStyle/>
        <a:p>
          <a:r>
            <a:rPr lang="es-ES" sz="1400" dirty="0"/>
            <a:t>Fusión por aglutinante</a:t>
          </a:r>
          <a:endParaRPr lang="es-PE" sz="1400" dirty="0"/>
        </a:p>
      </dgm:t>
    </dgm:pt>
    <dgm:pt modelId="{7CD4D9AA-038E-4AB0-A05A-0F3540D2B4F0}" type="parTrans" cxnId="{E7E7C302-41AE-47E0-A139-6C3B1BABF28C}">
      <dgm:prSet/>
      <dgm:spPr/>
      <dgm:t>
        <a:bodyPr/>
        <a:lstStyle/>
        <a:p>
          <a:endParaRPr lang="es-PE"/>
        </a:p>
      </dgm:t>
    </dgm:pt>
    <dgm:pt modelId="{84FF4F00-7A11-40A7-93E9-FD531293D9DC}" type="sibTrans" cxnId="{E7E7C302-41AE-47E0-A139-6C3B1BABF28C}">
      <dgm:prSet/>
      <dgm:spPr/>
      <dgm:t>
        <a:bodyPr/>
        <a:lstStyle/>
        <a:p>
          <a:endParaRPr lang="es-PE"/>
        </a:p>
      </dgm:t>
    </dgm:pt>
    <dgm:pt modelId="{562EACE6-FC7B-4591-94DE-DAFBC20EC355}">
      <dgm:prSet custT="1"/>
      <dgm:spPr/>
      <dgm:t>
        <a:bodyPr/>
        <a:lstStyle/>
        <a:p>
          <a:r>
            <a:rPr lang="es-ES" sz="1200" dirty="0" err="1"/>
            <a:t>Electron</a:t>
          </a:r>
          <a:r>
            <a:rPr lang="es-ES" sz="1200" dirty="0"/>
            <a:t> Beam </a:t>
          </a:r>
          <a:r>
            <a:rPr lang="es-ES" sz="1200" dirty="0" err="1"/>
            <a:t>Melting</a:t>
          </a:r>
          <a:r>
            <a:rPr lang="es-ES" sz="1200" dirty="0"/>
            <a:t> </a:t>
          </a:r>
        </a:p>
        <a:p>
          <a:r>
            <a:rPr lang="es-ES" sz="1200" dirty="0"/>
            <a:t>(EBM)</a:t>
          </a:r>
          <a:endParaRPr lang="es-PE" sz="1200" dirty="0"/>
        </a:p>
      </dgm:t>
    </dgm:pt>
    <dgm:pt modelId="{52253047-0489-4A13-A1AF-649C4DC0F3AE}" type="parTrans" cxnId="{D8B92F5C-3928-4032-9F53-5507E9E15785}">
      <dgm:prSet/>
      <dgm:spPr/>
      <dgm:t>
        <a:bodyPr/>
        <a:lstStyle/>
        <a:p>
          <a:endParaRPr lang="es-PE"/>
        </a:p>
      </dgm:t>
    </dgm:pt>
    <dgm:pt modelId="{C2E82E2E-12E2-45C2-B612-0E2F55E1579E}" type="sibTrans" cxnId="{D8B92F5C-3928-4032-9F53-5507E9E15785}">
      <dgm:prSet/>
      <dgm:spPr/>
      <dgm:t>
        <a:bodyPr/>
        <a:lstStyle/>
        <a:p>
          <a:endParaRPr lang="es-PE"/>
        </a:p>
      </dgm:t>
    </dgm:pt>
    <dgm:pt modelId="{22520C4F-F507-4C3D-AC8A-BB3E73A4F915}">
      <dgm:prSet custT="1"/>
      <dgm:spPr/>
      <dgm:t>
        <a:bodyPr/>
        <a:lstStyle/>
        <a:p>
          <a:r>
            <a:rPr lang="es-ES" sz="1200" dirty="0" err="1"/>
            <a:t>Selective</a:t>
          </a:r>
          <a:r>
            <a:rPr lang="es-ES" sz="1200" dirty="0"/>
            <a:t> Laser </a:t>
          </a:r>
          <a:r>
            <a:rPr lang="es-ES" sz="1200" dirty="0" err="1"/>
            <a:t>Sintering</a:t>
          </a:r>
          <a:r>
            <a:rPr lang="es-ES" sz="1200" dirty="0"/>
            <a:t> </a:t>
          </a:r>
        </a:p>
        <a:p>
          <a:r>
            <a:rPr lang="es-ES" sz="1200" dirty="0"/>
            <a:t>(SLS)</a:t>
          </a:r>
          <a:endParaRPr lang="es-PE" sz="1200" dirty="0"/>
        </a:p>
      </dgm:t>
    </dgm:pt>
    <dgm:pt modelId="{B8CD523F-C125-4FED-9040-AA05AAE6539F}" type="parTrans" cxnId="{70FCC8C1-4AB0-4F53-B1CE-E6FE95D46ABD}">
      <dgm:prSet/>
      <dgm:spPr/>
      <dgm:t>
        <a:bodyPr/>
        <a:lstStyle/>
        <a:p>
          <a:endParaRPr lang="es-PE"/>
        </a:p>
      </dgm:t>
    </dgm:pt>
    <dgm:pt modelId="{F3812D61-215A-4E48-B00B-2410023302E9}" type="sibTrans" cxnId="{70FCC8C1-4AB0-4F53-B1CE-E6FE95D46ABD}">
      <dgm:prSet/>
      <dgm:spPr/>
      <dgm:t>
        <a:bodyPr/>
        <a:lstStyle/>
        <a:p>
          <a:endParaRPr lang="es-PE"/>
        </a:p>
      </dgm:t>
    </dgm:pt>
    <dgm:pt modelId="{B24432E6-165B-413C-8840-C51C572E5465}">
      <dgm:prSet custT="1"/>
      <dgm:spPr/>
      <dgm:t>
        <a:bodyPr/>
        <a:lstStyle/>
        <a:p>
          <a:r>
            <a:rPr lang="es-ES" sz="1200" dirty="0"/>
            <a:t>Direct Metal Laser </a:t>
          </a:r>
          <a:r>
            <a:rPr lang="es-ES" sz="1200" dirty="0" err="1"/>
            <a:t>Sintering</a:t>
          </a:r>
          <a:endParaRPr lang="es-ES" sz="1200" dirty="0"/>
        </a:p>
        <a:p>
          <a:r>
            <a:rPr lang="es-ES" sz="1200" dirty="0"/>
            <a:t>(DMLS)</a:t>
          </a:r>
          <a:endParaRPr lang="es-PE" sz="1200" dirty="0"/>
        </a:p>
      </dgm:t>
    </dgm:pt>
    <dgm:pt modelId="{032E8684-C34A-4B1E-9057-8170360BAFAF}" type="parTrans" cxnId="{7CB04309-162B-4AB6-BCF3-D0CB43E43FB2}">
      <dgm:prSet/>
      <dgm:spPr/>
      <dgm:t>
        <a:bodyPr/>
        <a:lstStyle/>
        <a:p>
          <a:endParaRPr lang="es-PE"/>
        </a:p>
      </dgm:t>
    </dgm:pt>
    <dgm:pt modelId="{8CCAC0A4-7A04-44AE-AEBA-C56890E35A9E}" type="sibTrans" cxnId="{7CB04309-162B-4AB6-BCF3-D0CB43E43FB2}">
      <dgm:prSet/>
      <dgm:spPr/>
      <dgm:t>
        <a:bodyPr/>
        <a:lstStyle/>
        <a:p>
          <a:endParaRPr lang="es-PE"/>
        </a:p>
      </dgm:t>
    </dgm:pt>
    <dgm:pt modelId="{192A8348-DEA3-487C-91D6-F1498586A4BC}">
      <dgm:prSet custT="1"/>
      <dgm:spPr/>
      <dgm:t>
        <a:bodyPr/>
        <a:lstStyle/>
        <a:p>
          <a:r>
            <a:rPr lang="es-ES" sz="1200" dirty="0" err="1"/>
            <a:t>Binder</a:t>
          </a:r>
          <a:r>
            <a:rPr lang="es-ES" sz="1200" dirty="0"/>
            <a:t> </a:t>
          </a:r>
          <a:r>
            <a:rPr lang="es-ES" sz="1200" dirty="0" err="1"/>
            <a:t>Jetting</a:t>
          </a:r>
          <a:endParaRPr lang="es-ES" sz="1200" dirty="0"/>
        </a:p>
        <a:p>
          <a:r>
            <a:rPr lang="es-ES" sz="1200" dirty="0"/>
            <a:t>(BJ)</a:t>
          </a:r>
          <a:endParaRPr lang="es-PE" sz="1200" dirty="0"/>
        </a:p>
      </dgm:t>
    </dgm:pt>
    <dgm:pt modelId="{28936F62-E7AD-40E4-B032-CE9E9A348FA9}" type="parTrans" cxnId="{7FA058C0-8548-4F04-B25B-5FB9B3952262}">
      <dgm:prSet/>
      <dgm:spPr/>
      <dgm:t>
        <a:bodyPr/>
        <a:lstStyle/>
        <a:p>
          <a:endParaRPr lang="es-PE"/>
        </a:p>
      </dgm:t>
    </dgm:pt>
    <dgm:pt modelId="{FB827B7F-9381-4A4A-8BCA-32C89CF2B91C}" type="sibTrans" cxnId="{7FA058C0-8548-4F04-B25B-5FB9B3952262}">
      <dgm:prSet/>
      <dgm:spPr/>
      <dgm:t>
        <a:bodyPr/>
        <a:lstStyle/>
        <a:p>
          <a:endParaRPr lang="es-PE"/>
        </a:p>
      </dgm:t>
    </dgm:pt>
    <dgm:pt modelId="{9527C100-3346-4D8C-AEF2-3493117146B9}" type="pres">
      <dgm:prSet presAssocID="{6CBE605A-6D5A-481F-A89F-96253053BC8F}" presName="hierChild1" presStyleCnt="0">
        <dgm:presLayoutVars>
          <dgm:chPref val="1"/>
          <dgm:dir/>
          <dgm:animOne val="branch"/>
          <dgm:animLvl val="lvl"/>
          <dgm:resizeHandles/>
        </dgm:presLayoutVars>
      </dgm:prSet>
      <dgm:spPr/>
    </dgm:pt>
    <dgm:pt modelId="{F4659643-A17D-4730-B5C8-8AA9619ADD02}" type="pres">
      <dgm:prSet presAssocID="{0AF064BC-4EDA-444F-988F-3ABD24DC688B}" presName="hierRoot1" presStyleCnt="0"/>
      <dgm:spPr/>
    </dgm:pt>
    <dgm:pt modelId="{DDC2FE42-A3F3-4FFD-99B2-CBB8B1F77803}" type="pres">
      <dgm:prSet presAssocID="{0AF064BC-4EDA-444F-988F-3ABD24DC688B}" presName="composite" presStyleCnt="0"/>
      <dgm:spPr/>
    </dgm:pt>
    <dgm:pt modelId="{5F5B63A1-87FB-4EFC-BE4B-DA4F05642682}" type="pres">
      <dgm:prSet presAssocID="{0AF064BC-4EDA-444F-988F-3ABD24DC688B}" presName="background" presStyleLbl="node0" presStyleIdx="0" presStyleCnt="1"/>
      <dgm:spPr/>
    </dgm:pt>
    <dgm:pt modelId="{ADADA60F-19B2-4074-B728-71723E606108}" type="pres">
      <dgm:prSet presAssocID="{0AF064BC-4EDA-444F-988F-3ABD24DC688B}" presName="text" presStyleLbl="fgAcc0" presStyleIdx="0" presStyleCnt="1" custScaleX="172596" custScaleY="168399">
        <dgm:presLayoutVars>
          <dgm:chPref val="3"/>
        </dgm:presLayoutVars>
      </dgm:prSet>
      <dgm:spPr/>
    </dgm:pt>
    <dgm:pt modelId="{52AA0C46-8C79-49A1-ABAA-5C3DAF34B49E}" type="pres">
      <dgm:prSet presAssocID="{0AF064BC-4EDA-444F-988F-3ABD24DC688B}" presName="hierChild2" presStyleCnt="0"/>
      <dgm:spPr/>
    </dgm:pt>
    <dgm:pt modelId="{54C5C67C-4C45-4216-A95E-F6F65EC96C8D}" type="pres">
      <dgm:prSet presAssocID="{286327CA-ACE8-4653-9998-D88FA69E35F5}" presName="Name10" presStyleLbl="parChTrans1D2" presStyleIdx="0" presStyleCnt="3"/>
      <dgm:spPr/>
    </dgm:pt>
    <dgm:pt modelId="{C510BAC4-CE52-4258-AB8C-5006EE97AE16}" type="pres">
      <dgm:prSet presAssocID="{41C92E46-08EE-4CE1-B0AF-A6E59FEC40B6}" presName="hierRoot2" presStyleCnt="0"/>
      <dgm:spPr/>
    </dgm:pt>
    <dgm:pt modelId="{35F2A059-171D-4730-9AB8-28E703E9A94F}" type="pres">
      <dgm:prSet presAssocID="{41C92E46-08EE-4CE1-B0AF-A6E59FEC40B6}" presName="composite2" presStyleCnt="0"/>
      <dgm:spPr/>
    </dgm:pt>
    <dgm:pt modelId="{FB0B6571-93CA-44A5-8E24-4103747CA439}" type="pres">
      <dgm:prSet presAssocID="{41C92E46-08EE-4CE1-B0AF-A6E59FEC40B6}" presName="background2" presStyleLbl="node2" presStyleIdx="0" presStyleCnt="3"/>
      <dgm:spPr/>
    </dgm:pt>
    <dgm:pt modelId="{741352B3-95C7-4E61-A55A-302221A248CF}" type="pres">
      <dgm:prSet presAssocID="{41C92E46-08EE-4CE1-B0AF-A6E59FEC40B6}" presName="text2" presStyleLbl="fgAcc2" presStyleIdx="0" presStyleCnt="3">
        <dgm:presLayoutVars>
          <dgm:chPref val="3"/>
        </dgm:presLayoutVars>
      </dgm:prSet>
      <dgm:spPr/>
    </dgm:pt>
    <dgm:pt modelId="{2988F7B9-BB18-49BE-9599-F662950AE806}" type="pres">
      <dgm:prSet presAssocID="{41C92E46-08EE-4CE1-B0AF-A6E59FEC40B6}" presName="hierChild3" presStyleCnt="0"/>
      <dgm:spPr/>
    </dgm:pt>
    <dgm:pt modelId="{05C2727E-D197-4DD7-81D1-57296E128183}" type="pres">
      <dgm:prSet presAssocID="{17DB124A-9C1A-4AB0-9B6D-52C56C9BAF61}" presName="Name17" presStyleLbl="parChTrans1D3" presStyleIdx="0" presStyleCnt="5"/>
      <dgm:spPr/>
    </dgm:pt>
    <dgm:pt modelId="{49FB0E29-7663-4067-91E2-E9BC0AFCCA35}" type="pres">
      <dgm:prSet presAssocID="{C7F9B29B-48B0-4B3C-ACCA-998A7002C2B6}" presName="hierRoot3" presStyleCnt="0"/>
      <dgm:spPr/>
    </dgm:pt>
    <dgm:pt modelId="{66EA0B94-9B82-4A79-944B-03BB8CB8B85A}" type="pres">
      <dgm:prSet presAssocID="{C7F9B29B-48B0-4B3C-ACCA-998A7002C2B6}" presName="composite3" presStyleCnt="0"/>
      <dgm:spPr/>
    </dgm:pt>
    <dgm:pt modelId="{A7B26193-12D5-40E4-9F11-56B852E28DEE}" type="pres">
      <dgm:prSet presAssocID="{C7F9B29B-48B0-4B3C-ACCA-998A7002C2B6}" presName="background3" presStyleLbl="node3" presStyleIdx="0" presStyleCnt="5"/>
      <dgm:spPr/>
    </dgm:pt>
    <dgm:pt modelId="{BC64DDE1-F996-4F72-B5DC-77AEEC0E1908}" type="pres">
      <dgm:prSet presAssocID="{C7F9B29B-48B0-4B3C-ACCA-998A7002C2B6}" presName="text3" presStyleLbl="fgAcc3" presStyleIdx="0" presStyleCnt="5" custScaleX="199867">
        <dgm:presLayoutVars>
          <dgm:chPref val="3"/>
        </dgm:presLayoutVars>
      </dgm:prSet>
      <dgm:spPr/>
    </dgm:pt>
    <dgm:pt modelId="{3FD22C9F-3BC3-417A-B9B3-88E5999338C0}" type="pres">
      <dgm:prSet presAssocID="{C7F9B29B-48B0-4B3C-ACCA-998A7002C2B6}" presName="hierChild4" presStyleCnt="0"/>
      <dgm:spPr/>
    </dgm:pt>
    <dgm:pt modelId="{F59AEC80-C586-41AF-BAD5-BA797DDE0228}" type="pres">
      <dgm:prSet presAssocID="{526D28C0-141A-4DC8-9BED-57A1F0807525}" presName="Name23" presStyleLbl="parChTrans1D4" presStyleIdx="0" presStyleCnt="18"/>
      <dgm:spPr/>
    </dgm:pt>
    <dgm:pt modelId="{2DA195EF-3E84-40F4-BA05-1C18069E68E5}" type="pres">
      <dgm:prSet presAssocID="{126DD4E3-A4E4-476A-B60E-A35A6BA727B2}" presName="hierRoot4" presStyleCnt="0"/>
      <dgm:spPr/>
    </dgm:pt>
    <dgm:pt modelId="{D3DFAA3D-2288-4548-BC65-1C9680FC53C7}" type="pres">
      <dgm:prSet presAssocID="{126DD4E3-A4E4-476A-B60E-A35A6BA727B2}" presName="composite4" presStyleCnt="0"/>
      <dgm:spPr/>
    </dgm:pt>
    <dgm:pt modelId="{9D15A430-DBED-4797-9883-CEA48FB9795A}" type="pres">
      <dgm:prSet presAssocID="{126DD4E3-A4E4-476A-B60E-A35A6BA727B2}" presName="background4" presStyleLbl="node4" presStyleIdx="0" presStyleCnt="18"/>
      <dgm:spPr/>
    </dgm:pt>
    <dgm:pt modelId="{629D5326-99B1-4621-B91F-43D37B11416E}" type="pres">
      <dgm:prSet presAssocID="{126DD4E3-A4E4-476A-B60E-A35A6BA727B2}" presName="text4" presStyleLbl="fgAcc4" presStyleIdx="0" presStyleCnt="18" custScaleX="123166" custScaleY="238148">
        <dgm:presLayoutVars>
          <dgm:chPref val="3"/>
        </dgm:presLayoutVars>
      </dgm:prSet>
      <dgm:spPr/>
    </dgm:pt>
    <dgm:pt modelId="{53432F6C-5D03-4E38-88D0-BD54FE22DD8C}" type="pres">
      <dgm:prSet presAssocID="{126DD4E3-A4E4-476A-B60E-A35A6BA727B2}" presName="hierChild5" presStyleCnt="0"/>
      <dgm:spPr/>
    </dgm:pt>
    <dgm:pt modelId="{C8D251E3-F7AA-416B-8430-B41CA48EA1D5}" type="pres">
      <dgm:prSet presAssocID="{24F581BF-2B7B-4CEC-98D1-35DD8213987E}" presName="Name23" presStyleLbl="parChTrans1D4" presStyleIdx="1" presStyleCnt="18"/>
      <dgm:spPr/>
    </dgm:pt>
    <dgm:pt modelId="{EF46DC86-082B-47A7-BB04-34FF2C66B831}" type="pres">
      <dgm:prSet presAssocID="{A53CC60E-10C3-415E-93A8-9C128720BE0A}" presName="hierRoot4" presStyleCnt="0"/>
      <dgm:spPr/>
    </dgm:pt>
    <dgm:pt modelId="{5940F53F-1C6C-4AB0-AF06-359AF1C2E348}" type="pres">
      <dgm:prSet presAssocID="{A53CC60E-10C3-415E-93A8-9C128720BE0A}" presName="composite4" presStyleCnt="0"/>
      <dgm:spPr/>
    </dgm:pt>
    <dgm:pt modelId="{6F31B42E-D7FE-4F79-B77D-9F7F5361E59E}" type="pres">
      <dgm:prSet presAssocID="{A53CC60E-10C3-415E-93A8-9C128720BE0A}" presName="background4" presStyleLbl="node4" presStyleIdx="1" presStyleCnt="18"/>
      <dgm:spPr/>
    </dgm:pt>
    <dgm:pt modelId="{7618D471-BC2F-4BBB-A5F6-A73C03F07BA5}" type="pres">
      <dgm:prSet presAssocID="{A53CC60E-10C3-415E-93A8-9C128720BE0A}" presName="text4" presStyleLbl="fgAcc4" presStyleIdx="1" presStyleCnt="18" custScaleX="116740" custScaleY="230333">
        <dgm:presLayoutVars>
          <dgm:chPref val="3"/>
        </dgm:presLayoutVars>
      </dgm:prSet>
      <dgm:spPr/>
    </dgm:pt>
    <dgm:pt modelId="{774A7530-D5BB-4927-A351-665AFF8D7A62}" type="pres">
      <dgm:prSet presAssocID="{A53CC60E-10C3-415E-93A8-9C128720BE0A}" presName="hierChild5" presStyleCnt="0"/>
      <dgm:spPr/>
    </dgm:pt>
    <dgm:pt modelId="{4DDB5832-6258-4634-B0DA-4E3D86752BE0}" type="pres">
      <dgm:prSet presAssocID="{9469052E-40C3-4755-9A73-167758021D10}" presName="Name23" presStyleLbl="parChTrans1D4" presStyleIdx="2" presStyleCnt="18"/>
      <dgm:spPr/>
    </dgm:pt>
    <dgm:pt modelId="{1367761A-F0E9-49D9-9BC5-B139AC537713}" type="pres">
      <dgm:prSet presAssocID="{7A90E594-363B-402B-A060-DC5DAA2D68D4}" presName="hierRoot4" presStyleCnt="0"/>
      <dgm:spPr/>
    </dgm:pt>
    <dgm:pt modelId="{561C8962-14BE-41ED-857F-2C7E04BB6E10}" type="pres">
      <dgm:prSet presAssocID="{7A90E594-363B-402B-A060-DC5DAA2D68D4}" presName="composite4" presStyleCnt="0"/>
      <dgm:spPr/>
    </dgm:pt>
    <dgm:pt modelId="{CD9AC1F0-7200-4377-83E2-2953F0C8DE9D}" type="pres">
      <dgm:prSet presAssocID="{7A90E594-363B-402B-A060-DC5DAA2D68D4}" presName="background4" presStyleLbl="node4" presStyleIdx="2" presStyleCnt="18"/>
      <dgm:spPr/>
    </dgm:pt>
    <dgm:pt modelId="{99B99B29-7B4C-4D52-98EB-EB40583810FE}" type="pres">
      <dgm:prSet presAssocID="{7A90E594-363B-402B-A060-DC5DAA2D68D4}" presName="text4" presStyleLbl="fgAcc4" presStyleIdx="2" presStyleCnt="18" custScaleY="184627">
        <dgm:presLayoutVars>
          <dgm:chPref val="3"/>
        </dgm:presLayoutVars>
      </dgm:prSet>
      <dgm:spPr/>
    </dgm:pt>
    <dgm:pt modelId="{DFDD2FD3-5015-47A3-AC31-05FF4CF0562F}" type="pres">
      <dgm:prSet presAssocID="{7A90E594-363B-402B-A060-DC5DAA2D68D4}" presName="hierChild5" presStyleCnt="0"/>
      <dgm:spPr/>
    </dgm:pt>
    <dgm:pt modelId="{03F8D7D9-9430-479F-9DAF-1C10E6B9B1FA}" type="pres">
      <dgm:prSet presAssocID="{3594922D-EAA2-49B3-BCEC-FA7D0F48F81E}" presName="Name23" presStyleLbl="parChTrans1D4" presStyleIdx="3" presStyleCnt="18"/>
      <dgm:spPr/>
    </dgm:pt>
    <dgm:pt modelId="{07F7AC54-86E9-4AF5-AD4A-23D40C2F6609}" type="pres">
      <dgm:prSet presAssocID="{9640E334-9480-4A84-BC70-D24BCF153D52}" presName="hierRoot4" presStyleCnt="0"/>
      <dgm:spPr/>
    </dgm:pt>
    <dgm:pt modelId="{2396085E-1BCB-4A29-B06C-842D13319228}" type="pres">
      <dgm:prSet presAssocID="{9640E334-9480-4A84-BC70-D24BCF153D52}" presName="composite4" presStyleCnt="0"/>
      <dgm:spPr/>
    </dgm:pt>
    <dgm:pt modelId="{5150BB15-1346-483E-AF7D-70E2640A7E40}" type="pres">
      <dgm:prSet presAssocID="{9640E334-9480-4A84-BC70-D24BCF153D52}" presName="background4" presStyleLbl="node4" presStyleIdx="3" presStyleCnt="18"/>
      <dgm:spPr/>
    </dgm:pt>
    <dgm:pt modelId="{CDDF574B-1D82-4FB8-8077-5F85A7CEF7B9}" type="pres">
      <dgm:prSet presAssocID="{9640E334-9480-4A84-BC70-D24BCF153D52}" presName="text4" presStyleLbl="fgAcc4" presStyleIdx="3" presStyleCnt="18" custScaleX="114039" custScaleY="167913">
        <dgm:presLayoutVars>
          <dgm:chPref val="3"/>
        </dgm:presLayoutVars>
      </dgm:prSet>
      <dgm:spPr/>
    </dgm:pt>
    <dgm:pt modelId="{933DDD88-8DD9-4E5E-9806-8B09BE811C9B}" type="pres">
      <dgm:prSet presAssocID="{9640E334-9480-4A84-BC70-D24BCF153D52}" presName="hierChild5" presStyleCnt="0"/>
      <dgm:spPr/>
    </dgm:pt>
    <dgm:pt modelId="{3CBDBA62-4C7E-435D-BC9D-239044301547}" type="pres">
      <dgm:prSet presAssocID="{4D70C2E6-4F2B-40B4-98FC-0991C8A7645E}" presName="Name23" presStyleLbl="parChTrans1D4" presStyleIdx="4" presStyleCnt="18"/>
      <dgm:spPr/>
    </dgm:pt>
    <dgm:pt modelId="{0C985457-ABEA-4543-9E67-3CEAEBACA288}" type="pres">
      <dgm:prSet presAssocID="{00C11182-5807-44AB-9985-431CAC2E5275}" presName="hierRoot4" presStyleCnt="0"/>
      <dgm:spPr/>
    </dgm:pt>
    <dgm:pt modelId="{1583A36E-A3F3-4BD5-939E-C762C960AEBA}" type="pres">
      <dgm:prSet presAssocID="{00C11182-5807-44AB-9985-431CAC2E5275}" presName="composite4" presStyleCnt="0"/>
      <dgm:spPr/>
    </dgm:pt>
    <dgm:pt modelId="{37D316C6-5040-4D74-8864-132E6BA9BBFC}" type="pres">
      <dgm:prSet presAssocID="{00C11182-5807-44AB-9985-431CAC2E5275}" presName="background4" presStyleLbl="node4" presStyleIdx="4" presStyleCnt="18"/>
      <dgm:spPr/>
    </dgm:pt>
    <dgm:pt modelId="{5B81F4FF-90E0-473F-AA26-0933966D080F}" type="pres">
      <dgm:prSet presAssocID="{00C11182-5807-44AB-9985-431CAC2E5275}" presName="text4" presStyleLbl="fgAcc4" presStyleIdx="4" presStyleCnt="18" custScaleY="289991">
        <dgm:presLayoutVars>
          <dgm:chPref val="3"/>
        </dgm:presLayoutVars>
      </dgm:prSet>
      <dgm:spPr/>
    </dgm:pt>
    <dgm:pt modelId="{F7224FD9-C049-4084-8DA9-9FD6F0D3816E}" type="pres">
      <dgm:prSet presAssocID="{00C11182-5807-44AB-9985-431CAC2E5275}" presName="hierChild5" presStyleCnt="0"/>
      <dgm:spPr/>
    </dgm:pt>
    <dgm:pt modelId="{D11D003C-CB16-47A8-9BF7-F56F919A5E74}" type="pres">
      <dgm:prSet presAssocID="{3B9BE9A6-0E02-421D-B781-839188EF02AD}" presName="Name23" presStyleLbl="parChTrans1D4" presStyleIdx="5" presStyleCnt="18"/>
      <dgm:spPr/>
    </dgm:pt>
    <dgm:pt modelId="{4F047DB4-C4BA-4D93-A18F-4C41B3003984}" type="pres">
      <dgm:prSet presAssocID="{C670D8F7-BD99-49EB-9E63-876022F745D6}" presName="hierRoot4" presStyleCnt="0"/>
      <dgm:spPr/>
    </dgm:pt>
    <dgm:pt modelId="{5C8802A8-13CB-4672-98FC-B20CD74DF89D}" type="pres">
      <dgm:prSet presAssocID="{C670D8F7-BD99-49EB-9E63-876022F745D6}" presName="composite4" presStyleCnt="0"/>
      <dgm:spPr/>
    </dgm:pt>
    <dgm:pt modelId="{B3AB75D9-CAB8-4D3E-ADC7-4B8D7ABDFAD3}" type="pres">
      <dgm:prSet presAssocID="{C670D8F7-BD99-49EB-9E63-876022F745D6}" presName="background4" presStyleLbl="node4" presStyleIdx="5" presStyleCnt="18"/>
      <dgm:spPr/>
    </dgm:pt>
    <dgm:pt modelId="{924979AF-3A37-49B4-8161-920557516DF4}" type="pres">
      <dgm:prSet presAssocID="{C670D8F7-BD99-49EB-9E63-876022F745D6}" presName="text4" presStyleLbl="fgAcc4" presStyleIdx="5" presStyleCnt="18" custScaleX="118081" custScaleY="142119">
        <dgm:presLayoutVars>
          <dgm:chPref val="3"/>
        </dgm:presLayoutVars>
      </dgm:prSet>
      <dgm:spPr/>
    </dgm:pt>
    <dgm:pt modelId="{A7191729-F617-4AA6-8763-44492C6750E5}" type="pres">
      <dgm:prSet presAssocID="{C670D8F7-BD99-49EB-9E63-876022F745D6}" presName="hierChild5" presStyleCnt="0"/>
      <dgm:spPr/>
    </dgm:pt>
    <dgm:pt modelId="{E16E5A0E-C98A-486A-A822-BCB1515D6D73}" type="pres">
      <dgm:prSet presAssocID="{DF9BBC3C-0CDC-47A3-8442-253F6FB492D9}" presName="Name17" presStyleLbl="parChTrans1D3" presStyleIdx="1" presStyleCnt="5"/>
      <dgm:spPr/>
    </dgm:pt>
    <dgm:pt modelId="{B9CB67D4-ED5B-47A9-B2C7-641C3D8CC0D1}" type="pres">
      <dgm:prSet presAssocID="{773620B6-72BD-4AA7-AD3E-C840BE0AB8D5}" presName="hierRoot3" presStyleCnt="0"/>
      <dgm:spPr/>
    </dgm:pt>
    <dgm:pt modelId="{830343D5-0977-419B-A2D5-AC6B488CE6A2}" type="pres">
      <dgm:prSet presAssocID="{773620B6-72BD-4AA7-AD3E-C840BE0AB8D5}" presName="composite3" presStyleCnt="0"/>
      <dgm:spPr/>
    </dgm:pt>
    <dgm:pt modelId="{4243BF0C-15AF-4355-BD68-7D01430782DD}" type="pres">
      <dgm:prSet presAssocID="{773620B6-72BD-4AA7-AD3E-C840BE0AB8D5}" presName="background3" presStyleLbl="node3" presStyleIdx="1" presStyleCnt="5"/>
      <dgm:spPr/>
    </dgm:pt>
    <dgm:pt modelId="{EBC58B70-D1C5-47CF-B55B-1F05A54A9968}" type="pres">
      <dgm:prSet presAssocID="{773620B6-72BD-4AA7-AD3E-C840BE0AB8D5}" presName="text3" presStyleLbl="fgAcc3" presStyleIdx="1" presStyleCnt="5" custScaleX="157943">
        <dgm:presLayoutVars>
          <dgm:chPref val="3"/>
        </dgm:presLayoutVars>
      </dgm:prSet>
      <dgm:spPr/>
    </dgm:pt>
    <dgm:pt modelId="{EF337F9F-29D0-4BF2-9DD5-0B29E1C154EC}" type="pres">
      <dgm:prSet presAssocID="{773620B6-72BD-4AA7-AD3E-C840BE0AB8D5}" presName="hierChild4" presStyleCnt="0"/>
      <dgm:spPr/>
    </dgm:pt>
    <dgm:pt modelId="{2691E219-C375-4042-B2EB-189263EA8A4F}" type="pres">
      <dgm:prSet presAssocID="{EC686701-50BE-4237-AA68-42564EA1EB32}" presName="Name23" presStyleLbl="parChTrans1D4" presStyleIdx="6" presStyleCnt="18"/>
      <dgm:spPr/>
    </dgm:pt>
    <dgm:pt modelId="{9FDBE04E-7C00-4DAC-9A4C-165C3F588959}" type="pres">
      <dgm:prSet presAssocID="{45A1285D-03E2-4FC5-B63F-CC73CA1A4BEE}" presName="hierRoot4" presStyleCnt="0"/>
      <dgm:spPr/>
    </dgm:pt>
    <dgm:pt modelId="{57FE2EFC-2652-4F1D-A351-83DF6E670686}" type="pres">
      <dgm:prSet presAssocID="{45A1285D-03E2-4FC5-B63F-CC73CA1A4BEE}" presName="composite4" presStyleCnt="0"/>
      <dgm:spPr/>
    </dgm:pt>
    <dgm:pt modelId="{3060C2E0-FED7-4E6A-A92C-E15167EB816D}" type="pres">
      <dgm:prSet presAssocID="{45A1285D-03E2-4FC5-B63F-CC73CA1A4BEE}" presName="background4" presStyleLbl="node4" presStyleIdx="6" presStyleCnt="18"/>
      <dgm:spPr/>
    </dgm:pt>
    <dgm:pt modelId="{EBAF6D40-DDAF-45A2-A156-DA61074E76FD}" type="pres">
      <dgm:prSet presAssocID="{45A1285D-03E2-4FC5-B63F-CC73CA1A4BEE}" presName="text4" presStyleLbl="fgAcc4" presStyleIdx="6" presStyleCnt="18">
        <dgm:presLayoutVars>
          <dgm:chPref val="3"/>
        </dgm:presLayoutVars>
      </dgm:prSet>
      <dgm:spPr/>
    </dgm:pt>
    <dgm:pt modelId="{865DB349-E5AF-46C0-B0AC-E9D0A52F9C7D}" type="pres">
      <dgm:prSet presAssocID="{45A1285D-03E2-4FC5-B63F-CC73CA1A4BEE}" presName="hierChild5" presStyleCnt="0"/>
      <dgm:spPr/>
    </dgm:pt>
    <dgm:pt modelId="{BB4D565B-F6FC-4706-8990-80151501AC5A}" type="pres">
      <dgm:prSet presAssocID="{77A40671-9BCE-464B-8290-9F8E4615F3E3}" presName="Name23" presStyleLbl="parChTrans1D4" presStyleIdx="7" presStyleCnt="18"/>
      <dgm:spPr/>
    </dgm:pt>
    <dgm:pt modelId="{DB24DBD5-2E0F-4BE1-9EB8-B8E357737FB0}" type="pres">
      <dgm:prSet presAssocID="{84A31C80-1FE0-4754-AF50-EE9A157A60F6}" presName="hierRoot4" presStyleCnt="0"/>
      <dgm:spPr/>
    </dgm:pt>
    <dgm:pt modelId="{A207C99A-26B1-4EAF-BDD6-BFCF06BCD42E}" type="pres">
      <dgm:prSet presAssocID="{84A31C80-1FE0-4754-AF50-EE9A157A60F6}" presName="composite4" presStyleCnt="0"/>
      <dgm:spPr/>
    </dgm:pt>
    <dgm:pt modelId="{E7122916-451F-4F71-B809-118A671FF1E5}" type="pres">
      <dgm:prSet presAssocID="{84A31C80-1FE0-4754-AF50-EE9A157A60F6}" presName="background4" presStyleLbl="node4" presStyleIdx="7" presStyleCnt="18"/>
      <dgm:spPr/>
    </dgm:pt>
    <dgm:pt modelId="{19BED8C5-781F-4015-AE6D-3CDDE6224FD3}" type="pres">
      <dgm:prSet presAssocID="{84A31C80-1FE0-4754-AF50-EE9A157A60F6}" presName="text4" presStyleLbl="fgAcc4" presStyleIdx="7" presStyleCnt="18" custScaleX="119852" custScaleY="248584">
        <dgm:presLayoutVars>
          <dgm:chPref val="3"/>
        </dgm:presLayoutVars>
      </dgm:prSet>
      <dgm:spPr/>
    </dgm:pt>
    <dgm:pt modelId="{80D88D14-C8A1-488D-B1CA-341ABB7F36C5}" type="pres">
      <dgm:prSet presAssocID="{84A31C80-1FE0-4754-AF50-EE9A157A60F6}" presName="hierChild5" presStyleCnt="0"/>
      <dgm:spPr/>
    </dgm:pt>
    <dgm:pt modelId="{645ED8B1-5E96-473B-AA23-D316EBED0923}" type="pres">
      <dgm:prSet presAssocID="{47FA4421-05FC-4814-959A-7D1222FA097E}" presName="Name23" presStyleLbl="parChTrans1D4" presStyleIdx="8" presStyleCnt="18"/>
      <dgm:spPr/>
    </dgm:pt>
    <dgm:pt modelId="{3664CB06-1BF2-4F87-88EC-7F3A613F216A}" type="pres">
      <dgm:prSet presAssocID="{5A62F4D5-3144-46CD-9F40-8843616F1D79}" presName="hierRoot4" presStyleCnt="0"/>
      <dgm:spPr/>
    </dgm:pt>
    <dgm:pt modelId="{CE225D9A-D68F-484B-989A-AE927810BF42}" type="pres">
      <dgm:prSet presAssocID="{5A62F4D5-3144-46CD-9F40-8843616F1D79}" presName="composite4" presStyleCnt="0"/>
      <dgm:spPr/>
    </dgm:pt>
    <dgm:pt modelId="{A8C67FA6-7ABD-4618-B377-927EC3884E24}" type="pres">
      <dgm:prSet presAssocID="{5A62F4D5-3144-46CD-9F40-8843616F1D79}" presName="background4" presStyleLbl="node4" presStyleIdx="8" presStyleCnt="18"/>
      <dgm:spPr/>
    </dgm:pt>
    <dgm:pt modelId="{15C394E3-2F48-457A-8810-B39903F4222F}" type="pres">
      <dgm:prSet presAssocID="{5A62F4D5-3144-46CD-9F40-8843616F1D79}" presName="text4" presStyleLbl="fgAcc4" presStyleIdx="8" presStyleCnt="18" custScaleY="179056">
        <dgm:presLayoutVars>
          <dgm:chPref val="3"/>
        </dgm:presLayoutVars>
      </dgm:prSet>
      <dgm:spPr/>
    </dgm:pt>
    <dgm:pt modelId="{CA9302BB-7C05-470D-89A4-582741ADBBA0}" type="pres">
      <dgm:prSet presAssocID="{5A62F4D5-3144-46CD-9F40-8843616F1D79}" presName="hierChild5" presStyleCnt="0"/>
      <dgm:spPr/>
    </dgm:pt>
    <dgm:pt modelId="{8D4834AA-BE9C-445D-AEB4-FC39536D94E1}" type="pres">
      <dgm:prSet presAssocID="{010C120B-AC4B-4CDB-A3BC-E70DEE42375E}" presName="Name23" presStyleLbl="parChTrans1D4" presStyleIdx="9" presStyleCnt="18"/>
      <dgm:spPr/>
    </dgm:pt>
    <dgm:pt modelId="{CF09EE53-1413-46C2-ADA2-9A14EED231C4}" type="pres">
      <dgm:prSet presAssocID="{268D4E39-0CDB-40D6-B715-717E2E617DEF}" presName="hierRoot4" presStyleCnt="0"/>
      <dgm:spPr/>
    </dgm:pt>
    <dgm:pt modelId="{C5BC64E9-7896-4C8F-99CB-F797682F6EC4}" type="pres">
      <dgm:prSet presAssocID="{268D4E39-0CDB-40D6-B715-717E2E617DEF}" presName="composite4" presStyleCnt="0"/>
      <dgm:spPr/>
    </dgm:pt>
    <dgm:pt modelId="{E9B3408C-50B8-4856-A4C3-CF930E3AC9F0}" type="pres">
      <dgm:prSet presAssocID="{268D4E39-0CDB-40D6-B715-717E2E617DEF}" presName="background4" presStyleLbl="node4" presStyleIdx="9" presStyleCnt="18"/>
      <dgm:spPr/>
    </dgm:pt>
    <dgm:pt modelId="{E304D56B-239A-4D0C-A7D2-813502A91E7F}" type="pres">
      <dgm:prSet presAssocID="{268D4E39-0CDB-40D6-B715-717E2E617DEF}" presName="text4" presStyleLbl="fgAcc4" presStyleIdx="9" presStyleCnt="18" custScaleY="208622">
        <dgm:presLayoutVars>
          <dgm:chPref val="3"/>
        </dgm:presLayoutVars>
      </dgm:prSet>
      <dgm:spPr/>
    </dgm:pt>
    <dgm:pt modelId="{B3F67780-1390-42BA-974B-89B15A64F22E}" type="pres">
      <dgm:prSet presAssocID="{268D4E39-0CDB-40D6-B715-717E2E617DEF}" presName="hierChild5" presStyleCnt="0"/>
      <dgm:spPr/>
    </dgm:pt>
    <dgm:pt modelId="{E8E3A2DF-7361-404C-A61F-02C3FC78834E}" type="pres">
      <dgm:prSet presAssocID="{2D2E37F3-7FF9-4529-BB9C-5F572877A8AB}" presName="Name10" presStyleLbl="parChTrans1D2" presStyleIdx="1" presStyleCnt="3"/>
      <dgm:spPr/>
    </dgm:pt>
    <dgm:pt modelId="{D8957EF7-3CB9-49E5-BD5D-ED4DEFB7F48D}" type="pres">
      <dgm:prSet presAssocID="{D3164122-362F-4780-87EA-5452179970C9}" presName="hierRoot2" presStyleCnt="0"/>
      <dgm:spPr/>
    </dgm:pt>
    <dgm:pt modelId="{4DB13304-2B2F-4ADF-AC29-A572FE68047F}" type="pres">
      <dgm:prSet presAssocID="{D3164122-362F-4780-87EA-5452179970C9}" presName="composite2" presStyleCnt="0"/>
      <dgm:spPr/>
    </dgm:pt>
    <dgm:pt modelId="{C99AF00D-587A-4D2F-9DF3-F086B60B49B6}" type="pres">
      <dgm:prSet presAssocID="{D3164122-362F-4780-87EA-5452179970C9}" presName="background2" presStyleLbl="node2" presStyleIdx="1" presStyleCnt="3"/>
      <dgm:spPr/>
    </dgm:pt>
    <dgm:pt modelId="{24C9B9A5-4725-4D4B-8B2A-6E0660D30F18}" type="pres">
      <dgm:prSet presAssocID="{D3164122-362F-4780-87EA-5452179970C9}" presName="text2" presStyleLbl="fgAcc2" presStyleIdx="1" presStyleCnt="3">
        <dgm:presLayoutVars>
          <dgm:chPref val="3"/>
        </dgm:presLayoutVars>
      </dgm:prSet>
      <dgm:spPr/>
    </dgm:pt>
    <dgm:pt modelId="{ADFE5AE9-6515-4DCB-81BA-C2F2C20F5CEE}" type="pres">
      <dgm:prSet presAssocID="{D3164122-362F-4780-87EA-5452179970C9}" presName="hierChild3" presStyleCnt="0"/>
      <dgm:spPr/>
    </dgm:pt>
    <dgm:pt modelId="{0CDB784D-B2D7-4E33-AB5E-42DED4D3DF95}" type="pres">
      <dgm:prSet presAssocID="{AE66FE3E-D9EC-4BD9-968E-1FDAE6F3B630}" presName="Name17" presStyleLbl="parChTrans1D3" presStyleIdx="2" presStyleCnt="5"/>
      <dgm:spPr/>
    </dgm:pt>
    <dgm:pt modelId="{1E24F256-6879-4031-8DEB-4A56A67D8B76}" type="pres">
      <dgm:prSet presAssocID="{DF406A71-B3C2-4AE6-8AB9-0D8055C5DF58}" presName="hierRoot3" presStyleCnt="0"/>
      <dgm:spPr/>
    </dgm:pt>
    <dgm:pt modelId="{946AF80A-242A-4866-A0A3-F4EE4FEAD3E3}" type="pres">
      <dgm:prSet presAssocID="{DF406A71-B3C2-4AE6-8AB9-0D8055C5DF58}" presName="composite3" presStyleCnt="0"/>
      <dgm:spPr/>
    </dgm:pt>
    <dgm:pt modelId="{A8ABF9B4-AFFB-4B89-A425-BBEDF4894B77}" type="pres">
      <dgm:prSet presAssocID="{DF406A71-B3C2-4AE6-8AB9-0D8055C5DF58}" presName="background3" presStyleLbl="node3" presStyleIdx="2" presStyleCnt="5"/>
      <dgm:spPr/>
    </dgm:pt>
    <dgm:pt modelId="{446059D9-CC56-492D-BFE3-1297E163E248}" type="pres">
      <dgm:prSet presAssocID="{DF406A71-B3C2-4AE6-8AB9-0D8055C5DF58}" presName="text3" presStyleLbl="fgAcc3" presStyleIdx="2" presStyleCnt="5" custScaleX="181299">
        <dgm:presLayoutVars>
          <dgm:chPref val="3"/>
        </dgm:presLayoutVars>
      </dgm:prSet>
      <dgm:spPr/>
    </dgm:pt>
    <dgm:pt modelId="{A4C84C6C-C7E0-4692-AFDA-6E72D6001B0B}" type="pres">
      <dgm:prSet presAssocID="{DF406A71-B3C2-4AE6-8AB9-0D8055C5DF58}" presName="hierChild4" presStyleCnt="0"/>
      <dgm:spPr/>
    </dgm:pt>
    <dgm:pt modelId="{97C435D1-BB08-4A46-BEE0-F112D1C689B4}" type="pres">
      <dgm:prSet presAssocID="{CFB0213E-D365-40F3-9054-6D11DFC6D814}" presName="Name23" presStyleLbl="parChTrans1D4" presStyleIdx="10" presStyleCnt="18"/>
      <dgm:spPr/>
    </dgm:pt>
    <dgm:pt modelId="{C11E8BBD-4861-46F7-BC6A-5AEB8CE643D6}" type="pres">
      <dgm:prSet presAssocID="{0513EC31-AAD5-4437-9EE4-F154488A0BD7}" presName="hierRoot4" presStyleCnt="0"/>
      <dgm:spPr/>
    </dgm:pt>
    <dgm:pt modelId="{DFC26B8E-9B07-42A2-93C9-1BF0B5621432}" type="pres">
      <dgm:prSet presAssocID="{0513EC31-AAD5-4437-9EE4-F154488A0BD7}" presName="composite4" presStyleCnt="0"/>
      <dgm:spPr/>
    </dgm:pt>
    <dgm:pt modelId="{8DAE1D9F-ABE0-4BE8-A7DC-F41ADEE0AB61}" type="pres">
      <dgm:prSet presAssocID="{0513EC31-AAD5-4437-9EE4-F154488A0BD7}" presName="background4" presStyleLbl="node4" presStyleIdx="10" presStyleCnt="18"/>
      <dgm:spPr/>
    </dgm:pt>
    <dgm:pt modelId="{09058E97-2D6D-4460-A61E-5F994535679C}" type="pres">
      <dgm:prSet presAssocID="{0513EC31-AAD5-4437-9EE4-F154488A0BD7}" presName="text4" presStyleLbl="fgAcc4" presStyleIdx="10" presStyleCnt="18" custScaleX="114945" custScaleY="138821">
        <dgm:presLayoutVars>
          <dgm:chPref val="3"/>
        </dgm:presLayoutVars>
      </dgm:prSet>
      <dgm:spPr/>
    </dgm:pt>
    <dgm:pt modelId="{8D1218E8-395E-42C9-B1C0-6C0787840B64}" type="pres">
      <dgm:prSet presAssocID="{0513EC31-AAD5-4437-9EE4-F154488A0BD7}" presName="hierChild5" presStyleCnt="0"/>
      <dgm:spPr/>
    </dgm:pt>
    <dgm:pt modelId="{17B001EF-43E7-4A81-AACC-C07B339B7E2E}" type="pres">
      <dgm:prSet presAssocID="{52253047-0489-4A13-A1AF-649C4DC0F3AE}" presName="Name23" presStyleLbl="parChTrans1D4" presStyleIdx="11" presStyleCnt="18"/>
      <dgm:spPr/>
    </dgm:pt>
    <dgm:pt modelId="{8249328F-A1E9-4F84-A095-183301BECBCC}" type="pres">
      <dgm:prSet presAssocID="{562EACE6-FC7B-4591-94DE-DAFBC20EC355}" presName="hierRoot4" presStyleCnt="0"/>
      <dgm:spPr/>
    </dgm:pt>
    <dgm:pt modelId="{9AFF083F-06E8-4278-A82D-959C56A150EE}" type="pres">
      <dgm:prSet presAssocID="{562EACE6-FC7B-4591-94DE-DAFBC20EC355}" presName="composite4" presStyleCnt="0"/>
      <dgm:spPr/>
    </dgm:pt>
    <dgm:pt modelId="{648F769D-2066-4046-9CF2-1858CA164EA5}" type="pres">
      <dgm:prSet presAssocID="{562EACE6-FC7B-4591-94DE-DAFBC20EC355}" presName="background4" presStyleLbl="node4" presStyleIdx="11" presStyleCnt="18"/>
      <dgm:spPr/>
    </dgm:pt>
    <dgm:pt modelId="{4E021796-B6ED-4381-AC19-E9574AAC2B64}" type="pres">
      <dgm:prSet presAssocID="{562EACE6-FC7B-4591-94DE-DAFBC20EC355}" presName="text4" presStyleLbl="fgAcc4" presStyleIdx="11" presStyleCnt="18" custScaleY="187448">
        <dgm:presLayoutVars>
          <dgm:chPref val="3"/>
        </dgm:presLayoutVars>
      </dgm:prSet>
      <dgm:spPr/>
    </dgm:pt>
    <dgm:pt modelId="{A144A888-5C9A-424F-8FCC-B97F58ADB18C}" type="pres">
      <dgm:prSet presAssocID="{562EACE6-FC7B-4591-94DE-DAFBC20EC355}" presName="hierChild5" presStyleCnt="0"/>
      <dgm:spPr/>
    </dgm:pt>
    <dgm:pt modelId="{DC1818A1-8AB6-473A-A5A4-EA999F57E701}" type="pres">
      <dgm:prSet presAssocID="{D0CD1F33-805C-4A27-97CA-C3DAF4F16E95}" presName="Name23" presStyleLbl="parChTrans1D4" presStyleIdx="12" presStyleCnt="18"/>
      <dgm:spPr/>
    </dgm:pt>
    <dgm:pt modelId="{984723F0-2234-4E84-98C5-60DFCA74ABB2}" type="pres">
      <dgm:prSet presAssocID="{00BCEA8F-F653-44D6-88EA-98CFE7C798AD}" presName="hierRoot4" presStyleCnt="0"/>
      <dgm:spPr/>
    </dgm:pt>
    <dgm:pt modelId="{0317DB76-02A7-4C59-8B80-E0759B3F4380}" type="pres">
      <dgm:prSet presAssocID="{00BCEA8F-F653-44D6-88EA-98CFE7C798AD}" presName="composite4" presStyleCnt="0"/>
      <dgm:spPr/>
    </dgm:pt>
    <dgm:pt modelId="{E541C4D3-3AF5-40A0-80FD-347ECB125216}" type="pres">
      <dgm:prSet presAssocID="{00BCEA8F-F653-44D6-88EA-98CFE7C798AD}" presName="background4" presStyleLbl="node4" presStyleIdx="12" presStyleCnt="18"/>
      <dgm:spPr/>
    </dgm:pt>
    <dgm:pt modelId="{2FB6FAE6-9D9F-492E-ABEC-12E6F3F155BE}" type="pres">
      <dgm:prSet presAssocID="{00BCEA8F-F653-44D6-88EA-98CFE7C798AD}" presName="text4" presStyleLbl="fgAcc4" presStyleIdx="12" presStyleCnt="18" custScaleY="136885">
        <dgm:presLayoutVars>
          <dgm:chPref val="3"/>
        </dgm:presLayoutVars>
      </dgm:prSet>
      <dgm:spPr/>
    </dgm:pt>
    <dgm:pt modelId="{666EFC0D-B25C-4A05-91EF-2ECB498A2309}" type="pres">
      <dgm:prSet presAssocID="{00BCEA8F-F653-44D6-88EA-98CFE7C798AD}" presName="hierChild5" presStyleCnt="0"/>
      <dgm:spPr/>
    </dgm:pt>
    <dgm:pt modelId="{D9AD552E-FC1D-434E-A335-98EF42B4C86D}" type="pres">
      <dgm:prSet presAssocID="{B8CD523F-C125-4FED-9040-AA05AAE6539F}" presName="Name23" presStyleLbl="parChTrans1D4" presStyleIdx="13" presStyleCnt="18"/>
      <dgm:spPr/>
    </dgm:pt>
    <dgm:pt modelId="{279685FB-56E6-4C98-AC48-31C0C78958DD}" type="pres">
      <dgm:prSet presAssocID="{22520C4F-F507-4C3D-AC8A-BB3E73A4F915}" presName="hierRoot4" presStyleCnt="0"/>
      <dgm:spPr/>
    </dgm:pt>
    <dgm:pt modelId="{2CA25493-C730-43FE-9697-FE71E1E44266}" type="pres">
      <dgm:prSet presAssocID="{22520C4F-F507-4C3D-AC8A-BB3E73A4F915}" presName="composite4" presStyleCnt="0"/>
      <dgm:spPr/>
    </dgm:pt>
    <dgm:pt modelId="{E84A5936-E6A8-4F4B-9A83-7B870C875F16}" type="pres">
      <dgm:prSet presAssocID="{22520C4F-F507-4C3D-AC8A-BB3E73A4F915}" presName="background4" presStyleLbl="node4" presStyleIdx="13" presStyleCnt="18"/>
      <dgm:spPr/>
    </dgm:pt>
    <dgm:pt modelId="{6DB0DA46-1BAB-42C2-A7C4-33D5622E2D03}" type="pres">
      <dgm:prSet presAssocID="{22520C4F-F507-4C3D-AC8A-BB3E73A4F915}" presName="text4" presStyleLbl="fgAcc4" presStyleIdx="13" presStyleCnt="18" custScaleY="163446">
        <dgm:presLayoutVars>
          <dgm:chPref val="3"/>
        </dgm:presLayoutVars>
      </dgm:prSet>
      <dgm:spPr/>
    </dgm:pt>
    <dgm:pt modelId="{93CA90D4-9549-488A-BEBC-29EB31045020}" type="pres">
      <dgm:prSet presAssocID="{22520C4F-F507-4C3D-AC8A-BB3E73A4F915}" presName="hierChild5" presStyleCnt="0"/>
      <dgm:spPr/>
    </dgm:pt>
    <dgm:pt modelId="{BAC56988-1386-491E-8938-C9685485574C}" type="pres">
      <dgm:prSet presAssocID="{032E8684-C34A-4B1E-9057-8170360BAFAF}" presName="Name23" presStyleLbl="parChTrans1D4" presStyleIdx="14" presStyleCnt="18"/>
      <dgm:spPr/>
    </dgm:pt>
    <dgm:pt modelId="{DB424721-C508-48F3-ACFA-206175FFF1E9}" type="pres">
      <dgm:prSet presAssocID="{B24432E6-165B-413C-8840-C51C572E5465}" presName="hierRoot4" presStyleCnt="0"/>
      <dgm:spPr/>
    </dgm:pt>
    <dgm:pt modelId="{1CA40EFA-22F5-4CD6-9821-9F985C05BADF}" type="pres">
      <dgm:prSet presAssocID="{B24432E6-165B-413C-8840-C51C572E5465}" presName="composite4" presStyleCnt="0"/>
      <dgm:spPr/>
    </dgm:pt>
    <dgm:pt modelId="{FB66B440-AA4E-46A3-BAC8-0F211619BC38}" type="pres">
      <dgm:prSet presAssocID="{B24432E6-165B-413C-8840-C51C572E5465}" presName="background4" presStyleLbl="node4" presStyleIdx="14" presStyleCnt="18"/>
      <dgm:spPr/>
    </dgm:pt>
    <dgm:pt modelId="{88FF6A0A-51CC-42C6-9F66-A7A8F3AC026E}" type="pres">
      <dgm:prSet presAssocID="{B24432E6-165B-413C-8840-C51C572E5465}" presName="text4" presStyleLbl="fgAcc4" presStyleIdx="14" presStyleCnt="18" custScaleY="202974">
        <dgm:presLayoutVars>
          <dgm:chPref val="3"/>
        </dgm:presLayoutVars>
      </dgm:prSet>
      <dgm:spPr/>
    </dgm:pt>
    <dgm:pt modelId="{4C8B7C56-19C9-488D-A0F7-54B065597211}" type="pres">
      <dgm:prSet presAssocID="{B24432E6-165B-413C-8840-C51C572E5465}" presName="hierChild5" presStyleCnt="0"/>
      <dgm:spPr/>
    </dgm:pt>
    <dgm:pt modelId="{D3F3B892-FA73-4D2F-A520-CBCD94FBA092}" type="pres">
      <dgm:prSet presAssocID="{7CD4D9AA-038E-4AB0-A05A-0F3540D2B4F0}" presName="Name23" presStyleLbl="parChTrans1D4" presStyleIdx="15" presStyleCnt="18"/>
      <dgm:spPr/>
    </dgm:pt>
    <dgm:pt modelId="{58EBDCDC-330D-44A5-AAEB-22A2095080CA}" type="pres">
      <dgm:prSet presAssocID="{52AA8B8A-83AC-475C-BCDE-6198406BCF2D}" presName="hierRoot4" presStyleCnt="0"/>
      <dgm:spPr/>
    </dgm:pt>
    <dgm:pt modelId="{669EE684-F6E5-4412-8483-7663EFCE67EF}" type="pres">
      <dgm:prSet presAssocID="{52AA8B8A-83AC-475C-BCDE-6198406BCF2D}" presName="composite4" presStyleCnt="0"/>
      <dgm:spPr/>
    </dgm:pt>
    <dgm:pt modelId="{89B39358-69F2-4193-9042-E43528B8883B}" type="pres">
      <dgm:prSet presAssocID="{52AA8B8A-83AC-475C-BCDE-6198406BCF2D}" presName="background4" presStyleLbl="node4" presStyleIdx="15" presStyleCnt="18"/>
      <dgm:spPr/>
    </dgm:pt>
    <dgm:pt modelId="{0143F746-8F68-4CD2-B250-8EDF9E90B3D6}" type="pres">
      <dgm:prSet presAssocID="{52AA8B8A-83AC-475C-BCDE-6198406BCF2D}" presName="text4" presStyleLbl="fgAcc4" presStyleIdx="15" presStyleCnt="18" custScaleX="112795" custScaleY="206584">
        <dgm:presLayoutVars>
          <dgm:chPref val="3"/>
        </dgm:presLayoutVars>
      </dgm:prSet>
      <dgm:spPr/>
    </dgm:pt>
    <dgm:pt modelId="{CFEA40F2-6C27-4BAA-9E02-5330A4A781EF}" type="pres">
      <dgm:prSet presAssocID="{52AA8B8A-83AC-475C-BCDE-6198406BCF2D}" presName="hierChild5" presStyleCnt="0"/>
      <dgm:spPr/>
    </dgm:pt>
    <dgm:pt modelId="{B42B82DD-8903-4ADC-BBF8-C33C7DA119BD}" type="pres">
      <dgm:prSet presAssocID="{28936F62-E7AD-40E4-B032-CE9E9A348FA9}" presName="Name23" presStyleLbl="parChTrans1D4" presStyleIdx="16" presStyleCnt="18"/>
      <dgm:spPr/>
    </dgm:pt>
    <dgm:pt modelId="{3835AB44-BD41-45CC-A967-12E1A159A330}" type="pres">
      <dgm:prSet presAssocID="{192A8348-DEA3-487C-91D6-F1498586A4BC}" presName="hierRoot4" presStyleCnt="0"/>
      <dgm:spPr/>
    </dgm:pt>
    <dgm:pt modelId="{DD78A782-FD25-4B35-AEC4-EC306701D056}" type="pres">
      <dgm:prSet presAssocID="{192A8348-DEA3-487C-91D6-F1498586A4BC}" presName="composite4" presStyleCnt="0"/>
      <dgm:spPr/>
    </dgm:pt>
    <dgm:pt modelId="{0A81C4EB-7780-4229-9EB4-19924D58645C}" type="pres">
      <dgm:prSet presAssocID="{192A8348-DEA3-487C-91D6-F1498586A4BC}" presName="background4" presStyleLbl="node4" presStyleIdx="16" presStyleCnt="18"/>
      <dgm:spPr/>
    </dgm:pt>
    <dgm:pt modelId="{E42356FF-58C7-440A-B959-C30985DFBEE3}" type="pres">
      <dgm:prSet presAssocID="{192A8348-DEA3-487C-91D6-F1498586A4BC}" presName="text4" presStyleLbl="fgAcc4" presStyleIdx="16" presStyleCnt="18" custScaleY="169093">
        <dgm:presLayoutVars>
          <dgm:chPref val="3"/>
        </dgm:presLayoutVars>
      </dgm:prSet>
      <dgm:spPr/>
    </dgm:pt>
    <dgm:pt modelId="{7715AAAA-BAAF-419F-A2A8-9B22B847B133}" type="pres">
      <dgm:prSet presAssocID="{192A8348-DEA3-487C-91D6-F1498586A4BC}" presName="hierChild5" presStyleCnt="0"/>
      <dgm:spPr/>
    </dgm:pt>
    <dgm:pt modelId="{BD27327A-06BF-435F-8CB3-6A761FDEB7BB}" type="pres">
      <dgm:prSet presAssocID="{EDA735B4-803E-46FC-824B-ACE907A50C97}" presName="Name17" presStyleLbl="parChTrans1D3" presStyleIdx="3" presStyleCnt="5"/>
      <dgm:spPr/>
    </dgm:pt>
    <dgm:pt modelId="{E60FEF18-BCBB-43CD-A5A6-0DD55DB78C3F}" type="pres">
      <dgm:prSet presAssocID="{0A6511AE-F9DE-48E7-9EB3-8B12207F7B10}" presName="hierRoot3" presStyleCnt="0"/>
      <dgm:spPr/>
    </dgm:pt>
    <dgm:pt modelId="{5EF20D70-0105-455B-8986-D1BF133A1224}" type="pres">
      <dgm:prSet presAssocID="{0A6511AE-F9DE-48E7-9EB3-8B12207F7B10}" presName="composite3" presStyleCnt="0"/>
      <dgm:spPr/>
    </dgm:pt>
    <dgm:pt modelId="{47C1611A-EDE7-4C57-BCEA-3C5CC43D2E79}" type="pres">
      <dgm:prSet presAssocID="{0A6511AE-F9DE-48E7-9EB3-8B12207F7B10}" presName="background3" presStyleLbl="node3" presStyleIdx="3" presStyleCnt="5"/>
      <dgm:spPr/>
    </dgm:pt>
    <dgm:pt modelId="{45CB2D9B-2243-4B5A-AEA2-98DDC4085B53}" type="pres">
      <dgm:prSet presAssocID="{0A6511AE-F9DE-48E7-9EB3-8B12207F7B10}" presName="text3" presStyleLbl="fgAcc3" presStyleIdx="3" presStyleCnt="5" custScaleX="173277">
        <dgm:presLayoutVars>
          <dgm:chPref val="3"/>
        </dgm:presLayoutVars>
      </dgm:prSet>
      <dgm:spPr/>
    </dgm:pt>
    <dgm:pt modelId="{DC6D1A84-77D5-43D3-B281-C7C32047BC23}" type="pres">
      <dgm:prSet presAssocID="{0A6511AE-F9DE-48E7-9EB3-8B12207F7B10}" presName="hierChild4" presStyleCnt="0"/>
      <dgm:spPr/>
    </dgm:pt>
    <dgm:pt modelId="{E525DCC1-3BC7-47D1-AC65-301B5222563F}" type="pres">
      <dgm:prSet presAssocID="{A92D2089-C1CC-417A-BADF-B25EA19CCCA9}" presName="Name23" presStyleLbl="parChTrans1D4" presStyleIdx="17" presStyleCnt="18"/>
      <dgm:spPr/>
    </dgm:pt>
    <dgm:pt modelId="{BC435716-F7E3-4985-81DC-41E888057E59}" type="pres">
      <dgm:prSet presAssocID="{A5B832BC-031F-4639-8F8A-3944F0CDFD20}" presName="hierRoot4" presStyleCnt="0"/>
      <dgm:spPr/>
    </dgm:pt>
    <dgm:pt modelId="{2FC41D7C-C8B8-4AFC-BC78-802B614C9F74}" type="pres">
      <dgm:prSet presAssocID="{A5B832BC-031F-4639-8F8A-3944F0CDFD20}" presName="composite4" presStyleCnt="0"/>
      <dgm:spPr/>
    </dgm:pt>
    <dgm:pt modelId="{8C1FFC2C-1870-4ACF-B3DD-F6BD7876679C}" type="pres">
      <dgm:prSet presAssocID="{A5B832BC-031F-4639-8F8A-3944F0CDFD20}" presName="background4" presStyleLbl="node4" presStyleIdx="17" presStyleCnt="18"/>
      <dgm:spPr/>
    </dgm:pt>
    <dgm:pt modelId="{3440022A-236A-4742-BC0C-6B63B7BC556B}" type="pres">
      <dgm:prSet presAssocID="{A5B832BC-031F-4639-8F8A-3944F0CDFD20}" presName="text4" presStyleLbl="fgAcc4" presStyleIdx="17" presStyleCnt="18" custScaleY="201973" custLinFactY="46301" custLinFactNeighborX="3925" custLinFactNeighborY="100000">
        <dgm:presLayoutVars>
          <dgm:chPref val="3"/>
        </dgm:presLayoutVars>
      </dgm:prSet>
      <dgm:spPr/>
    </dgm:pt>
    <dgm:pt modelId="{3C19709A-4105-4C9A-BAFB-155F11B29109}" type="pres">
      <dgm:prSet presAssocID="{A5B832BC-031F-4639-8F8A-3944F0CDFD20}" presName="hierChild5" presStyleCnt="0"/>
      <dgm:spPr/>
    </dgm:pt>
    <dgm:pt modelId="{9E87AAC7-8FA1-409C-B59B-DAC474A3D7F6}" type="pres">
      <dgm:prSet presAssocID="{75BD56C0-FF3C-48A9-BEB3-10EBF2FC0C71}" presName="Name10" presStyleLbl="parChTrans1D2" presStyleIdx="2" presStyleCnt="3"/>
      <dgm:spPr/>
    </dgm:pt>
    <dgm:pt modelId="{FEF2345E-B4B3-4E99-9388-336871168A0D}" type="pres">
      <dgm:prSet presAssocID="{E79CF8BC-1C1A-4A8F-B396-55A629151831}" presName="hierRoot2" presStyleCnt="0"/>
      <dgm:spPr/>
    </dgm:pt>
    <dgm:pt modelId="{4A4057BD-2F30-4775-8ABE-72BEA8D32653}" type="pres">
      <dgm:prSet presAssocID="{E79CF8BC-1C1A-4A8F-B396-55A629151831}" presName="composite2" presStyleCnt="0"/>
      <dgm:spPr/>
    </dgm:pt>
    <dgm:pt modelId="{5EFDDE5A-6F9D-46CC-B23E-F60ECB0E7FB3}" type="pres">
      <dgm:prSet presAssocID="{E79CF8BC-1C1A-4A8F-B396-55A629151831}" presName="background2" presStyleLbl="node2" presStyleIdx="2" presStyleCnt="3"/>
      <dgm:spPr/>
    </dgm:pt>
    <dgm:pt modelId="{E4CBA675-5A23-4057-8F16-C25872D649DA}" type="pres">
      <dgm:prSet presAssocID="{E79CF8BC-1C1A-4A8F-B396-55A629151831}" presName="text2" presStyleLbl="fgAcc2" presStyleIdx="2" presStyleCnt="3" custScaleX="177025">
        <dgm:presLayoutVars>
          <dgm:chPref val="3"/>
        </dgm:presLayoutVars>
      </dgm:prSet>
      <dgm:spPr/>
    </dgm:pt>
    <dgm:pt modelId="{4EEB33F1-6AAA-4CCB-B7CE-F79BC615F05F}" type="pres">
      <dgm:prSet presAssocID="{E79CF8BC-1C1A-4A8F-B396-55A629151831}" presName="hierChild3" presStyleCnt="0"/>
      <dgm:spPr/>
    </dgm:pt>
    <dgm:pt modelId="{82E2CC74-6ABE-4BD3-943F-73DE1FEB3111}" type="pres">
      <dgm:prSet presAssocID="{DE1AD62E-E082-436D-9A97-63321B4A7612}" presName="Name17" presStyleLbl="parChTrans1D3" presStyleIdx="4" presStyleCnt="5"/>
      <dgm:spPr/>
    </dgm:pt>
    <dgm:pt modelId="{867A494C-826F-4A64-A889-A21EE7C547D3}" type="pres">
      <dgm:prSet presAssocID="{C9ACDB2E-5201-482E-BCF7-D69DA68C9F89}" presName="hierRoot3" presStyleCnt="0"/>
      <dgm:spPr/>
    </dgm:pt>
    <dgm:pt modelId="{870E5C4A-3039-47B9-B03E-0BEEC5B70F6E}" type="pres">
      <dgm:prSet presAssocID="{C9ACDB2E-5201-482E-BCF7-D69DA68C9F89}" presName="composite3" presStyleCnt="0"/>
      <dgm:spPr/>
    </dgm:pt>
    <dgm:pt modelId="{9A1D49D8-154A-4D1B-8DEF-0F840E31818F}" type="pres">
      <dgm:prSet presAssocID="{C9ACDB2E-5201-482E-BCF7-D69DA68C9F89}" presName="background3" presStyleLbl="node3" presStyleIdx="4" presStyleCnt="5"/>
      <dgm:spPr/>
    </dgm:pt>
    <dgm:pt modelId="{27B970F7-5AA8-4DC5-AB98-FA6D447E05B9}" type="pres">
      <dgm:prSet presAssocID="{C9ACDB2E-5201-482E-BCF7-D69DA68C9F89}" presName="text3" presStyleLbl="fgAcc3" presStyleIdx="4" presStyleCnt="5" custScaleX="125058" custScaleY="264615" custLinFactY="100000" custLinFactNeighborX="3269" custLinFactNeighborY="194662">
        <dgm:presLayoutVars>
          <dgm:chPref val="3"/>
        </dgm:presLayoutVars>
      </dgm:prSet>
      <dgm:spPr/>
    </dgm:pt>
    <dgm:pt modelId="{AC626106-6C88-46F4-A99D-80B02ED12ECA}" type="pres">
      <dgm:prSet presAssocID="{C9ACDB2E-5201-482E-BCF7-D69DA68C9F89}" presName="hierChild4" presStyleCnt="0"/>
      <dgm:spPr/>
    </dgm:pt>
  </dgm:ptLst>
  <dgm:cxnLst>
    <dgm:cxn modelId="{759F1201-9E9F-4349-89DB-E512E44CBE0D}" srcId="{41C92E46-08EE-4CE1-B0AF-A6E59FEC40B6}" destId="{C7F9B29B-48B0-4B3C-ACCA-998A7002C2B6}" srcOrd="0" destOrd="0" parTransId="{17DB124A-9C1A-4AB0-9B6D-52C56C9BAF61}" sibTransId="{6566DB26-19C9-4E70-92C0-FD3EE1CBFE17}"/>
    <dgm:cxn modelId="{E7E7C302-41AE-47E0-A139-6C3B1BABF28C}" srcId="{DF406A71-B3C2-4AE6-8AB9-0D8055C5DF58}" destId="{52AA8B8A-83AC-475C-BCDE-6198406BCF2D}" srcOrd="2" destOrd="0" parTransId="{7CD4D9AA-038E-4AB0-A05A-0F3540D2B4F0}" sibTransId="{84FF4F00-7A11-40A7-93E9-FD531293D9DC}"/>
    <dgm:cxn modelId="{073CF303-8103-4797-BEB4-606AD9BEA295}" srcId="{D3164122-362F-4780-87EA-5452179970C9}" destId="{0A6511AE-F9DE-48E7-9EB3-8B12207F7B10}" srcOrd="1" destOrd="0" parTransId="{EDA735B4-803E-46FC-824B-ACE907A50C97}" sibTransId="{5EE1AA29-1C27-4D95-8748-0B702C1312E2}"/>
    <dgm:cxn modelId="{62E39605-3E59-4759-9717-14D7234569D8}" type="presOf" srcId="{22520C4F-F507-4C3D-AC8A-BB3E73A4F915}" destId="{6DB0DA46-1BAB-42C2-A7C4-33D5622E2D03}" srcOrd="0" destOrd="0" presId="urn:microsoft.com/office/officeart/2005/8/layout/hierarchy1"/>
    <dgm:cxn modelId="{D20D2A07-8B07-4DB9-B3A9-B93C80521383}" type="presOf" srcId="{A92D2089-C1CC-417A-BADF-B25EA19CCCA9}" destId="{E525DCC1-3BC7-47D1-AC65-301B5222563F}" srcOrd="0" destOrd="0" presId="urn:microsoft.com/office/officeart/2005/8/layout/hierarchy1"/>
    <dgm:cxn modelId="{3AB35507-5D11-4EDD-906C-524CA3D71581}" type="presOf" srcId="{0A6511AE-F9DE-48E7-9EB3-8B12207F7B10}" destId="{45CB2D9B-2243-4B5A-AEA2-98DDC4085B53}" srcOrd="0" destOrd="0" presId="urn:microsoft.com/office/officeart/2005/8/layout/hierarchy1"/>
    <dgm:cxn modelId="{0D08FC08-9400-447A-B0EF-77700C35ABC2}" type="presOf" srcId="{9640E334-9480-4A84-BC70-D24BCF153D52}" destId="{CDDF574B-1D82-4FB8-8077-5F85A7CEF7B9}" srcOrd="0" destOrd="0" presId="urn:microsoft.com/office/officeart/2005/8/layout/hierarchy1"/>
    <dgm:cxn modelId="{7CB04309-162B-4AB6-BCF3-D0CB43E43FB2}" srcId="{00BCEA8F-F653-44D6-88EA-98CFE7C798AD}" destId="{B24432E6-165B-413C-8840-C51C572E5465}" srcOrd="1" destOrd="0" parTransId="{032E8684-C34A-4B1E-9057-8170360BAFAF}" sibTransId="{8CCAC0A4-7A04-44AE-AEBA-C56890E35A9E}"/>
    <dgm:cxn modelId="{2FC09E09-8682-4480-980F-95F6E492E1E9}" srcId="{0AF064BC-4EDA-444F-988F-3ABD24DC688B}" destId="{E79CF8BC-1C1A-4A8F-B396-55A629151831}" srcOrd="2" destOrd="0" parTransId="{75BD56C0-FF3C-48A9-BEB3-10EBF2FC0C71}" sibTransId="{1C86DAB6-B300-44C7-A218-90441DA0E67B}"/>
    <dgm:cxn modelId="{BA04FC0A-F50F-4EF7-999C-E6CDCF9F3479}" type="presOf" srcId="{5A62F4D5-3144-46CD-9F40-8843616F1D79}" destId="{15C394E3-2F48-457A-8810-B39903F4222F}" srcOrd="0" destOrd="0" presId="urn:microsoft.com/office/officeart/2005/8/layout/hierarchy1"/>
    <dgm:cxn modelId="{F468680C-47BB-4038-8B9D-9F2B42857069}" type="presOf" srcId="{84A31C80-1FE0-4754-AF50-EE9A157A60F6}" destId="{19BED8C5-781F-4015-AE6D-3CDDE6224FD3}" srcOrd="0" destOrd="0" presId="urn:microsoft.com/office/officeart/2005/8/layout/hierarchy1"/>
    <dgm:cxn modelId="{C7BF0E12-1FBD-4797-B08D-ED303FBCC745}" srcId="{DF406A71-B3C2-4AE6-8AB9-0D8055C5DF58}" destId="{0513EC31-AAD5-4437-9EE4-F154488A0BD7}" srcOrd="0" destOrd="0" parTransId="{CFB0213E-D365-40F3-9054-6D11DFC6D814}" sibTransId="{82A08F32-08F0-4D78-A5A8-52ED076FE9CD}"/>
    <dgm:cxn modelId="{B6A62B12-9934-447E-8549-CC404711AD7D}" type="presOf" srcId="{C9ACDB2E-5201-482E-BCF7-D69DA68C9F89}" destId="{27B970F7-5AA8-4DC5-AB98-FA6D447E05B9}" srcOrd="0" destOrd="0" presId="urn:microsoft.com/office/officeart/2005/8/layout/hierarchy1"/>
    <dgm:cxn modelId="{90484F18-79E9-40E2-BEF3-29380C05DF99}" type="presOf" srcId="{00C11182-5807-44AB-9985-431CAC2E5275}" destId="{5B81F4FF-90E0-473F-AA26-0933966D080F}" srcOrd="0" destOrd="0" presId="urn:microsoft.com/office/officeart/2005/8/layout/hierarchy1"/>
    <dgm:cxn modelId="{E1A38119-E4B5-46F5-8956-95863616365C}" type="presOf" srcId="{00BCEA8F-F653-44D6-88EA-98CFE7C798AD}" destId="{2FB6FAE6-9D9F-492E-ABEC-12E6F3F155BE}" srcOrd="0" destOrd="0" presId="urn:microsoft.com/office/officeart/2005/8/layout/hierarchy1"/>
    <dgm:cxn modelId="{E42F6B24-4A58-44BC-B8C2-3E53E30040E4}" srcId="{0AF064BC-4EDA-444F-988F-3ABD24DC688B}" destId="{41C92E46-08EE-4CE1-B0AF-A6E59FEC40B6}" srcOrd="0" destOrd="0" parTransId="{286327CA-ACE8-4653-9998-D88FA69E35F5}" sibTransId="{70B076B7-3E89-4805-A144-E68838E10A2E}"/>
    <dgm:cxn modelId="{73A00727-ADEC-475E-9709-504AA6425822}" srcId="{D3164122-362F-4780-87EA-5452179970C9}" destId="{DF406A71-B3C2-4AE6-8AB9-0D8055C5DF58}" srcOrd="0" destOrd="0" parTransId="{AE66FE3E-D9EC-4BD9-968E-1FDAE6F3B630}" sibTransId="{02FC9910-B082-4CDD-8A3D-079A791A92D6}"/>
    <dgm:cxn modelId="{A6F8C229-478F-4139-A64A-7F87EDCF89AF}" type="presOf" srcId="{47FA4421-05FC-4814-959A-7D1222FA097E}" destId="{645ED8B1-5E96-473B-AA23-D316EBED0923}" srcOrd="0" destOrd="0" presId="urn:microsoft.com/office/officeart/2005/8/layout/hierarchy1"/>
    <dgm:cxn modelId="{83D7CF2A-8ED3-48A2-9C63-B549421EEAEB}" type="presOf" srcId="{0AF064BC-4EDA-444F-988F-3ABD24DC688B}" destId="{ADADA60F-19B2-4074-B728-71723E606108}" srcOrd="0" destOrd="0" presId="urn:microsoft.com/office/officeart/2005/8/layout/hierarchy1"/>
    <dgm:cxn modelId="{0DB7442C-1A62-4772-84D4-E6AD39EFD46A}" type="presOf" srcId="{6CBE605A-6D5A-481F-A89F-96253053BC8F}" destId="{9527C100-3346-4D8C-AEF2-3493117146B9}" srcOrd="0" destOrd="0" presId="urn:microsoft.com/office/officeart/2005/8/layout/hierarchy1"/>
    <dgm:cxn modelId="{C3A14530-C2F5-4C58-8B88-3B5127F10CE8}" type="presOf" srcId="{526D28C0-141A-4DC8-9BED-57A1F0807525}" destId="{F59AEC80-C586-41AF-BAD5-BA797DDE0228}" srcOrd="0" destOrd="0" presId="urn:microsoft.com/office/officeart/2005/8/layout/hierarchy1"/>
    <dgm:cxn modelId="{9E04F631-05C7-42E5-A4B3-D7C679F7AC1B}" type="presOf" srcId="{268D4E39-0CDB-40D6-B715-717E2E617DEF}" destId="{E304D56B-239A-4D0C-A7D2-813502A91E7F}" srcOrd="0" destOrd="0" presId="urn:microsoft.com/office/officeart/2005/8/layout/hierarchy1"/>
    <dgm:cxn modelId="{D8E7D135-7D5C-44D7-8F97-AEA6C5C95601}" type="presOf" srcId="{A53CC60E-10C3-415E-93A8-9C128720BE0A}" destId="{7618D471-BC2F-4BBB-A5F6-A73C03F07BA5}" srcOrd="0" destOrd="0" presId="urn:microsoft.com/office/officeart/2005/8/layout/hierarchy1"/>
    <dgm:cxn modelId="{C46C6D37-9A27-46A6-96B0-2A5AFD32C6D7}" srcId="{773620B6-72BD-4AA7-AD3E-C840BE0AB8D5}" destId="{45A1285D-03E2-4FC5-B63F-CC73CA1A4BEE}" srcOrd="0" destOrd="0" parTransId="{EC686701-50BE-4237-AA68-42564EA1EB32}" sibTransId="{AC3DA7D4-B83A-4B35-A29C-D18EB3BC8726}"/>
    <dgm:cxn modelId="{0B742D3E-C99E-4BDA-8DD0-B802E41F3CC4}" type="presOf" srcId="{DF9BBC3C-0CDC-47A3-8442-253F6FB492D9}" destId="{E16E5A0E-C98A-486A-A822-BCB1515D6D73}" srcOrd="0" destOrd="0" presId="urn:microsoft.com/office/officeart/2005/8/layout/hierarchy1"/>
    <dgm:cxn modelId="{0C98A13E-78A1-4CEB-9235-EFA838848E2D}" type="presOf" srcId="{C670D8F7-BD99-49EB-9E63-876022F745D6}" destId="{924979AF-3A37-49B4-8161-920557516DF4}" srcOrd="0" destOrd="0" presId="urn:microsoft.com/office/officeart/2005/8/layout/hierarchy1"/>
    <dgm:cxn modelId="{E48D3E5B-1D73-4B3A-B031-2525AAA303DF}" type="presOf" srcId="{DF406A71-B3C2-4AE6-8AB9-0D8055C5DF58}" destId="{446059D9-CC56-492D-BFE3-1297E163E248}" srcOrd="0" destOrd="0" presId="urn:microsoft.com/office/officeart/2005/8/layout/hierarchy1"/>
    <dgm:cxn modelId="{D8B92F5C-3928-4032-9F53-5507E9E15785}" srcId="{0513EC31-AAD5-4437-9EE4-F154488A0BD7}" destId="{562EACE6-FC7B-4591-94DE-DAFBC20EC355}" srcOrd="0" destOrd="0" parTransId="{52253047-0489-4A13-A1AF-649C4DC0F3AE}" sibTransId="{C2E82E2E-12E2-45C2-B612-0E2F55E1579E}"/>
    <dgm:cxn modelId="{10F4705C-6D94-4FB0-B4A1-CF0CB6B7E599}" srcId="{C7F9B29B-48B0-4B3C-ACCA-998A7002C2B6}" destId="{7A90E594-363B-402B-A060-DC5DAA2D68D4}" srcOrd="1" destOrd="0" parTransId="{9469052E-40C3-4755-9A73-167758021D10}" sibTransId="{02C2E2F2-40B4-4430-9534-FE1C13152C7E}"/>
    <dgm:cxn modelId="{78590962-33E2-46A5-A11B-198490289107}" type="presOf" srcId="{B24432E6-165B-413C-8840-C51C572E5465}" destId="{88FF6A0A-51CC-42C6-9F66-A7A8F3AC026E}" srcOrd="0" destOrd="0" presId="urn:microsoft.com/office/officeart/2005/8/layout/hierarchy1"/>
    <dgm:cxn modelId="{3B50E045-A860-4FB0-A125-C0775CBF04A4}" type="presOf" srcId="{9469052E-40C3-4755-9A73-167758021D10}" destId="{4DDB5832-6258-4634-B0DA-4E3D86752BE0}" srcOrd="0" destOrd="0" presId="urn:microsoft.com/office/officeart/2005/8/layout/hierarchy1"/>
    <dgm:cxn modelId="{32CBBE48-EE62-47DA-AA21-84FCE66839A8}" type="presOf" srcId="{28936F62-E7AD-40E4-B032-CE9E9A348FA9}" destId="{B42B82DD-8903-4ADC-BBF8-C33C7DA119BD}" srcOrd="0" destOrd="0" presId="urn:microsoft.com/office/officeart/2005/8/layout/hierarchy1"/>
    <dgm:cxn modelId="{2A7BBA6A-9DC8-45F5-AAA6-F0D2F5D6270C}" type="presOf" srcId="{17DB124A-9C1A-4AB0-9B6D-52C56C9BAF61}" destId="{05C2727E-D197-4DD7-81D1-57296E128183}" srcOrd="0" destOrd="0" presId="urn:microsoft.com/office/officeart/2005/8/layout/hierarchy1"/>
    <dgm:cxn modelId="{9BF5C84A-6BED-4CB4-B47B-D4DAF04063AB}" type="presOf" srcId="{DE1AD62E-E082-436D-9A97-63321B4A7612}" destId="{82E2CC74-6ABE-4BD3-943F-73DE1FEB3111}" srcOrd="0" destOrd="0" presId="urn:microsoft.com/office/officeart/2005/8/layout/hierarchy1"/>
    <dgm:cxn modelId="{53F04D4F-8AAB-49D0-AD9B-2864006667AA}" srcId="{00C11182-5807-44AB-9985-431CAC2E5275}" destId="{C670D8F7-BD99-49EB-9E63-876022F745D6}" srcOrd="0" destOrd="0" parTransId="{3B9BE9A6-0E02-421D-B781-839188EF02AD}" sibTransId="{F9016663-845B-421E-BF72-43F127870D87}"/>
    <dgm:cxn modelId="{0256B451-2A48-4808-9457-92BA3FB4FC22}" type="presOf" srcId="{2D2E37F3-7FF9-4529-BB9C-5F572877A8AB}" destId="{E8E3A2DF-7361-404C-A61F-02C3FC78834E}" srcOrd="0" destOrd="0" presId="urn:microsoft.com/office/officeart/2005/8/layout/hierarchy1"/>
    <dgm:cxn modelId="{4D79CA51-617D-41F5-8C87-497F0B407CE0}" type="presOf" srcId="{7A90E594-363B-402B-A060-DC5DAA2D68D4}" destId="{99B99B29-7B4C-4D52-98EB-EB40583810FE}" srcOrd="0" destOrd="0" presId="urn:microsoft.com/office/officeart/2005/8/layout/hierarchy1"/>
    <dgm:cxn modelId="{B184B353-9DCD-4C0D-B267-F31A57F47037}" srcId="{C7F9B29B-48B0-4B3C-ACCA-998A7002C2B6}" destId="{00C11182-5807-44AB-9985-431CAC2E5275}" srcOrd="2" destOrd="0" parTransId="{4D70C2E6-4F2B-40B4-98FC-0991C8A7645E}" sibTransId="{56F6BA3C-CE1E-46DD-B7C7-9B91B5B3A478}"/>
    <dgm:cxn modelId="{8BAB527A-BC46-4A72-81DE-FD40C698BD20}" srcId="{DF406A71-B3C2-4AE6-8AB9-0D8055C5DF58}" destId="{00BCEA8F-F653-44D6-88EA-98CFE7C798AD}" srcOrd="1" destOrd="0" parTransId="{D0CD1F33-805C-4A27-97CA-C3DAF4F16E95}" sibTransId="{C1D04897-9445-4127-9423-9166C2DA4AEE}"/>
    <dgm:cxn modelId="{3DD8C27A-4DAF-48BB-8481-2C7CA7FF3472}" type="presOf" srcId="{CFB0213E-D365-40F3-9054-6D11DFC6D814}" destId="{97C435D1-BB08-4A46-BEE0-F112D1C689B4}" srcOrd="0" destOrd="0" presId="urn:microsoft.com/office/officeart/2005/8/layout/hierarchy1"/>
    <dgm:cxn modelId="{D50B5B7E-0B00-4351-B2F8-C3F25D6D6427}" type="presOf" srcId="{7CD4D9AA-038E-4AB0-A05A-0F3540D2B4F0}" destId="{D3F3B892-FA73-4D2F-A520-CBCD94FBA092}" srcOrd="0" destOrd="0" presId="urn:microsoft.com/office/officeart/2005/8/layout/hierarchy1"/>
    <dgm:cxn modelId="{D274427F-29A6-4DC7-B664-09E240A10C1E}" type="presOf" srcId="{773620B6-72BD-4AA7-AD3E-C840BE0AB8D5}" destId="{EBC58B70-D1C5-47CF-B55B-1F05A54A9968}" srcOrd="0" destOrd="0" presId="urn:microsoft.com/office/officeart/2005/8/layout/hierarchy1"/>
    <dgm:cxn modelId="{4792537F-5B94-401A-8867-D8104230E0DE}" type="presOf" srcId="{126DD4E3-A4E4-476A-B60E-A35A6BA727B2}" destId="{629D5326-99B1-4621-B91F-43D37B11416E}" srcOrd="0" destOrd="0" presId="urn:microsoft.com/office/officeart/2005/8/layout/hierarchy1"/>
    <dgm:cxn modelId="{17BB5E80-9FC5-4789-A35A-C3A8C991778B}" type="presOf" srcId="{52253047-0489-4A13-A1AF-649C4DC0F3AE}" destId="{17B001EF-43E7-4A81-AACC-C07B339B7E2E}" srcOrd="0" destOrd="0" presId="urn:microsoft.com/office/officeart/2005/8/layout/hierarchy1"/>
    <dgm:cxn modelId="{F6E8CA80-686F-447F-A1A3-6F653AE3AA4A}" srcId="{773620B6-72BD-4AA7-AD3E-C840BE0AB8D5}" destId="{5A62F4D5-3144-46CD-9F40-8843616F1D79}" srcOrd="1" destOrd="0" parTransId="{47FA4421-05FC-4814-959A-7D1222FA097E}" sibTransId="{1A585383-E495-4F8C-993D-6BF4EADA7021}"/>
    <dgm:cxn modelId="{084B4786-17F5-4980-91BF-D8A2F0E7070E}" type="presOf" srcId="{52AA8B8A-83AC-475C-BCDE-6198406BCF2D}" destId="{0143F746-8F68-4CD2-B250-8EDF9E90B3D6}" srcOrd="0" destOrd="0" presId="urn:microsoft.com/office/officeart/2005/8/layout/hierarchy1"/>
    <dgm:cxn modelId="{2D39C387-C30E-4F61-9DCF-1A3FA45F2292}" type="presOf" srcId="{E79CF8BC-1C1A-4A8F-B396-55A629151831}" destId="{E4CBA675-5A23-4057-8F16-C25872D649DA}" srcOrd="0" destOrd="0" presId="urn:microsoft.com/office/officeart/2005/8/layout/hierarchy1"/>
    <dgm:cxn modelId="{91A93595-6A85-4238-A39C-FB73A08B9F8A}" type="presOf" srcId="{562EACE6-FC7B-4591-94DE-DAFBC20EC355}" destId="{4E021796-B6ED-4381-AC19-E9574AAC2B64}" srcOrd="0" destOrd="0" presId="urn:microsoft.com/office/officeart/2005/8/layout/hierarchy1"/>
    <dgm:cxn modelId="{7BD24399-7CB6-47B1-BB80-B418991CAAAC}" type="presOf" srcId="{286327CA-ACE8-4653-9998-D88FA69E35F5}" destId="{54C5C67C-4C45-4216-A95E-F6F65EC96C8D}" srcOrd="0" destOrd="0" presId="urn:microsoft.com/office/officeart/2005/8/layout/hierarchy1"/>
    <dgm:cxn modelId="{DA508CA0-6379-4D18-A362-082C16F5F112}" type="presOf" srcId="{EDA735B4-803E-46FC-824B-ACE907A50C97}" destId="{BD27327A-06BF-435F-8CB3-6A761FDEB7BB}" srcOrd="0" destOrd="0" presId="urn:microsoft.com/office/officeart/2005/8/layout/hierarchy1"/>
    <dgm:cxn modelId="{BA88FDA5-011F-4002-B4A4-151DF55876E7}" srcId="{41C92E46-08EE-4CE1-B0AF-A6E59FEC40B6}" destId="{773620B6-72BD-4AA7-AD3E-C840BE0AB8D5}" srcOrd="1" destOrd="0" parTransId="{DF9BBC3C-0CDC-47A3-8442-253F6FB492D9}" sibTransId="{175EAD08-F79E-4105-A06D-E5ABC96BE0E9}"/>
    <dgm:cxn modelId="{3CF05EA6-1F5B-453D-B07B-3702D04B7637}" type="presOf" srcId="{B8CD523F-C125-4FED-9040-AA05AAE6539F}" destId="{D9AD552E-FC1D-434E-A335-98EF42B4C86D}" srcOrd="0" destOrd="0" presId="urn:microsoft.com/office/officeart/2005/8/layout/hierarchy1"/>
    <dgm:cxn modelId="{4C6E49A7-90D0-4E27-9BCD-4101E185979C}" srcId="{45A1285D-03E2-4FC5-B63F-CC73CA1A4BEE}" destId="{84A31C80-1FE0-4754-AF50-EE9A157A60F6}" srcOrd="0" destOrd="0" parTransId="{77A40671-9BCE-464B-8290-9F8E4615F3E3}" sibTransId="{FA6C771B-2C35-42C9-B948-47B2DCC922B6}"/>
    <dgm:cxn modelId="{59F13BAA-A57E-4FB8-B783-6EB032129A0C}" type="presOf" srcId="{010C120B-AC4B-4CDB-A3BC-E70DEE42375E}" destId="{8D4834AA-BE9C-445D-AEB4-FC39536D94E1}" srcOrd="0" destOrd="0" presId="urn:microsoft.com/office/officeart/2005/8/layout/hierarchy1"/>
    <dgm:cxn modelId="{88A0BAAD-E6D6-4C33-A412-89050EFF5A33}" srcId="{0A6511AE-F9DE-48E7-9EB3-8B12207F7B10}" destId="{A5B832BC-031F-4639-8F8A-3944F0CDFD20}" srcOrd="0" destOrd="0" parTransId="{A92D2089-C1CC-417A-BADF-B25EA19CCCA9}" sibTransId="{362836F0-F6BA-4C0A-B1F4-A9232C13FF31}"/>
    <dgm:cxn modelId="{68C526B2-AD33-472F-BED7-3C6CF5308B84}" type="presOf" srcId="{75BD56C0-FF3C-48A9-BEB3-10EBF2FC0C71}" destId="{9E87AAC7-8FA1-409C-B59B-DAC474A3D7F6}" srcOrd="0" destOrd="0" presId="urn:microsoft.com/office/officeart/2005/8/layout/hierarchy1"/>
    <dgm:cxn modelId="{DC3666BA-F4FB-4A25-BB82-9D0CD42525BA}" type="presOf" srcId="{4D70C2E6-4F2B-40B4-98FC-0991C8A7645E}" destId="{3CBDBA62-4C7E-435D-BC9D-239044301547}" srcOrd="0" destOrd="0" presId="urn:microsoft.com/office/officeart/2005/8/layout/hierarchy1"/>
    <dgm:cxn modelId="{9E75F5BA-A6C3-4024-B1E6-C508EA71B9BF}" srcId="{6CBE605A-6D5A-481F-A89F-96253053BC8F}" destId="{0AF064BC-4EDA-444F-988F-3ABD24DC688B}" srcOrd="0" destOrd="0" parTransId="{39ED2AA1-05AE-48C4-9F67-020291445D66}" sibTransId="{95517898-53B1-4846-A3FE-D85634DE074E}"/>
    <dgm:cxn modelId="{03AC55BD-04B5-47A2-A026-57A71E28819E}" type="presOf" srcId="{77A40671-9BCE-464B-8290-9F8E4615F3E3}" destId="{BB4D565B-F6FC-4706-8990-80151501AC5A}" srcOrd="0" destOrd="0" presId="urn:microsoft.com/office/officeart/2005/8/layout/hierarchy1"/>
    <dgm:cxn modelId="{DB79D8BD-323B-46D0-B817-47EA1DE034AB}" type="presOf" srcId="{24F581BF-2B7B-4CEC-98D1-35DD8213987E}" destId="{C8D251E3-F7AA-416B-8430-B41CA48EA1D5}" srcOrd="0" destOrd="0" presId="urn:microsoft.com/office/officeart/2005/8/layout/hierarchy1"/>
    <dgm:cxn modelId="{CB5F19BE-63C8-4200-8247-27173E24EB42}" type="presOf" srcId="{D3164122-362F-4780-87EA-5452179970C9}" destId="{24C9B9A5-4725-4D4B-8B2A-6E0660D30F18}" srcOrd="0" destOrd="0" presId="urn:microsoft.com/office/officeart/2005/8/layout/hierarchy1"/>
    <dgm:cxn modelId="{7FA058C0-8548-4F04-B25B-5FB9B3952262}" srcId="{52AA8B8A-83AC-475C-BCDE-6198406BCF2D}" destId="{192A8348-DEA3-487C-91D6-F1498586A4BC}" srcOrd="0" destOrd="0" parTransId="{28936F62-E7AD-40E4-B032-CE9E9A348FA9}" sibTransId="{FB827B7F-9381-4A4A-8BCA-32C89CF2B91C}"/>
    <dgm:cxn modelId="{4AE81EC1-6C4D-4C56-B6C7-B6FA8A0E60C2}" srcId="{C7F9B29B-48B0-4B3C-ACCA-998A7002C2B6}" destId="{126DD4E3-A4E4-476A-B60E-A35A6BA727B2}" srcOrd="0" destOrd="0" parTransId="{526D28C0-141A-4DC8-9BED-57A1F0807525}" sibTransId="{40FCC1B4-D9FE-4E33-A45C-BC9CD82DE789}"/>
    <dgm:cxn modelId="{70FCC8C1-4AB0-4F53-B1CE-E6FE95D46ABD}" srcId="{00BCEA8F-F653-44D6-88EA-98CFE7C798AD}" destId="{22520C4F-F507-4C3D-AC8A-BB3E73A4F915}" srcOrd="0" destOrd="0" parTransId="{B8CD523F-C125-4FED-9040-AA05AAE6539F}" sibTransId="{F3812D61-215A-4E48-B00B-2410023302E9}"/>
    <dgm:cxn modelId="{E8209DC2-8D67-4043-B01A-D04CA0B962D7}" type="presOf" srcId="{D0CD1F33-805C-4A27-97CA-C3DAF4F16E95}" destId="{DC1818A1-8AB6-473A-A5A4-EA999F57E701}" srcOrd="0" destOrd="0" presId="urn:microsoft.com/office/officeart/2005/8/layout/hierarchy1"/>
    <dgm:cxn modelId="{DF2B70C8-55C4-4E44-94F8-B2546540C59E}" type="presOf" srcId="{192A8348-DEA3-487C-91D6-F1498586A4BC}" destId="{E42356FF-58C7-440A-B959-C30985DFBEE3}" srcOrd="0" destOrd="0" presId="urn:microsoft.com/office/officeart/2005/8/layout/hierarchy1"/>
    <dgm:cxn modelId="{83B756C9-9F01-437A-A1A1-737C7FAE9953}" type="presOf" srcId="{0513EC31-AAD5-4437-9EE4-F154488A0BD7}" destId="{09058E97-2D6D-4460-A61E-5F994535679C}" srcOrd="0" destOrd="0" presId="urn:microsoft.com/office/officeart/2005/8/layout/hierarchy1"/>
    <dgm:cxn modelId="{CEEFA4CE-42C1-480B-9119-59D254F0314C}" srcId="{0AF064BC-4EDA-444F-988F-3ABD24DC688B}" destId="{D3164122-362F-4780-87EA-5452179970C9}" srcOrd="1" destOrd="0" parTransId="{2D2E37F3-7FF9-4529-BB9C-5F572877A8AB}" sibTransId="{B3C0564D-CA70-4A91-ACA6-7FEF05F19782}"/>
    <dgm:cxn modelId="{4FDBE8CE-3DB4-4C90-96DD-AC6ABF69E435}" type="presOf" srcId="{3B9BE9A6-0E02-421D-B781-839188EF02AD}" destId="{D11D003C-CB16-47A8-9BF7-F56F919A5E74}" srcOrd="0" destOrd="0" presId="urn:microsoft.com/office/officeart/2005/8/layout/hierarchy1"/>
    <dgm:cxn modelId="{395FB6D7-DDC4-418E-8CF5-3280D32981A7}" type="presOf" srcId="{41C92E46-08EE-4CE1-B0AF-A6E59FEC40B6}" destId="{741352B3-95C7-4E61-A55A-302221A248CF}" srcOrd="0" destOrd="0" presId="urn:microsoft.com/office/officeart/2005/8/layout/hierarchy1"/>
    <dgm:cxn modelId="{9CD61CDB-3A6D-4AF1-9EC4-01B251FB2C3A}" type="presOf" srcId="{A5B832BC-031F-4639-8F8A-3944F0CDFD20}" destId="{3440022A-236A-4742-BC0C-6B63B7BC556B}" srcOrd="0" destOrd="0" presId="urn:microsoft.com/office/officeart/2005/8/layout/hierarchy1"/>
    <dgm:cxn modelId="{BD9E35DF-50FD-4878-B0B2-67058E866C04}" type="presOf" srcId="{C7F9B29B-48B0-4B3C-ACCA-998A7002C2B6}" destId="{BC64DDE1-F996-4F72-B5DC-77AEEC0E1908}" srcOrd="0" destOrd="0" presId="urn:microsoft.com/office/officeart/2005/8/layout/hierarchy1"/>
    <dgm:cxn modelId="{CA2BC1E5-4B6C-40B6-8EF8-7CFD7EDA2A35}" type="presOf" srcId="{032E8684-C34A-4B1E-9057-8170360BAFAF}" destId="{BAC56988-1386-491E-8938-C9685485574C}" srcOrd="0" destOrd="0" presId="urn:microsoft.com/office/officeart/2005/8/layout/hierarchy1"/>
    <dgm:cxn modelId="{65A931E8-E936-4AEA-B344-D2FFB73B2683}" type="presOf" srcId="{45A1285D-03E2-4FC5-B63F-CC73CA1A4BEE}" destId="{EBAF6D40-DDAF-45A2-A156-DA61074E76FD}" srcOrd="0" destOrd="0" presId="urn:microsoft.com/office/officeart/2005/8/layout/hierarchy1"/>
    <dgm:cxn modelId="{45873EEB-C9E7-4883-8EA8-C2C0D6D19ADB}" srcId="{126DD4E3-A4E4-476A-B60E-A35A6BA727B2}" destId="{A53CC60E-10C3-415E-93A8-9C128720BE0A}" srcOrd="0" destOrd="0" parTransId="{24F581BF-2B7B-4CEC-98D1-35DD8213987E}" sibTransId="{7C717820-9FE7-4191-9BF6-117175890E0E}"/>
    <dgm:cxn modelId="{B1FEDAEB-3F47-48C4-8DC9-C0D820161F8E}" srcId="{5A62F4D5-3144-46CD-9F40-8843616F1D79}" destId="{268D4E39-0CDB-40D6-B715-717E2E617DEF}" srcOrd="0" destOrd="0" parTransId="{010C120B-AC4B-4CDB-A3BC-E70DEE42375E}" sibTransId="{C9662D08-79E0-4ABC-9DA1-966C50D2329B}"/>
    <dgm:cxn modelId="{E63FB4F1-0A28-4CA9-A32F-91C8370DCC04}" type="presOf" srcId="{EC686701-50BE-4237-AA68-42564EA1EB32}" destId="{2691E219-C375-4042-B2EB-189263EA8A4F}" srcOrd="0" destOrd="0" presId="urn:microsoft.com/office/officeart/2005/8/layout/hierarchy1"/>
    <dgm:cxn modelId="{F5D547F4-476A-4CAC-97CD-EF4157ED8D44}" srcId="{7A90E594-363B-402B-A060-DC5DAA2D68D4}" destId="{9640E334-9480-4A84-BC70-D24BCF153D52}" srcOrd="0" destOrd="0" parTransId="{3594922D-EAA2-49B3-BCEC-FA7D0F48F81E}" sibTransId="{7F8BCA58-E7ED-410E-8AC5-97143C6F6617}"/>
    <dgm:cxn modelId="{0D1136F5-BCE9-4ED3-982C-5575778C6422}" srcId="{E79CF8BC-1C1A-4A8F-B396-55A629151831}" destId="{C9ACDB2E-5201-482E-BCF7-D69DA68C9F89}" srcOrd="0" destOrd="0" parTransId="{DE1AD62E-E082-436D-9A97-63321B4A7612}" sibTransId="{AA815CD0-3328-4CFD-B71E-3DE13ADC19CF}"/>
    <dgm:cxn modelId="{80C742F6-CE75-4FAF-B7F9-686CE194698A}" type="presOf" srcId="{AE66FE3E-D9EC-4BD9-968E-1FDAE6F3B630}" destId="{0CDB784D-B2D7-4E33-AB5E-42DED4D3DF95}" srcOrd="0" destOrd="0" presId="urn:microsoft.com/office/officeart/2005/8/layout/hierarchy1"/>
    <dgm:cxn modelId="{A5E91FFA-2E82-4D7E-9ECC-D3D489176887}" type="presOf" srcId="{3594922D-EAA2-49B3-BCEC-FA7D0F48F81E}" destId="{03F8D7D9-9430-479F-9DAF-1C10E6B9B1FA}" srcOrd="0" destOrd="0" presId="urn:microsoft.com/office/officeart/2005/8/layout/hierarchy1"/>
    <dgm:cxn modelId="{95031996-042B-4187-B561-443A0D001548}" type="presParOf" srcId="{9527C100-3346-4D8C-AEF2-3493117146B9}" destId="{F4659643-A17D-4730-B5C8-8AA9619ADD02}" srcOrd="0" destOrd="0" presId="urn:microsoft.com/office/officeart/2005/8/layout/hierarchy1"/>
    <dgm:cxn modelId="{BA276A53-49FD-49D3-B0B0-5315950BEFAC}" type="presParOf" srcId="{F4659643-A17D-4730-B5C8-8AA9619ADD02}" destId="{DDC2FE42-A3F3-4FFD-99B2-CBB8B1F77803}" srcOrd="0" destOrd="0" presId="urn:microsoft.com/office/officeart/2005/8/layout/hierarchy1"/>
    <dgm:cxn modelId="{2560F9D7-77A0-4734-9A39-D2438861550D}" type="presParOf" srcId="{DDC2FE42-A3F3-4FFD-99B2-CBB8B1F77803}" destId="{5F5B63A1-87FB-4EFC-BE4B-DA4F05642682}" srcOrd="0" destOrd="0" presId="urn:microsoft.com/office/officeart/2005/8/layout/hierarchy1"/>
    <dgm:cxn modelId="{9EFFCD24-19D8-4B22-990F-9B979C45B9E3}" type="presParOf" srcId="{DDC2FE42-A3F3-4FFD-99B2-CBB8B1F77803}" destId="{ADADA60F-19B2-4074-B728-71723E606108}" srcOrd="1" destOrd="0" presId="urn:microsoft.com/office/officeart/2005/8/layout/hierarchy1"/>
    <dgm:cxn modelId="{2CF656EA-0B35-44D6-AF01-BB72D50A7143}" type="presParOf" srcId="{F4659643-A17D-4730-B5C8-8AA9619ADD02}" destId="{52AA0C46-8C79-49A1-ABAA-5C3DAF34B49E}" srcOrd="1" destOrd="0" presId="urn:microsoft.com/office/officeart/2005/8/layout/hierarchy1"/>
    <dgm:cxn modelId="{13013AED-ECF1-42D6-AA0F-C687523924BC}" type="presParOf" srcId="{52AA0C46-8C79-49A1-ABAA-5C3DAF34B49E}" destId="{54C5C67C-4C45-4216-A95E-F6F65EC96C8D}" srcOrd="0" destOrd="0" presId="urn:microsoft.com/office/officeart/2005/8/layout/hierarchy1"/>
    <dgm:cxn modelId="{15205AB1-CCCE-48EB-8E85-D898AFDCEDD0}" type="presParOf" srcId="{52AA0C46-8C79-49A1-ABAA-5C3DAF34B49E}" destId="{C510BAC4-CE52-4258-AB8C-5006EE97AE16}" srcOrd="1" destOrd="0" presId="urn:microsoft.com/office/officeart/2005/8/layout/hierarchy1"/>
    <dgm:cxn modelId="{47DF508B-59B9-4905-968E-73F84035664A}" type="presParOf" srcId="{C510BAC4-CE52-4258-AB8C-5006EE97AE16}" destId="{35F2A059-171D-4730-9AB8-28E703E9A94F}" srcOrd="0" destOrd="0" presId="urn:microsoft.com/office/officeart/2005/8/layout/hierarchy1"/>
    <dgm:cxn modelId="{CBEEEE74-5FEA-4242-A4B3-789322D5FD1B}" type="presParOf" srcId="{35F2A059-171D-4730-9AB8-28E703E9A94F}" destId="{FB0B6571-93CA-44A5-8E24-4103747CA439}" srcOrd="0" destOrd="0" presId="urn:microsoft.com/office/officeart/2005/8/layout/hierarchy1"/>
    <dgm:cxn modelId="{8BE56B05-3AED-43AD-A7DB-FD51FF354401}" type="presParOf" srcId="{35F2A059-171D-4730-9AB8-28E703E9A94F}" destId="{741352B3-95C7-4E61-A55A-302221A248CF}" srcOrd="1" destOrd="0" presId="urn:microsoft.com/office/officeart/2005/8/layout/hierarchy1"/>
    <dgm:cxn modelId="{259EDAD1-ABE2-4BE1-8313-4BCE1440C5F5}" type="presParOf" srcId="{C510BAC4-CE52-4258-AB8C-5006EE97AE16}" destId="{2988F7B9-BB18-49BE-9599-F662950AE806}" srcOrd="1" destOrd="0" presId="urn:microsoft.com/office/officeart/2005/8/layout/hierarchy1"/>
    <dgm:cxn modelId="{B0BA41BE-287A-4E72-97F1-F0496A36E28C}" type="presParOf" srcId="{2988F7B9-BB18-49BE-9599-F662950AE806}" destId="{05C2727E-D197-4DD7-81D1-57296E128183}" srcOrd="0" destOrd="0" presId="urn:microsoft.com/office/officeart/2005/8/layout/hierarchy1"/>
    <dgm:cxn modelId="{0B71052C-583C-42ED-8E02-38B113A4F4DF}" type="presParOf" srcId="{2988F7B9-BB18-49BE-9599-F662950AE806}" destId="{49FB0E29-7663-4067-91E2-E9BC0AFCCA35}" srcOrd="1" destOrd="0" presId="urn:microsoft.com/office/officeart/2005/8/layout/hierarchy1"/>
    <dgm:cxn modelId="{79B22B26-93B8-4CE4-9A82-D5B61CC79A38}" type="presParOf" srcId="{49FB0E29-7663-4067-91E2-E9BC0AFCCA35}" destId="{66EA0B94-9B82-4A79-944B-03BB8CB8B85A}" srcOrd="0" destOrd="0" presId="urn:microsoft.com/office/officeart/2005/8/layout/hierarchy1"/>
    <dgm:cxn modelId="{A5BED163-7B8B-4B2D-878A-B0E0E262C0FC}" type="presParOf" srcId="{66EA0B94-9B82-4A79-944B-03BB8CB8B85A}" destId="{A7B26193-12D5-40E4-9F11-56B852E28DEE}" srcOrd="0" destOrd="0" presId="urn:microsoft.com/office/officeart/2005/8/layout/hierarchy1"/>
    <dgm:cxn modelId="{EFB32C08-C5ED-48D6-BEF5-7F81731E4F50}" type="presParOf" srcId="{66EA0B94-9B82-4A79-944B-03BB8CB8B85A}" destId="{BC64DDE1-F996-4F72-B5DC-77AEEC0E1908}" srcOrd="1" destOrd="0" presId="urn:microsoft.com/office/officeart/2005/8/layout/hierarchy1"/>
    <dgm:cxn modelId="{420C57E8-5503-4E73-A555-89B5EC946946}" type="presParOf" srcId="{49FB0E29-7663-4067-91E2-E9BC0AFCCA35}" destId="{3FD22C9F-3BC3-417A-B9B3-88E5999338C0}" srcOrd="1" destOrd="0" presId="urn:microsoft.com/office/officeart/2005/8/layout/hierarchy1"/>
    <dgm:cxn modelId="{4BB1B270-CFF8-4C0C-B5F2-21FA99A24E56}" type="presParOf" srcId="{3FD22C9F-3BC3-417A-B9B3-88E5999338C0}" destId="{F59AEC80-C586-41AF-BAD5-BA797DDE0228}" srcOrd="0" destOrd="0" presId="urn:microsoft.com/office/officeart/2005/8/layout/hierarchy1"/>
    <dgm:cxn modelId="{11FEB5A2-7A03-498F-B598-794E793A586A}" type="presParOf" srcId="{3FD22C9F-3BC3-417A-B9B3-88E5999338C0}" destId="{2DA195EF-3E84-40F4-BA05-1C18069E68E5}" srcOrd="1" destOrd="0" presId="urn:microsoft.com/office/officeart/2005/8/layout/hierarchy1"/>
    <dgm:cxn modelId="{E2A1EED1-562C-4760-855F-34B56FCE66CC}" type="presParOf" srcId="{2DA195EF-3E84-40F4-BA05-1C18069E68E5}" destId="{D3DFAA3D-2288-4548-BC65-1C9680FC53C7}" srcOrd="0" destOrd="0" presId="urn:microsoft.com/office/officeart/2005/8/layout/hierarchy1"/>
    <dgm:cxn modelId="{1B71526D-7345-4726-9BA6-C1B303D2E265}" type="presParOf" srcId="{D3DFAA3D-2288-4548-BC65-1C9680FC53C7}" destId="{9D15A430-DBED-4797-9883-CEA48FB9795A}" srcOrd="0" destOrd="0" presId="urn:microsoft.com/office/officeart/2005/8/layout/hierarchy1"/>
    <dgm:cxn modelId="{63464223-970E-42DC-921F-60C0E5D98763}" type="presParOf" srcId="{D3DFAA3D-2288-4548-BC65-1C9680FC53C7}" destId="{629D5326-99B1-4621-B91F-43D37B11416E}" srcOrd="1" destOrd="0" presId="urn:microsoft.com/office/officeart/2005/8/layout/hierarchy1"/>
    <dgm:cxn modelId="{61975B9E-EA70-4DE4-96F3-666A0DBC4E28}" type="presParOf" srcId="{2DA195EF-3E84-40F4-BA05-1C18069E68E5}" destId="{53432F6C-5D03-4E38-88D0-BD54FE22DD8C}" srcOrd="1" destOrd="0" presId="urn:microsoft.com/office/officeart/2005/8/layout/hierarchy1"/>
    <dgm:cxn modelId="{CA795CD9-9293-4BC8-8C9A-179B199E6ECB}" type="presParOf" srcId="{53432F6C-5D03-4E38-88D0-BD54FE22DD8C}" destId="{C8D251E3-F7AA-416B-8430-B41CA48EA1D5}" srcOrd="0" destOrd="0" presId="urn:microsoft.com/office/officeart/2005/8/layout/hierarchy1"/>
    <dgm:cxn modelId="{F8C37FCC-5782-4ADC-A8D1-4238ACB1D32E}" type="presParOf" srcId="{53432F6C-5D03-4E38-88D0-BD54FE22DD8C}" destId="{EF46DC86-082B-47A7-BB04-34FF2C66B831}" srcOrd="1" destOrd="0" presId="urn:microsoft.com/office/officeart/2005/8/layout/hierarchy1"/>
    <dgm:cxn modelId="{F6A14C18-93AB-4E36-B257-B945471C7C93}" type="presParOf" srcId="{EF46DC86-082B-47A7-BB04-34FF2C66B831}" destId="{5940F53F-1C6C-4AB0-AF06-359AF1C2E348}" srcOrd="0" destOrd="0" presId="urn:microsoft.com/office/officeart/2005/8/layout/hierarchy1"/>
    <dgm:cxn modelId="{65841D55-2495-487D-AE5D-AA752AA59174}" type="presParOf" srcId="{5940F53F-1C6C-4AB0-AF06-359AF1C2E348}" destId="{6F31B42E-D7FE-4F79-B77D-9F7F5361E59E}" srcOrd="0" destOrd="0" presId="urn:microsoft.com/office/officeart/2005/8/layout/hierarchy1"/>
    <dgm:cxn modelId="{8DB4C161-DC14-4CBE-AB1A-7D410891193F}" type="presParOf" srcId="{5940F53F-1C6C-4AB0-AF06-359AF1C2E348}" destId="{7618D471-BC2F-4BBB-A5F6-A73C03F07BA5}" srcOrd="1" destOrd="0" presId="urn:microsoft.com/office/officeart/2005/8/layout/hierarchy1"/>
    <dgm:cxn modelId="{5E232D3B-45F7-4C3F-A9BB-3E8D6C1CE374}" type="presParOf" srcId="{EF46DC86-082B-47A7-BB04-34FF2C66B831}" destId="{774A7530-D5BB-4927-A351-665AFF8D7A62}" srcOrd="1" destOrd="0" presId="urn:microsoft.com/office/officeart/2005/8/layout/hierarchy1"/>
    <dgm:cxn modelId="{C50EA8B9-05DB-4CB9-B410-A9B3B29FC20C}" type="presParOf" srcId="{3FD22C9F-3BC3-417A-B9B3-88E5999338C0}" destId="{4DDB5832-6258-4634-B0DA-4E3D86752BE0}" srcOrd="2" destOrd="0" presId="urn:microsoft.com/office/officeart/2005/8/layout/hierarchy1"/>
    <dgm:cxn modelId="{979701F5-BB3F-4D95-A1AF-C931688C5640}" type="presParOf" srcId="{3FD22C9F-3BC3-417A-B9B3-88E5999338C0}" destId="{1367761A-F0E9-49D9-9BC5-B139AC537713}" srcOrd="3" destOrd="0" presId="urn:microsoft.com/office/officeart/2005/8/layout/hierarchy1"/>
    <dgm:cxn modelId="{FE09423D-87D0-440F-882F-808282D7AE29}" type="presParOf" srcId="{1367761A-F0E9-49D9-9BC5-B139AC537713}" destId="{561C8962-14BE-41ED-857F-2C7E04BB6E10}" srcOrd="0" destOrd="0" presId="urn:microsoft.com/office/officeart/2005/8/layout/hierarchy1"/>
    <dgm:cxn modelId="{DC471C4A-3C3A-4B57-A88E-70979F4C72DB}" type="presParOf" srcId="{561C8962-14BE-41ED-857F-2C7E04BB6E10}" destId="{CD9AC1F0-7200-4377-83E2-2953F0C8DE9D}" srcOrd="0" destOrd="0" presId="urn:microsoft.com/office/officeart/2005/8/layout/hierarchy1"/>
    <dgm:cxn modelId="{8B7FE6EE-55B2-4115-B9FF-B6575011F875}" type="presParOf" srcId="{561C8962-14BE-41ED-857F-2C7E04BB6E10}" destId="{99B99B29-7B4C-4D52-98EB-EB40583810FE}" srcOrd="1" destOrd="0" presId="urn:microsoft.com/office/officeart/2005/8/layout/hierarchy1"/>
    <dgm:cxn modelId="{32AEEAE9-0378-4E88-9265-A6A49C9C8184}" type="presParOf" srcId="{1367761A-F0E9-49D9-9BC5-B139AC537713}" destId="{DFDD2FD3-5015-47A3-AC31-05FF4CF0562F}" srcOrd="1" destOrd="0" presId="urn:microsoft.com/office/officeart/2005/8/layout/hierarchy1"/>
    <dgm:cxn modelId="{6BD649C5-8DAA-4569-9364-13498BDD2AA4}" type="presParOf" srcId="{DFDD2FD3-5015-47A3-AC31-05FF4CF0562F}" destId="{03F8D7D9-9430-479F-9DAF-1C10E6B9B1FA}" srcOrd="0" destOrd="0" presId="urn:microsoft.com/office/officeart/2005/8/layout/hierarchy1"/>
    <dgm:cxn modelId="{5AA92BC8-890E-492F-9EB8-16A3490FB574}" type="presParOf" srcId="{DFDD2FD3-5015-47A3-AC31-05FF4CF0562F}" destId="{07F7AC54-86E9-4AF5-AD4A-23D40C2F6609}" srcOrd="1" destOrd="0" presId="urn:microsoft.com/office/officeart/2005/8/layout/hierarchy1"/>
    <dgm:cxn modelId="{F1E6EEB8-444C-4AAB-94DD-43F1B274E6CC}" type="presParOf" srcId="{07F7AC54-86E9-4AF5-AD4A-23D40C2F6609}" destId="{2396085E-1BCB-4A29-B06C-842D13319228}" srcOrd="0" destOrd="0" presId="urn:microsoft.com/office/officeart/2005/8/layout/hierarchy1"/>
    <dgm:cxn modelId="{B0384DE3-F759-4189-B323-1F760BC367AE}" type="presParOf" srcId="{2396085E-1BCB-4A29-B06C-842D13319228}" destId="{5150BB15-1346-483E-AF7D-70E2640A7E40}" srcOrd="0" destOrd="0" presId="urn:microsoft.com/office/officeart/2005/8/layout/hierarchy1"/>
    <dgm:cxn modelId="{8A712D3B-5E9E-41BE-AEE4-9F9D99C1B50C}" type="presParOf" srcId="{2396085E-1BCB-4A29-B06C-842D13319228}" destId="{CDDF574B-1D82-4FB8-8077-5F85A7CEF7B9}" srcOrd="1" destOrd="0" presId="urn:microsoft.com/office/officeart/2005/8/layout/hierarchy1"/>
    <dgm:cxn modelId="{3A7F2020-8366-42D1-86A7-79E4A19F1665}" type="presParOf" srcId="{07F7AC54-86E9-4AF5-AD4A-23D40C2F6609}" destId="{933DDD88-8DD9-4E5E-9806-8B09BE811C9B}" srcOrd="1" destOrd="0" presId="urn:microsoft.com/office/officeart/2005/8/layout/hierarchy1"/>
    <dgm:cxn modelId="{B7D5F24A-8939-4494-9710-C75B055B9952}" type="presParOf" srcId="{3FD22C9F-3BC3-417A-B9B3-88E5999338C0}" destId="{3CBDBA62-4C7E-435D-BC9D-239044301547}" srcOrd="4" destOrd="0" presId="urn:microsoft.com/office/officeart/2005/8/layout/hierarchy1"/>
    <dgm:cxn modelId="{13B4827F-4B09-488A-A1B7-396D9AB69872}" type="presParOf" srcId="{3FD22C9F-3BC3-417A-B9B3-88E5999338C0}" destId="{0C985457-ABEA-4543-9E67-3CEAEBACA288}" srcOrd="5" destOrd="0" presId="urn:microsoft.com/office/officeart/2005/8/layout/hierarchy1"/>
    <dgm:cxn modelId="{6DAE1ADD-E4B2-45A4-9C81-25E439E90ED7}" type="presParOf" srcId="{0C985457-ABEA-4543-9E67-3CEAEBACA288}" destId="{1583A36E-A3F3-4BD5-939E-C762C960AEBA}" srcOrd="0" destOrd="0" presId="urn:microsoft.com/office/officeart/2005/8/layout/hierarchy1"/>
    <dgm:cxn modelId="{5025AACB-BFE5-401F-B441-46351D5496D8}" type="presParOf" srcId="{1583A36E-A3F3-4BD5-939E-C762C960AEBA}" destId="{37D316C6-5040-4D74-8864-132E6BA9BBFC}" srcOrd="0" destOrd="0" presId="urn:microsoft.com/office/officeart/2005/8/layout/hierarchy1"/>
    <dgm:cxn modelId="{35D4C823-BA93-4096-AF15-52A77EE466AD}" type="presParOf" srcId="{1583A36E-A3F3-4BD5-939E-C762C960AEBA}" destId="{5B81F4FF-90E0-473F-AA26-0933966D080F}" srcOrd="1" destOrd="0" presId="urn:microsoft.com/office/officeart/2005/8/layout/hierarchy1"/>
    <dgm:cxn modelId="{ED4CE71F-75C6-4291-B3EA-9BBCC6647400}" type="presParOf" srcId="{0C985457-ABEA-4543-9E67-3CEAEBACA288}" destId="{F7224FD9-C049-4084-8DA9-9FD6F0D3816E}" srcOrd="1" destOrd="0" presId="urn:microsoft.com/office/officeart/2005/8/layout/hierarchy1"/>
    <dgm:cxn modelId="{9A34EA4F-A803-4CD8-A47C-1F313D6A4E20}" type="presParOf" srcId="{F7224FD9-C049-4084-8DA9-9FD6F0D3816E}" destId="{D11D003C-CB16-47A8-9BF7-F56F919A5E74}" srcOrd="0" destOrd="0" presId="urn:microsoft.com/office/officeart/2005/8/layout/hierarchy1"/>
    <dgm:cxn modelId="{2BDFA7D3-93E9-4073-8FE4-7286A40D09E6}" type="presParOf" srcId="{F7224FD9-C049-4084-8DA9-9FD6F0D3816E}" destId="{4F047DB4-C4BA-4D93-A18F-4C41B3003984}" srcOrd="1" destOrd="0" presId="urn:microsoft.com/office/officeart/2005/8/layout/hierarchy1"/>
    <dgm:cxn modelId="{D76C4BD6-2F64-4555-916A-972496D866AA}" type="presParOf" srcId="{4F047DB4-C4BA-4D93-A18F-4C41B3003984}" destId="{5C8802A8-13CB-4672-98FC-B20CD74DF89D}" srcOrd="0" destOrd="0" presId="urn:microsoft.com/office/officeart/2005/8/layout/hierarchy1"/>
    <dgm:cxn modelId="{493DCECE-DF22-43FF-BB01-C88D5C45527C}" type="presParOf" srcId="{5C8802A8-13CB-4672-98FC-B20CD74DF89D}" destId="{B3AB75D9-CAB8-4D3E-ADC7-4B8D7ABDFAD3}" srcOrd="0" destOrd="0" presId="urn:microsoft.com/office/officeart/2005/8/layout/hierarchy1"/>
    <dgm:cxn modelId="{259A6ABA-87AB-4702-BCC8-549DAE8C8285}" type="presParOf" srcId="{5C8802A8-13CB-4672-98FC-B20CD74DF89D}" destId="{924979AF-3A37-49B4-8161-920557516DF4}" srcOrd="1" destOrd="0" presId="urn:microsoft.com/office/officeart/2005/8/layout/hierarchy1"/>
    <dgm:cxn modelId="{CE1A6C42-A730-44F2-ABB2-24A4041B8989}" type="presParOf" srcId="{4F047DB4-C4BA-4D93-A18F-4C41B3003984}" destId="{A7191729-F617-4AA6-8763-44492C6750E5}" srcOrd="1" destOrd="0" presId="urn:microsoft.com/office/officeart/2005/8/layout/hierarchy1"/>
    <dgm:cxn modelId="{55E2A14C-41C7-4996-8F67-36367B966FB0}" type="presParOf" srcId="{2988F7B9-BB18-49BE-9599-F662950AE806}" destId="{E16E5A0E-C98A-486A-A822-BCB1515D6D73}" srcOrd="2" destOrd="0" presId="urn:microsoft.com/office/officeart/2005/8/layout/hierarchy1"/>
    <dgm:cxn modelId="{B0C3D39F-3748-4FA5-9768-AD554077AE24}" type="presParOf" srcId="{2988F7B9-BB18-49BE-9599-F662950AE806}" destId="{B9CB67D4-ED5B-47A9-B2C7-641C3D8CC0D1}" srcOrd="3" destOrd="0" presId="urn:microsoft.com/office/officeart/2005/8/layout/hierarchy1"/>
    <dgm:cxn modelId="{8A163C3A-1A52-46CD-AD37-969173D130B4}" type="presParOf" srcId="{B9CB67D4-ED5B-47A9-B2C7-641C3D8CC0D1}" destId="{830343D5-0977-419B-A2D5-AC6B488CE6A2}" srcOrd="0" destOrd="0" presId="urn:microsoft.com/office/officeart/2005/8/layout/hierarchy1"/>
    <dgm:cxn modelId="{9B7EAA91-556D-495D-BD80-F1AF5C6ECAFB}" type="presParOf" srcId="{830343D5-0977-419B-A2D5-AC6B488CE6A2}" destId="{4243BF0C-15AF-4355-BD68-7D01430782DD}" srcOrd="0" destOrd="0" presId="urn:microsoft.com/office/officeart/2005/8/layout/hierarchy1"/>
    <dgm:cxn modelId="{2D3486D5-CC1E-4F7A-9EC6-075BB8053F32}" type="presParOf" srcId="{830343D5-0977-419B-A2D5-AC6B488CE6A2}" destId="{EBC58B70-D1C5-47CF-B55B-1F05A54A9968}" srcOrd="1" destOrd="0" presId="urn:microsoft.com/office/officeart/2005/8/layout/hierarchy1"/>
    <dgm:cxn modelId="{FDE92CC3-9591-48C2-A516-19B8D582D4B8}" type="presParOf" srcId="{B9CB67D4-ED5B-47A9-B2C7-641C3D8CC0D1}" destId="{EF337F9F-29D0-4BF2-9DD5-0B29E1C154EC}" srcOrd="1" destOrd="0" presId="urn:microsoft.com/office/officeart/2005/8/layout/hierarchy1"/>
    <dgm:cxn modelId="{3A4BCBEE-DE3F-44A2-BF1C-BF379D347B0F}" type="presParOf" srcId="{EF337F9F-29D0-4BF2-9DD5-0B29E1C154EC}" destId="{2691E219-C375-4042-B2EB-189263EA8A4F}" srcOrd="0" destOrd="0" presId="urn:microsoft.com/office/officeart/2005/8/layout/hierarchy1"/>
    <dgm:cxn modelId="{7122C93B-5C5E-49A1-BA7D-39491048D1D3}" type="presParOf" srcId="{EF337F9F-29D0-4BF2-9DD5-0B29E1C154EC}" destId="{9FDBE04E-7C00-4DAC-9A4C-165C3F588959}" srcOrd="1" destOrd="0" presId="urn:microsoft.com/office/officeart/2005/8/layout/hierarchy1"/>
    <dgm:cxn modelId="{642630D2-01A7-496C-885B-E71F3B5A6663}" type="presParOf" srcId="{9FDBE04E-7C00-4DAC-9A4C-165C3F588959}" destId="{57FE2EFC-2652-4F1D-A351-83DF6E670686}" srcOrd="0" destOrd="0" presId="urn:microsoft.com/office/officeart/2005/8/layout/hierarchy1"/>
    <dgm:cxn modelId="{C15F6657-4EC5-47F2-8D85-172ECBE68246}" type="presParOf" srcId="{57FE2EFC-2652-4F1D-A351-83DF6E670686}" destId="{3060C2E0-FED7-4E6A-A92C-E15167EB816D}" srcOrd="0" destOrd="0" presId="urn:microsoft.com/office/officeart/2005/8/layout/hierarchy1"/>
    <dgm:cxn modelId="{8D27A01B-5803-4AD4-A7DF-B8A923582064}" type="presParOf" srcId="{57FE2EFC-2652-4F1D-A351-83DF6E670686}" destId="{EBAF6D40-DDAF-45A2-A156-DA61074E76FD}" srcOrd="1" destOrd="0" presId="urn:microsoft.com/office/officeart/2005/8/layout/hierarchy1"/>
    <dgm:cxn modelId="{D93D7CA4-8615-465A-A17D-3D3A3F08AFB3}" type="presParOf" srcId="{9FDBE04E-7C00-4DAC-9A4C-165C3F588959}" destId="{865DB349-E5AF-46C0-B0AC-E9D0A52F9C7D}" srcOrd="1" destOrd="0" presId="urn:microsoft.com/office/officeart/2005/8/layout/hierarchy1"/>
    <dgm:cxn modelId="{6EA56A78-EA5B-46C2-9BC3-E4878FACB24A}" type="presParOf" srcId="{865DB349-E5AF-46C0-B0AC-E9D0A52F9C7D}" destId="{BB4D565B-F6FC-4706-8990-80151501AC5A}" srcOrd="0" destOrd="0" presId="urn:microsoft.com/office/officeart/2005/8/layout/hierarchy1"/>
    <dgm:cxn modelId="{0E892212-2B02-4849-B6C0-E5233B1D7543}" type="presParOf" srcId="{865DB349-E5AF-46C0-B0AC-E9D0A52F9C7D}" destId="{DB24DBD5-2E0F-4BE1-9EB8-B8E357737FB0}" srcOrd="1" destOrd="0" presId="urn:microsoft.com/office/officeart/2005/8/layout/hierarchy1"/>
    <dgm:cxn modelId="{886743D5-DE8A-4811-8581-12A8233934A7}" type="presParOf" srcId="{DB24DBD5-2E0F-4BE1-9EB8-B8E357737FB0}" destId="{A207C99A-26B1-4EAF-BDD6-BFCF06BCD42E}" srcOrd="0" destOrd="0" presId="urn:microsoft.com/office/officeart/2005/8/layout/hierarchy1"/>
    <dgm:cxn modelId="{E1898776-500D-4008-9147-84C510B819DF}" type="presParOf" srcId="{A207C99A-26B1-4EAF-BDD6-BFCF06BCD42E}" destId="{E7122916-451F-4F71-B809-118A671FF1E5}" srcOrd="0" destOrd="0" presId="urn:microsoft.com/office/officeart/2005/8/layout/hierarchy1"/>
    <dgm:cxn modelId="{A2951C75-D3E8-4D27-AB60-BB575F07CB66}" type="presParOf" srcId="{A207C99A-26B1-4EAF-BDD6-BFCF06BCD42E}" destId="{19BED8C5-781F-4015-AE6D-3CDDE6224FD3}" srcOrd="1" destOrd="0" presId="urn:microsoft.com/office/officeart/2005/8/layout/hierarchy1"/>
    <dgm:cxn modelId="{A58D5239-F67E-4F5B-8459-5D42F99A5E32}" type="presParOf" srcId="{DB24DBD5-2E0F-4BE1-9EB8-B8E357737FB0}" destId="{80D88D14-C8A1-488D-B1CA-341ABB7F36C5}" srcOrd="1" destOrd="0" presId="urn:microsoft.com/office/officeart/2005/8/layout/hierarchy1"/>
    <dgm:cxn modelId="{21E6166C-BB15-4A9D-9BA8-3EE0FBC975F8}" type="presParOf" srcId="{EF337F9F-29D0-4BF2-9DD5-0B29E1C154EC}" destId="{645ED8B1-5E96-473B-AA23-D316EBED0923}" srcOrd="2" destOrd="0" presId="urn:microsoft.com/office/officeart/2005/8/layout/hierarchy1"/>
    <dgm:cxn modelId="{49134B9E-222F-4E77-A6FA-F2FD7E8CCEB9}" type="presParOf" srcId="{EF337F9F-29D0-4BF2-9DD5-0B29E1C154EC}" destId="{3664CB06-1BF2-4F87-88EC-7F3A613F216A}" srcOrd="3" destOrd="0" presId="urn:microsoft.com/office/officeart/2005/8/layout/hierarchy1"/>
    <dgm:cxn modelId="{81385182-7F9A-4479-8C8B-D6DD6C7DCF16}" type="presParOf" srcId="{3664CB06-1BF2-4F87-88EC-7F3A613F216A}" destId="{CE225D9A-D68F-484B-989A-AE927810BF42}" srcOrd="0" destOrd="0" presId="urn:microsoft.com/office/officeart/2005/8/layout/hierarchy1"/>
    <dgm:cxn modelId="{86F43705-5515-47C9-B911-B68C8CAA54A4}" type="presParOf" srcId="{CE225D9A-D68F-484B-989A-AE927810BF42}" destId="{A8C67FA6-7ABD-4618-B377-927EC3884E24}" srcOrd="0" destOrd="0" presId="urn:microsoft.com/office/officeart/2005/8/layout/hierarchy1"/>
    <dgm:cxn modelId="{B6A92E95-9684-4A6A-A27D-A9B5E293767E}" type="presParOf" srcId="{CE225D9A-D68F-484B-989A-AE927810BF42}" destId="{15C394E3-2F48-457A-8810-B39903F4222F}" srcOrd="1" destOrd="0" presId="urn:microsoft.com/office/officeart/2005/8/layout/hierarchy1"/>
    <dgm:cxn modelId="{F10170FD-E8A6-46D4-8B09-E50C7B47298B}" type="presParOf" srcId="{3664CB06-1BF2-4F87-88EC-7F3A613F216A}" destId="{CA9302BB-7C05-470D-89A4-582741ADBBA0}" srcOrd="1" destOrd="0" presId="urn:microsoft.com/office/officeart/2005/8/layout/hierarchy1"/>
    <dgm:cxn modelId="{FBB587E8-CD3D-478B-AF80-35AE2AB865AA}" type="presParOf" srcId="{CA9302BB-7C05-470D-89A4-582741ADBBA0}" destId="{8D4834AA-BE9C-445D-AEB4-FC39536D94E1}" srcOrd="0" destOrd="0" presId="urn:microsoft.com/office/officeart/2005/8/layout/hierarchy1"/>
    <dgm:cxn modelId="{C6BC2266-7F19-4BC6-97C4-1AB459EEFCA7}" type="presParOf" srcId="{CA9302BB-7C05-470D-89A4-582741ADBBA0}" destId="{CF09EE53-1413-46C2-ADA2-9A14EED231C4}" srcOrd="1" destOrd="0" presId="urn:microsoft.com/office/officeart/2005/8/layout/hierarchy1"/>
    <dgm:cxn modelId="{FAF84659-18A5-404A-B45D-4DCF3201FD39}" type="presParOf" srcId="{CF09EE53-1413-46C2-ADA2-9A14EED231C4}" destId="{C5BC64E9-7896-4C8F-99CB-F797682F6EC4}" srcOrd="0" destOrd="0" presId="urn:microsoft.com/office/officeart/2005/8/layout/hierarchy1"/>
    <dgm:cxn modelId="{31D7761D-CC25-47FB-8E2F-0CFE2863E0AB}" type="presParOf" srcId="{C5BC64E9-7896-4C8F-99CB-F797682F6EC4}" destId="{E9B3408C-50B8-4856-A4C3-CF930E3AC9F0}" srcOrd="0" destOrd="0" presId="urn:microsoft.com/office/officeart/2005/8/layout/hierarchy1"/>
    <dgm:cxn modelId="{596CD238-3858-4037-8FCF-60E1843C850B}" type="presParOf" srcId="{C5BC64E9-7896-4C8F-99CB-F797682F6EC4}" destId="{E304D56B-239A-4D0C-A7D2-813502A91E7F}" srcOrd="1" destOrd="0" presId="urn:microsoft.com/office/officeart/2005/8/layout/hierarchy1"/>
    <dgm:cxn modelId="{7A5D65B6-01C2-42B4-8F96-A550F0878B4C}" type="presParOf" srcId="{CF09EE53-1413-46C2-ADA2-9A14EED231C4}" destId="{B3F67780-1390-42BA-974B-89B15A64F22E}" srcOrd="1" destOrd="0" presId="urn:microsoft.com/office/officeart/2005/8/layout/hierarchy1"/>
    <dgm:cxn modelId="{C1DA2FD5-9647-404F-AADB-FE744E327928}" type="presParOf" srcId="{52AA0C46-8C79-49A1-ABAA-5C3DAF34B49E}" destId="{E8E3A2DF-7361-404C-A61F-02C3FC78834E}" srcOrd="2" destOrd="0" presId="urn:microsoft.com/office/officeart/2005/8/layout/hierarchy1"/>
    <dgm:cxn modelId="{F415F0D7-5D8A-4FCD-A6DD-73DACF0D07B8}" type="presParOf" srcId="{52AA0C46-8C79-49A1-ABAA-5C3DAF34B49E}" destId="{D8957EF7-3CB9-49E5-BD5D-ED4DEFB7F48D}" srcOrd="3" destOrd="0" presId="urn:microsoft.com/office/officeart/2005/8/layout/hierarchy1"/>
    <dgm:cxn modelId="{3B1ABC37-E758-4D88-9DF1-D965A7599B8E}" type="presParOf" srcId="{D8957EF7-3CB9-49E5-BD5D-ED4DEFB7F48D}" destId="{4DB13304-2B2F-4ADF-AC29-A572FE68047F}" srcOrd="0" destOrd="0" presId="urn:microsoft.com/office/officeart/2005/8/layout/hierarchy1"/>
    <dgm:cxn modelId="{C8778845-5419-431E-8DA7-5FE98761DC4E}" type="presParOf" srcId="{4DB13304-2B2F-4ADF-AC29-A572FE68047F}" destId="{C99AF00D-587A-4D2F-9DF3-F086B60B49B6}" srcOrd="0" destOrd="0" presId="urn:microsoft.com/office/officeart/2005/8/layout/hierarchy1"/>
    <dgm:cxn modelId="{FE40235F-F2E0-44C2-B52F-8F86A159AD6B}" type="presParOf" srcId="{4DB13304-2B2F-4ADF-AC29-A572FE68047F}" destId="{24C9B9A5-4725-4D4B-8B2A-6E0660D30F18}" srcOrd="1" destOrd="0" presId="urn:microsoft.com/office/officeart/2005/8/layout/hierarchy1"/>
    <dgm:cxn modelId="{95E0E9D3-94D5-4745-BEF5-4CBB5A302EBF}" type="presParOf" srcId="{D8957EF7-3CB9-49E5-BD5D-ED4DEFB7F48D}" destId="{ADFE5AE9-6515-4DCB-81BA-C2F2C20F5CEE}" srcOrd="1" destOrd="0" presId="urn:microsoft.com/office/officeart/2005/8/layout/hierarchy1"/>
    <dgm:cxn modelId="{700B1F71-46BE-433E-9723-804F44BE49D8}" type="presParOf" srcId="{ADFE5AE9-6515-4DCB-81BA-C2F2C20F5CEE}" destId="{0CDB784D-B2D7-4E33-AB5E-42DED4D3DF95}" srcOrd="0" destOrd="0" presId="urn:microsoft.com/office/officeart/2005/8/layout/hierarchy1"/>
    <dgm:cxn modelId="{1288B410-BB36-4747-B0FA-A809EBC16170}" type="presParOf" srcId="{ADFE5AE9-6515-4DCB-81BA-C2F2C20F5CEE}" destId="{1E24F256-6879-4031-8DEB-4A56A67D8B76}" srcOrd="1" destOrd="0" presId="urn:microsoft.com/office/officeart/2005/8/layout/hierarchy1"/>
    <dgm:cxn modelId="{52C48E2D-9A0F-4D2E-88ED-A506519929FC}" type="presParOf" srcId="{1E24F256-6879-4031-8DEB-4A56A67D8B76}" destId="{946AF80A-242A-4866-A0A3-F4EE4FEAD3E3}" srcOrd="0" destOrd="0" presId="urn:microsoft.com/office/officeart/2005/8/layout/hierarchy1"/>
    <dgm:cxn modelId="{66339D02-17B3-4C33-A3E1-89B9879AD203}" type="presParOf" srcId="{946AF80A-242A-4866-A0A3-F4EE4FEAD3E3}" destId="{A8ABF9B4-AFFB-4B89-A425-BBEDF4894B77}" srcOrd="0" destOrd="0" presId="urn:microsoft.com/office/officeart/2005/8/layout/hierarchy1"/>
    <dgm:cxn modelId="{32DEACAF-4926-4BF8-8F6A-64648C92E7CF}" type="presParOf" srcId="{946AF80A-242A-4866-A0A3-F4EE4FEAD3E3}" destId="{446059D9-CC56-492D-BFE3-1297E163E248}" srcOrd="1" destOrd="0" presId="urn:microsoft.com/office/officeart/2005/8/layout/hierarchy1"/>
    <dgm:cxn modelId="{C51C7558-3EA1-4F75-B13A-395E81B506C5}" type="presParOf" srcId="{1E24F256-6879-4031-8DEB-4A56A67D8B76}" destId="{A4C84C6C-C7E0-4692-AFDA-6E72D6001B0B}" srcOrd="1" destOrd="0" presId="urn:microsoft.com/office/officeart/2005/8/layout/hierarchy1"/>
    <dgm:cxn modelId="{8A389258-C835-4737-8BF0-DD978A6C16E4}" type="presParOf" srcId="{A4C84C6C-C7E0-4692-AFDA-6E72D6001B0B}" destId="{97C435D1-BB08-4A46-BEE0-F112D1C689B4}" srcOrd="0" destOrd="0" presId="urn:microsoft.com/office/officeart/2005/8/layout/hierarchy1"/>
    <dgm:cxn modelId="{DCF3A14A-8964-4BAB-B05E-D822AD4B410A}" type="presParOf" srcId="{A4C84C6C-C7E0-4692-AFDA-6E72D6001B0B}" destId="{C11E8BBD-4861-46F7-BC6A-5AEB8CE643D6}" srcOrd="1" destOrd="0" presId="urn:microsoft.com/office/officeart/2005/8/layout/hierarchy1"/>
    <dgm:cxn modelId="{3DC1CBB2-1C02-49E8-97D5-D6219E701A3D}" type="presParOf" srcId="{C11E8BBD-4861-46F7-BC6A-5AEB8CE643D6}" destId="{DFC26B8E-9B07-42A2-93C9-1BF0B5621432}" srcOrd="0" destOrd="0" presId="urn:microsoft.com/office/officeart/2005/8/layout/hierarchy1"/>
    <dgm:cxn modelId="{EFF4DA78-5673-4F88-A9BE-1920D60E912E}" type="presParOf" srcId="{DFC26B8E-9B07-42A2-93C9-1BF0B5621432}" destId="{8DAE1D9F-ABE0-4BE8-A7DC-F41ADEE0AB61}" srcOrd="0" destOrd="0" presId="urn:microsoft.com/office/officeart/2005/8/layout/hierarchy1"/>
    <dgm:cxn modelId="{C79DC2FD-8F5F-4580-AC1F-9FDCAD9C01A3}" type="presParOf" srcId="{DFC26B8E-9B07-42A2-93C9-1BF0B5621432}" destId="{09058E97-2D6D-4460-A61E-5F994535679C}" srcOrd="1" destOrd="0" presId="urn:microsoft.com/office/officeart/2005/8/layout/hierarchy1"/>
    <dgm:cxn modelId="{07EE4654-3BBA-4925-90A9-61F8E0AD6C36}" type="presParOf" srcId="{C11E8BBD-4861-46F7-BC6A-5AEB8CE643D6}" destId="{8D1218E8-395E-42C9-B1C0-6C0787840B64}" srcOrd="1" destOrd="0" presId="urn:microsoft.com/office/officeart/2005/8/layout/hierarchy1"/>
    <dgm:cxn modelId="{9E0E0E97-FA1A-44E0-9A21-72DAEFB46EB1}" type="presParOf" srcId="{8D1218E8-395E-42C9-B1C0-6C0787840B64}" destId="{17B001EF-43E7-4A81-AACC-C07B339B7E2E}" srcOrd="0" destOrd="0" presId="urn:microsoft.com/office/officeart/2005/8/layout/hierarchy1"/>
    <dgm:cxn modelId="{1C10C201-02E3-4A76-A3CF-021AF02F2F96}" type="presParOf" srcId="{8D1218E8-395E-42C9-B1C0-6C0787840B64}" destId="{8249328F-A1E9-4F84-A095-183301BECBCC}" srcOrd="1" destOrd="0" presId="urn:microsoft.com/office/officeart/2005/8/layout/hierarchy1"/>
    <dgm:cxn modelId="{D30C88F6-EBA6-4EC4-A640-EDDA8AEC74EA}" type="presParOf" srcId="{8249328F-A1E9-4F84-A095-183301BECBCC}" destId="{9AFF083F-06E8-4278-A82D-959C56A150EE}" srcOrd="0" destOrd="0" presId="urn:microsoft.com/office/officeart/2005/8/layout/hierarchy1"/>
    <dgm:cxn modelId="{A7270722-874E-4524-A829-3C2E1C6F85D7}" type="presParOf" srcId="{9AFF083F-06E8-4278-A82D-959C56A150EE}" destId="{648F769D-2066-4046-9CF2-1858CA164EA5}" srcOrd="0" destOrd="0" presId="urn:microsoft.com/office/officeart/2005/8/layout/hierarchy1"/>
    <dgm:cxn modelId="{F0D1CDAD-28D6-4DE4-BF39-3DE084FEF911}" type="presParOf" srcId="{9AFF083F-06E8-4278-A82D-959C56A150EE}" destId="{4E021796-B6ED-4381-AC19-E9574AAC2B64}" srcOrd="1" destOrd="0" presId="urn:microsoft.com/office/officeart/2005/8/layout/hierarchy1"/>
    <dgm:cxn modelId="{B826F691-6566-4898-B306-4CCC547804D6}" type="presParOf" srcId="{8249328F-A1E9-4F84-A095-183301BECBCC}" destId="{A144A888-5C9A-424F-8FCC-B97F58ADB18C}" srcOrd="1" destOrd="0" presId="urn:microsoft.com/office/officeart/2005/8/layout/hierarchy1"/>
    <dgm:cxn modelId="{0C4C48B4-506E-442E-8244-128F64FEED7A}" type="presParOf" srcId="{A4C84C6C-C7E0-4692-AFDA-6E72D6001B0B}" destId="{DC1818A1-8AB6-473A-A5A4-EA999F57E701}" srcOrd="2" destOrd="0" presId="urn:microsoft.com/office/officeart/2005/8/layout/hierarchy1"/>
    <dgm:cxn modelId="{E781E07C-E632-4DFF-8E72-8699821B29E2}" type="presParOf" srcId="{A4C84C6C-C7E0-4692-AFDA-6E72D6001B0B}" destId="{984723F0-2234-4E84-98C5-60DFCA74ABB2}" srcOrd="3" destOrd="0" presId="urn:microsoft.com/office/officeart/2005/8/layout/hierarchy1"/>
    <dgm:cxn modelId="{02F1A06F-6C5F-4C9D-8EFD-8CD0A56D8C60}" type="presParOf" srcId="{984723F0-2234-4E84-98C5-60DFCA74ABB2}" destId="{0317DB76-02A7-4C59-8B80-E0759B3F4380}" srcOrd="0" destOrd="0" presId="urn:microsoft.com/office/officeart/2005/8/layout/hierarchy1"/>
    <dgm:cxn modelId="{B86EA480-274E-4CF9-BC62-123B0A1EFF1F}" type="presParOf" srcId="{0317DB76-02A7-4C59-8B80-E0759B3F4380}" destId="{E541C4D3-3AF5-40A0-80FD-347ECB125216}" srcOrd="0" destOrd="0" presId="urn:microsoft.com/office/officeart/2005/8/layout/hierarchy1"/>
    <dgm:cxn modelId="{0A2DC273-8F82-4F5F-B46D-E1ACCC503062}" type="presParOf" srcId="{0317DB76-02A7-4C59-8B80-E0759B3F4380}" destId="{2FB6FAE6-9D9F-492E-ABEC-12E6F3F155BE}" srcOrd="1" destOrd="0" presId="urn:microsoft.com/office/officeart/2005/8/layout/hierarchy1"/>
    <dgm:cxn modelId="{A09E9125-2371-47CE-B09C-F92682F336B3}" type="presParOf" srcId="{984723F0-2234-4E84-98C5-60DFCA74ABB2}" destId="{666EFC0D-B25C-4A05-91EF-2ECB498A2309}" srcOrd="1" destOrd="0" presId="urn:microsoft.com/office/officeart/2005/8/layout/hierarchy1"/>
    <dgm:cxn modelId="{7CDFA2E2-1167-4DF3-A866-8CDB882AEE14}" type="presParOf" srcId="{666EFC0D-B25C-4A05-91EF-2ECB498A2309}" destId="{D9AD552E-FC1D-434E-A335-98EF42B4C86D}" srcOrd="0" destOrd="0" presId="urn:microsoft.com/office/officeart/2005/8/layout/hierarchy1"/>
    <dgm:cxn modelId="{07C12412-34E4-4136-90D4-E8BE11D97BC2}" type="presParOf" srcId="{666EFC0D-B25C-4A05-91EF-2ECB498A2309}" destId="{279685FB-56E6-4C98-AC48-31C0C78958DD}" srcOrd="1" destOrd="0" presId="urn:microsoft.com/office/officeart/2005/8/layout/hierarchy1"/>
    <dgm:cxn modelId="{AB4D33C1-451D-4BB6-94E8-23BDC45E272D}" type="presParOf" srcId="{279685FB-56E6-4C98-AC48-31C0C78958DD}" destId="{2CA25493-C730-43FE-9697-FE71E1E44266}" srcOrd="0" destOrd="0" presId="urn:microsoft.com/office/officeart/2005/8/layout/hierarchy1"/>
    <dgm:cxn modelId="{FAA461DB-0E4D-4AAC-A828-5257C6C500E8}" type="presParOf" srcId="{2CA25493-C730-43FE-9697-FE71E1E44266}" destId="{E84A5936-E6A8-4F4B-9A83-7B870C875F16}" srcOrd="0" destOrd="0" presId="urn:microsoft.com/office/officeart/2005/8/layout/hierarchy1"/>
    <dgm:cxn modelId="{5C6E5DC6-699F-4A43-BEFD-492893D244EA}" type="presParOf" srcId="{2CA25493-C730-43FE-9697-FE71E1E44266}" destId="{6DB0DA46-1BAB-42C2-A7C4-33D5622E2D03}" srcOrd="1" destOrd="0" presId="urn:microsoft.com/office/officeart/2005/8/layout/hierarchy1"/>
    <dgm:cxn modelId="{28EA5F90-86EF-49A4-B1B1-71B4A4A1C334}" type="presParOf" srcId="{279685FB-56E6-4C98-AC48-31C0C78958DD}" destId="{93CA90D4-9549-488A-BEBC-29EB31045020}" srcOrd="1" destOrd="0" presId="urn:microsoft.com/office/officeart/2005/8/layout/hierarchy1"/>
    <dgm:cxn modelId="{B371F029-AF99-4A51-9174-B398DFD280EE}" type="presParOf" srcId="{666EFC0D-B25C-4A05-91EF-2ECB498A2309}" destId="{BAC56988-1386-491E-8938-C9685485574C}" srcOrd="2" destOrd="0" presId="urn:microsoft.com/office/officeart/2005/8/layout/hierarchy1"/>
    <dgm:cxn modelId="{55E12DC0-4AF0-47E0-8365-51AF7D1EB2FF}" type="presParOf" srcId="{666EFC0D-B25C-4A05-91EF-2ECB498A2309}" destId="{DB424721-C508-48F3-ACFA-206175FFF1E9}" srcOrd="3" destOrd="0" presId="urn:microsoft.com/office/officeart/2005/8/layout/hierarchy1"/>
    <dgm:cxn modelId="{9CD122F4-E6E5-4E64-BC15-21C7A0ECAD9E}" type="presParOf" srcId="{DB424721-C508-48F3-ACFA-206175FFF1E9}" destId="{1CA40EFA-22F5-4CD6-9821-9F985C05BADF}" srcOrd="0" destOrd="0" presId="urn:microsoft.com/office/officeart/2005/8/layout/hierarchy1"/>
    <dgm:cxn modelId="{246EC1FB-7EB6-4436-945F-4CD51F529283}" type="presParOf" srcId="{1CA40EFA-22F5-4CD6-9821-9F985C05BADF}" destId="{FB66B440-AA4E-46A3-BAC8-0F211619BC38}" srcOrd="0" destOrd="0" presId="urn:microsoft.com/office/officeart/2005/8/layout/hierarchy1"/>
    <dgm:cxn modelId="{707D939E-F173-427C-B08C-C668ABA827D4}" type="presParOf" srcId="{1CA40EFA-22F5-4CD6-9821-9F985C05BADF}" destId="{88FF6A0A-51CC-42C6-9F66-A7A8F3AC026E}" srcOrd="1" destOrd="0" presId="urn:microsoft.com/office/officeart/2005/8/layout/hierarchy1"/>
    <dgm:cxn modelId="{10866DEE-BD89-4B28-B506-4F744EFD69D8}" type="presParOf" srcId="{DB424721-C508-48F3-ACFA-206175FFF1E9}" destId="{4C8B7C56-19C9-488D-A0F7-54B065597211}" srcOrd="1" destOrd="0" presId="urn:microsoft.com/office/officeart/2005/8/layout/hierarchy1"/>
    <dgm:cxn modelId="{A0FC257F-27D6-4570-9C52-82D7F871DA5E}" type="presParOf" srcId="{A4C84C6C-C7E0-4692-AFDA-6E72D6001B0B}" destId="{D3F3B892-FA73-4D2F-A520-CBCD94FBA092}" srcOrd="4" destOrd="0" presId="urn:microsoft.com/office/officeart/2005/8/layout/hierarchy1"/>
    <dgm:cxn modelId="{D48C73F4-9586-4464-BAA1-2EEC99F29C6B}" type="presParOf" srcId="{A4C84C6C-C7E0-4692-AFDA-6E72D6001B0B}" destId="{58EBDCDC-330D-44A5-AAEB-22A2095080CA}" srcOrd="5" destOrd="0" presId="urn:microsoft.com/office/officeart/2005/8/layout/hierarchy1"/>
    <dgm:cxn modelId="{563D82D3-1401-4A95-973D-3E136F9FAD00}" type="presParOf" srcId="{58EBDCDC-330D-44A5-AAEB-22A2095080CA}" destId="{669EE684-F6E5-4412-8483-7663EFCE67EF}" srcOrd="0" destOrd="0" presId="urn:microsoft.com/office/officeart/2005/8/layout/hierarchy1"/>
    <dgm:cxn modelId="{E36B46AB-AF10-43E0-8B1A-8788CDE11FAC}" type="presParOf" srcId="{669EE684-F6E5-4412-8483-7663EFCE67EF}" destId="{89B39358-69F2-4193-9042-E43528B8883B}" srcOrd="0" destOrd="0" presId="urn:microsoft.com/office/officeart/2005/8/layout/hierarchy1"/>
    <dgm:cxn modelId="{98EE186E-4DE1-4DE6-9AF9-8BB0E56E2F16}" type="presParOf" srcId="{669EE684-F6E5-4412-8483-7663EFCE67EF}" destId="{0143F746-8F68-4CD2-B250-8EDF9E90B3D6}" srcOrd="1" destOrd="0" presId="urn:microsoft.com/office/officeart/2005/8/layout/hierarchy1"/>
    <dgm:cxn modelId="{842918AD-AC1F-480B-97E0-F92790A39586}" type="presParOf" srcId="{58EBDCDC-330D-44A5-AAEB-22A2095080CA}" destId="{CFEA40F2-6C27-4BAA-9E02-5330A4A781EF}" srcOrd="1" destOrd="0" presId="urn:microsoft.com/office/officeart/2005/8/layout/hierarchy1"/>
    <dgm:cxn modelId="{517B2307-5853-4B82-81D4-E9EA2DB436A4}" type="presParOf" srcId="{CFEA40F2-6C27-4BAA-9E02-5330A4A781EF}" destId="{B42B82DD-8903-4ADC-BBF8-C33C7DA119BD}" srcOrd="0" destOrd="0" presId="urn:microsoft.com/office/officeart/2005/8/layout/hierarchy1"/>
    <dgm:cxn modelId="{310521DC-2E6C-4B0B-A3C6-19189566C7A7}" type="presParOf" srcId="{CFEA40F2-6C27-4BAA-9E02-5330A4A781EF}" destId="{3835AB44-BD41-45CC-A967-12E1A159A330}" srcOrd="1" destOrd="0" presId="urn:microsoft.com/office/officeart/2005/8/layout/hierarchy1"/>
    <dgm:cxn modelId="{5EB46E60-4402-421C-8C8F-7231DB1FD59A}" type="presParOf" srcId="{3835AB44-BD41-45CC-A967-12E1A159A330}" destId="{DD78A782-FD25-4B35-AEC4-EC306701D056}" srcOrd="0" destOrd="0" presId="urn:microsoft.com/office/officeart/2005/8/layout/hierarchy1"/>
    <dgm:cxn modelId="{CF105281-47CC-4721-B4DB-39A4B89C61A7}" type="presParOf" srcId="{DD78A782-FD25-4B35-AEC4-EC306701D056}" destId="{0A81C4EB-7780-4229-9EB4-19924D58645C}" srcOrd="0" destOrd="0" presId="urn:microsoft.com/office/officeart/2005/8/layout/hierarchy1"/>
    <dgm:cxn modelId="{5C6BD5CD-B3A3-4D4C-8520-CD60E1C9D437}" type="presParOf" srcId="{DD78A782-FD25-4B35-AEC4-EC306701D056}" destId="{E42356FF-58C7-440A-B959-C30985DFBEE3}" srcOrd="1" destOrd="0" presId="urn:microsoft.com/office/officeart/2005/8/layout/hierarchy1"/>
    <dgm:cxn modelId="{14105587-7DDB-4296-80E9-C1A1A7CD6E82}" type="presParOf" srcId="{3835AB44-BD41-45CC-A967-12E1A159A330}" destId="{7715AAAA-BAAF-419F-A2A8-9B22B847B133}" srcOrd="1" destOrd="0" presId="urn:microsoft.com/office/officeart/2005/8/layout/hierarchy1"/>
    <dgm:cxn modelId="{0DDE56B1-5FB1-452D-8EA2-B4738C26B79A}" type="presParOf" srcId="{ADFE5AE9-6515-4DCB-81BA-C2F2C20F5CEE}" destId="{BD27327A-06BF-435F-8CB3-6A761FDEB7BB}" srcOrd="2" destOrd="0" presId="urn:microsoft.com/office/officeart/2005/8/layout/hierarchy1"/>
    <dgm:cxn modelId="{1B0F341C-3F76-4314-89B0-151159E1FF41}" type="presParOf" srcId="{ADFE5AE9-6515-4DCB-81BA-C2F2C20F5CEE}" destId="{E60FEF18-BCBB-43CD-A5A6-0DD55DB78C3F}" srcOrd="3" destOrd="0" presId="urn:microsoft.com/office/officeart/2005/8/layout/hierarchy1"/>
    <dgm:cxn modelId="{9629CC95-4489-4C1B-9D7B-AF84713CF173}" type="presParOf" srcId="{E60FEF18-BCBB-43CD-A5A6-0DD55DB78C3F}" destId="{5EF20D70-0105-455B-8986-D1BF133A1224}" srcOrd="0" destOrd="0" presId="urn:microsoft.com/office/officeart/2005/8/layout/hierarchy1"/>
    <dgm:cxn modelId="{B6C0FF6B-65E0-47D5-943A-236A8467AFB2}" type="presParOf" srcId="{5EF20D70-0105-455B-8986-D1BF133A1224}" destId="{47C1611A-EDE7-4C57-BCEA-3C5CC43D2E79}" srcOrd="0" destOrd="0" presId="urn:microsoft.com/office/officeart/2005/8/layout/hierarchy1"/>
    <dgm:cxn modelId="{49D577C4-1533-4F01-B3E2-CC902A5E74FE}" type="presParOf" srcId="{5EF20D70-0105-455B-8986-D1BF133A1224}" destId="{45CB2D9B-2243-4B5A-AEA2-98DDC4085B53}" srcOrd="1" destOrd="0" presId="urn:microsoft.com/office/officeart/2005/8/layout/hierarchy1"/>
    <dgm:cxn modelId="{890C0369-923C-4F52-A2A5-09365D7C8142}" type="presParOf" srcId="{E60FEF18-BCBB-43CD-A5A6-0DD55DB78C3F}" destId="{DC6D1A84-77D5-43D3-B281-C7C32047BC23}" srcOrd="1" destOrd="0" presId="urn:microsoft.com/office/officeart/2005/8/layout/hierarchy1"/>
    <dgm:cxn modelId="{16C5EB26-E4A9-4844-83B1-5D5607CFDA0C}" type="presParOf" srcId="{DC6D1A84-77D5-43D3-B281-C7C32047BC23}" destId="{E525DCC1-3BC7-47D1-AC65-301B5222563F}" srcOrd="0" destOrd="0" presId="urn:microsoft.com/office/officeart/2005/8/layout/hierarchy1"/>
    <dgm:cxn modelId="{3BC1C122-0B42-4F77-AE31-BE3A29E340A0}" type="presParOf" srcId="{DC6D1A84-77D5-43D3-B281-C7C32047BC23}" destId="{BC435716-F7E3-4985-81DC-41E888057E59}" srcOrd="1" destOrd="0" presId="urn:microsoft.com/office/officeart/2005/8/layout/hierarchy1"/>
    <dgm:cxn modelId="{430CA613-811C-47EB-BC65-838E2AD5D23D}" type="presParOf" srcId="{BC435716-F7E3-4985-81DC-41E888057E59}" destId="{2FC41D7C-C8B8-4AFC-BC78-802B614C9F74}" srcOrd="0" destOrd="0" presId="urn:microsoft.com/office/officeart/2005/8/layout/hierarchy1"/>
    <dgm:cxn modelId="{D0A3C688-3B7B-4F13-A926-E53EC1B32ECD}" type="presParOf" srcId="{2FC41D7C-C8B8-4AFC-BC78-802B614C9F74}" destId="{8C1FFC2C-1870-4ACF-B3DD-F6BD7876679C}" srcOrd="0" destOrd="0" presId="urn:microsoft.com/office/officeart/2005/8/layout/hierarchy1"/>
    <dgm:cxn modelId="{2CCCD3C7-EC37-4359-892D-947AB06A43FE}" type="presParOf" srcId="{2FC41D7C-C8B8-4AFC-BC78-802B614C9F74}" destId="{3440022A-236A-4742-BC0C-6B63B7BC556B}" srcOrd="1" destOrd="0" presId="urn:microsoft.com/office/officeart/2005/8/layout/hierarchy1"/>
    <dgm:cxn modelId="{EFC45375-E29D-4B70-B2F8-2A65C3924772}" type="presParOf" srcId="{BC435716-F7E3-4985-81DC-41E888057E59}" destId="{3C19709A-4105-4C9A-BAFB-155F11B29109}" srcOrd="1" destOrd="0" presId="urn:microsoft.com/office/officeart/2005/8/layout/hierarchy1"/>
    <dgm:cxn modelId="{7ACFAB4A-3315-4A75-A7BE-02221B39C766}" type="presParOf" srcId="{52AA0C46-8C79-49A1-ABAA-5C3DAF34B49E}" destId="{9E87AAC7-8FA1-409C-B59B-DAC474A3D7F6}" srcOrd="4" destOrd="0" presId="urn:microsoft.com/office/officeart/2005/8/layout/hierarchy1"/>
    <dgm:cxn modelId="{A0261FB0-6CAC-4B59-B9FB-AB4B9AFEF1CB}" type="presParOf" srcId="{52AA0C46-8C79-49A1-ABAA-5C3DAF34B49E}" destId="{FEF2345E-B4B3-4E99-9388-336871168A0D}" srcOrd="5" destOrd="0" presId="urn:microsoft.com/office/officeart/2005/8/layout/hierarchy1"/>
    <dgm:cxn modelId="{EA822C80-2A31-4332-9360-C10F5F44886D}" type="presParOf" srcId="{FEF2345E-B4B3-4E99-9388-336871168A0D}" destId="{4A4057BD-2F30-4775-8ABE-72BEA8D32653}" srcOrd="0" destOrd="0" presId="urn:microsoft.com/office/officeart/2005/8/layout/hierarchy1"/>
    <dgm:cxn modelId="{D14FB828-0512-4AA1-9D15-022F916BD23B}" type="presParOf" srcId="{4A4057BD-2F30-4775-8ABE-72BEA8D32653}" destId="{5EFDDE5A-6F9D-46CC-B23E-F60ECB0E7FB3}" srcOrd="0" destOrd="0" presId="urn:microsoft.com/office/officeart/2005/8/layout/hierarchy1"/>
    <dgm:cxn modelId="{A574D78F-E423-4CD6-A676-C2F693EE3B37}" type="presParOf" srcId="{4A4057BD-2F30-4775-8ABE-72BEA8D32653}" destId="{E4CBA675-5A23-4057-8F16-C25872D649DA}" srcOrd="1" destOrd="0" presId="urn:microsoft.com/office/officeart/2005/8/layout/hierarchy1"/>
    <dgm:cxn modelId="{6E65954F-F3BA-47FC-A9F1-5445C4D3A618}" type="presParOf" srcId="{FEF2345E-B4B3-4E99-9388-336871168A0D}" destId="{4EEB33F1-6AAA-4CCB-B7CE-F79BC615F05F}" srcOrd="1" destOrd="0" presId="urn:microsoft.com/office/officeart/2005/8/layout/hierarchy1"/>
    <dgm:cxn modelId="{02F970C4-53CD-423A-B282-9733442CAF18}" type="presParOf" srcId="{4EEB33F1-6AAA-4CCB-B7CE-F79BC615F05F}" destId="{82E2CC74-6ABE-4BD3-943F-73DE1FEB3111}" srcOrd="0" destOrd="0" presId="urn:microsoft.com/office/officeart/2005/8/layout/hierarchy1"/>
    <dgm:cxn modelId="{C4DCACCC-24C6-4868-97D4-682EFFDB9001}" type="presParOf" srcId="{4EEB33F1-6AAA-4CCB-B7CE-F79BC615F05F}" destId="{867A494C-826F-4A64-A889-A21EE7C547D3}" srcOrd="1" destOrd="0" presId="urn:microsoft.com/office/officeart/2005/8/layout/hierarchy1"/>
    <dgm:cxn modelId="{234E7909-E014-498D-A502-60DE8E74D666}" type="presParOf" srcId="{867A494C-826F-4A64-A889-A21EE7C547D3}" destId="{870E5C4A-3039-47B9-B03E-0BEEC5B70F6E}" srcOrd="0" destOrd="0" presId="urn:microsoft.com/office/officeart/2005/8/layout/hierarchy1"/>
    <dgm:cxn modelId="{2C971992-AB2F-4C8D-9FB3-4599F72891DE}" type="presParOf" srcId="{870E5C4A-3039-47B9-B03E-0BEEC5B70F6E}" destId="{9A1D49D8-154A-4D1B-8DEF-0F840E31818F}" srcOrd="0" destOrd="0" presId="urn:microsoft.com/office/officeart/2005/8/layout/hierarchy1"/>
    <dgm:cxn modelId="{E22D2C75-61CD-4C85-921F-CFD26D132511}" type="presParOf" srcId="{870E5C4A-3039-47B9-B03E-0BEEC5B70F6E}" destId="{27B970F7-5AA8-4DC5-AB98-FA6D447E05B9}" srcOrd="1" destOrd="0" presId="urn:microsoft.com/office/officeart/2005/8/layout/hierarchy1"/>
    <dgm:cxn modelId="{81E06D8D-C35D-4F3A-B03F-A6A02F0C4D21}" type="presParOf" srcId="{867A494C-826F-4A64-A889-A21EE7C547D3}" destId="{AC626106-6C88-46F4-A99D-80B02ED12EC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BE605A-6D5A-481F-A89F-96253053BC8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s-PE"/>
        </a:p>
      </dgm:t>
    </dgm:pt>
    <dgm:pt modelId="{0AF064BC-4EDA-444F-988F-3ABD24DC688B}">
      <dgm:prSet phldrT="[Texto]" custT="1"/>
      <dgm:spPr>
        <a:solidFill>
          <a:schemeClr val="accent1">
            <a:alpha val="90000"/>
          </a:schemeClr>
        </a:solidFill>
      </dgm:spPr>
      <dgm:t>
        <a:bodyPr/>
        <a:lstStyle/>
        <a:p>
          <a:r>
            <a:rPr lang="es-ES" sz="1400" dirty="0"/>
            <a:t>Manufactura Aditiva</a:t>
          </a:r>
          <a:endParaRPr lang="es-PE" sz="1400" dirty="0"/>
        </a:p>
      </dgm:t>
    </dgm:pt>
    <dgm:pt modelId="{39ED2AA1-05AE-48C4-9F67-020291445D66}" type="parTrans" cxnId="{9E75F5BA-A6C3-4024-B1E6-C508EA71B9BF}">
      <dgm:prSet/>
      <dgm:spPr/>
      <dgm:t>
        <a:bodyPr/>
        <a:lstStyle/>
        <a:p>
          <a:endParaRPr lang="es-PE"/>
        </a:p>
      </dgm:t>
    </dgm:pt>
    <dgm:pt modelId="{95517898-53B1-4846-A3FE-D85634DE074E}" type="sibTrans" cxnId="{9E75F5BA-A6C3-4024-B1E6-C508EA71B9BF}">
      <dgm:prSet/>
      <dgm:spPr/>
      <dgm:t>
        <a:bodyPr/>
        <a:lstStyle/>
        <a:p>
          <a:endParaRPr lang="es-PE"/>
        </a:p>
      </dgm:t>
    </dgm:pt>
    <dgm:pt modelId="{41C92E46-08EE-4CE1-B0AF-A6E59FEC40B6}">
      <dgm:prSet phldrT="[Texto]" custT="1"/>
      <dgm:spPr/>
      <dgm:t>
        <a:bodyPr/>
        <a:lstStyle/>
        <a:p>
          <a:r>
            <a:rPr lang="es-ES" sz="1400" dirty="0"/>
            <a:t>Líquido</a:t>
          </a:r>
          <a:endParaRPr lang="es-PE" sz="1400" dirty="0"/>
        </a:p>
      </dgm:t>
    </dgm:pt>
    <dgm:pt modelId="{286327CA-ACE8-4653-9998-D88FA69E35F5}" type="parTrans" cxnId="{E42F6B24-4A58-44BC-B8C2-3E53E30040E4}">
      <dgm:prSet/>
      <dgm:spPr/>
      <dgm:t>
        <a:bodyPr/>
        <a:lstStyle/>
        <a:p>
          <a:endParaRPr lang="es-PE"/>
        </a:p>
      </dgm:t>
    </dgm:pt>
    <dgm:pt modelId="{70B076B7-3E89-4805-A144-E68838E10A2E}" type="sibTrans" cxnId="{E42F6B24-4A58-44BC-B8C2-3E53E30040E4}">
      <dgm:prSet/>
      <dgm:spPr/>
      <dgm:t>
        <a:bodyPr/>
        <a:lstStyle/>
        <a:p>
          <a:endParaRPr lang="es-PE"/>
        </a:p>
      </dgm:t>
    </dgm:pt>
    <dgm:pt modelId="{C7F9B29B-48B0-4B3C-ACCA-998A7002C2B6}">
      <dgm:prSet phldrT="[Texto]" custT="1"/>
      <dgm:spPr/>
      <dgm:t>
        <a:bodyPr/>
        <a:lstStyle/>
        <a:p>
          <a:r>
            <a:rPr lang="es-ES" sz="1400" dirty="0"/>
            <a:t>Fotopolímeros</a:t>
          </a:r>
          <a:endParaRPr lang="es-PE" sz="1400" dirty="0"/>
        </a:p>
      </dgm:t>
    </dgm:pt>
    <dgm:pt modelId="{17DB124A-9C1A-4AB0-9B6D-52C56C9BAF61}" type="parTrans" cxnId="{759F1201-9E9F-4349-89DB-E512E44CBE0D}">
      <dgm:prSet/>
      <dgm:spPr/>
      <dgm:t>
        <a:bodyPr/>
        <a:lstStyle/>
        <a:p>
          <a:endParaRPr lang="es-PE"/>
        </a:p>
      </dgm:t>
    </dgm:pt>
    <dgm:pt modelId="{6566DB26-19C9-4E70-92C0-FD3EE1CBFE17}" type="sibTrans" cxnId="{759F1201-9E9F-4349-89DB-E512E44CBE0D}">
      <dgm:prSet/>
      <dgm:spPr/>
      <dgm:t>
        <a:bodyPr/>
        <a:lstStyle/>
        <a:p>
          <a:endParaRPr lang="es-PE"/>
        </a:p>
      </dgm:t>
    </dgm:pt>
    <dgm:pt modelId="{773620B6-72BD-4AA7-AD3E-C840BE0AB8D5}">
      <dgm:prSet phldrT="[Texto]" custT="1"/>
      <dgm:spPr/>
      <dgm:t>
        <a:bodyPr/>
        <a:lstStyle/>
        <a:p>
          <a:r>
            <a:rPr lang="es-ES" sz="1400" dirty="0"/>
            <a:t>Materiales fundidos</a:t>
          </a:r>
          <a:endParaRPr lang="es-PE" sz="1400" dirty="0"/>
        </a:p>
      </dgm:t>
    </dgm:pt>
    <dgm:pt modelId="{DF9BBC3C-0CDC-47A3-8442-253F6FB492D9}" type="parTrans" cxnId="{BA88FDA5-011F-4002-B4A4-151DF55876E7}">
      <dgm:prSet/>
      <dgm:spPr/>
      <dgm:t>
        <a:bodyPr/>
        <a:lstStyle/>
        <a:p>
          <a:endParaRPr lang="es-PE"/>
        </a:p>
      </dgm:t>
    </dgm:pt>
    <dgm:pt modelId="{175EAD08-F79E-4105-A06D-E5ABC96BE0E9}" type="sibTrans" cxnId="{BA88FDA5-011F-4002-B4A4-151DF55876E7}">
      <dgm:prSet/>
      <dgm:spPr/>
      <dgm:t>
        <a:bodyPr/>
        <a:lstStyle/>
        <a:p>
          <a:endParaRPr lang="es-PE"/>
        </a:p>
      </dgm:t>
    </dgm:pt>
    <dgm:pt modelId="{E79CF8BC-1C1A-4A8F-B396-55A629151831}">
      <dgm:prSet phldrT="[Texto]" custT="1"/>
      <dgm:spPr/>
      <dgm:t>
        <a:bodyPr/>
        <a:lstStyle/>
        <a:p>
          <a:r>
            <a:rPr lang="es-ES" sz="1400" dirty="0"/>
            <a:t>Láminas</a:t>
          </a:r>
          <a:endParaRPr lang="es-PE" sz="1400" dirty="0"/>
        </a:p>
      </dgm:t>
    </dgm:pt>
    <dgm:pt modelId="{75BD56C0-FF3C-48A9-BEB3-10EBF2FC0C71}" type="parTrans" cxnId="{2FC09E09-8682-4480-980F-95F6E492E1E9}">
      <dgm:prSet/>
      <dgm:spPr/>
      <dgm:t>
        <a:bodyPr/>
        <a:lstStyle/>
        <a:p>
          <a:endParaRPr lang="es-PE"/>
        </a:p>
      </dgm:t>
    </dgm:pt>
    <dgm:pt modelId="{1C86DAB6-B300-44C7-A218-90441DA0E67B}" type="sibTrans" cxnId="{2FC09E09-8682-4480-980F-95F6E492E1E9}">
      <dgm:prSet/>
      <dgm:spPr/>
      <dgm:t>
        <a:bodyPr/>
        <a:lstStyle/>
        <a:p>
          <a:endParaRPr lang="es-PE"/>
        </a:p>
      </dgm:t>
    </dgm:pt>
    <dgm:pt modelId="{C9ACDB2E-5201-482E-BCF7-D69DA68C9F89}">
      <dgm:prSet phldrT="[Texto]" custT="1"/>
      <dgm:spPr/>
      <dgm:t>
        <a:bodyPr/>
        <a:lstStyle/>
        <a:p>
          <a:r>
            <a:rPr lang="es-ES" sz="1200" dirty="0" err="1"/>
            <a:t>Laminated</a:t>
          </a:r>
          <a:r>
            <a:rPr lang="es-ES" sz="1200" dirty="0"/>
            <a:t> </a:t>
          </a:r>
          <a:r>
            <a:rPr lang="es-ES" sz="1200" dirty="0" err="1"/>
            <a:t>Object</a:t>
          </a:r>
          <a:r>
            <a:rPr lang="es-ES" sz="1200" dirty="0"/>
            <a:t> </a:t>
          </a:r>
          <a:r>
            <a:rPr lang="es-ES" sz="1200" dirty="0" err="1"/>
            <a:t>Manufacturing</a:t>
          </a:r>
          <a:endParaRPr lang="es-ES" sz="1200" dirty="0"/>
        </a:p>
        <a:p>
          <a:r>
            <a:rPr lang="es-ES" sz="1200" dirty="0"/>
            <a:t>(LOM)</a:t>
          </a:r>
          <a:endParaRPr lang="es-PE" sz="1200" dirty="0"/>
        </a:p>
      </dgm:t>
    </dgm:pt>
    <dgm:pt modelId="{DE1AD62E-E082-436D-9A97-63321B4A7612}" type="parTrans" cxnId="{0D1136F5-BCE9-4ED3-982C-5575778C6422}">
      <dgm:prSet/>
      <dgm:spPr/>
      <dgm:t>
        <a:bodyPr/>
        <a:lstStyle/>
        <a:p>
          <a:endParaRPr lang="es-PE"/>
        </a:p>
      </dgm:t>
    </dgm:pt>
    <dgm:pt modelId="{AA815CD0-3328-4CFD-B71E-3DE13ADC19CF}" type="sibTrans" cxnId="{0D1136F5-BCE9-4ED3-982C-5575778C6422}">
      <dgm:prSet/>
      <dgm:spPr/>
      <dgm:t>
        <a:bodyPr/>
        <a:lstStyle/>
        <a:p>
          <a:endParaRPr lang="es-PE"/>
        </a:p>
      </dgm:t>
    </dgm:pt>
    <dgm:pt modelId="{D3164122-362F-4780-87EA-5452179970C9}">
      <dgm:prSet custT="1"/>
      <dgm:spPr/>
      <dgm:t>
        <a:bodyPr/>
        <a:lstStyle/>
        <a:p>
          <a:r>
            <a:rPr lang="es-ES" sz="1400" dirty="0"/>
            <a:t>Polvos</a:t>
          </a:r>
          <a:endParaRPr lang="es-PE" sz="1400" dirty="0"/>
        </a:p>
      </dgm:t>
    </dgm:pt>
    <dgm:pt modelId="{2D2E37F3-7FF9-4529-BB9C-5F572877A8AB}" type="parTrans" cxnId="{CEEFA4CE-42C1-480B-9119-59D254F0314C}">
      <dgm:prSet/>
      <dgm:spPr/>
      <dgm:t>
        <a:bodyPr/>
        <a:lstStyle/>
        <a:p>
          <a:endParaRPr lang="es-PE"/>
        </a:p>
      </dgm:t>
    </dgm:pt>
    <dgm:pt modelId="{B3C0564D-CA70-4A91-ACA6-7FEF05F19782}" type="sibTrans" cxnId="{CEEFA4CE-42C1-480B-9119-59D254F0314C}">
      <dgm:prSet/>
      <dgm:spPr/>
      <dgm:t>
        <a:bodyPr/>
        <a:lstStyle/>
        <a:p>
          <a:endParaRPr lang="es-PE"/>
        </a:p>
      </dgm:t>
    </dgm:pt>
    <dgm:pt modelId="{0A6511AE-F9DE-48E7-9EB3-8B12207F7B10}">
      <dgm:prSet custT="1"/>
      <dgm:spPr/>
      <dgm:t>
        <a:bodyPr/>
        <a:lstStyle/>
        <a:p>
          <a:r>
            <a:rPr lang="es-ES" sz="1400" dirty="0"/>
            <a:t>Deposición de laser coaxial</a:t>
          </a:r>
          <a:endParaRPr lang="es-PE" sz="1400" dirty="0"/>
        </a:p>
      </dgm:t>
    </dgm:pt>
    <dgm:pt modelId="{EDA735B4-803E-46FC-824B-ACE907A50C97}" type="parTrans" cxnId="{073CF303-8103-4797-BEB4-606AD9BEA295}">
      <dgm:prSet/>
      <dgm:spPr/>
      <dgm:t>
        <a:bodyPr/>
        <a:lstStyle/>
        <a:p>
          <a:endParaRPr lang="es-PE"/>
        </a:p>
      </dgm:t>
    </dgm:pt>
    <dgm:pt modelId="{5EE1AA29-1C27-4D95-8748-0B702C1312E2}" type="sibTrans" cxnId="{073CF303-8103-4797-BEB4-606AD9BEA295}">
      <dgm:prSet/>
      <dgm:spPr/>
      <dgm:t>
        <a:bodyPr/>
        <a:lstStyle/>
        <a:p>
          <a:endParaRPr lang="es-PE"/>
        </a:p>
      </dgm:t>
    </dgm:pt>
    <dgm:pt modelId="{DF406A71-B3C2-4AE6-8AB9-0D8055C5DF58}">
      <dgm:prSet custT="1"/>
      <dgm:spPr/>
      <dgm:t>
        <a:bodyPr/>
        <a:lstStyle/>
        <a:p>
          <a:r>
            <a:rPr lang="es-ES" sz="1400" dirty="0"/>
            <a:t>Fusión de lecho de polvo</a:t>
          </a:r>
          <a:endParaRPr lang="es-PE" sz="1400" dirty="0"/>
        </a:p>
      </dgm:t>
    </dgm:pt>
    <dgm:pt modelId="{AE66FE3E-D9EC-4BD9-968E-1FDAE6F3B630}" type="parTrans" cxnId="{73A00727-ADEC-475E-9709-504AA6425822}">
      <dgm:prSet/>
      <dgm:spPr/>
      <dgm:t>
        <a:bodyPr/>
        <a:lstStyle/>
        <a:p>
          <a:endParaRPr lang="es-PE"/>
        </a:p>
      </dgm:t>
    </dgm:pt>
    <dgm:pt modelId="{02FC9910-B082-4CDD-8A3D-079A791A92D6}" type="sibTrans" cxnId="{73A00727-ADEC-475E-9709-504AA6425822}">
      <dgm:prSet/>
      <dgm:spPr/>
      <dgm:t>
        <a:bodyPr/>
        <a:lstStyle/>
        <a:p>
          <a:endParaRPr lang="es-PE"/>
        </a:p>
      </dgm:t>
    </dgm:pt>
    <dgm:pt modelId="{7A90E594-363B-402B-A060-DC5DAA2D68D4}">
      <dgm:prSet custT="1"/>
      <dgm:spPr/>
      <dgm:t>
        <a:bodyPr/>
        <a:lstStyle/>
        <a:p>
          <a:r>
            <a:rPr lang="es-ES" sz="1200" dirty="0"/>
            <a:t>Cura mediante escaneo vectorial (láser)</a:t>
          </a:r>
          <a:endParaRPr lang="es-PE" sz="1200" dirty="0"/>
        </a:p>
      </dgm:t>
    </dgm:pt>
    <dgm:pt modelId="{9469052E-40C3-4755-9A73-167758021D10}" type="parTrans" cxnId="{10F4705C-6D94-4FB0-B4A1-CF0CB6B7E599}">
      <dgm:prSet/>
      <dgm:spPr/>
      <dgm:t>
        <a:bodyPr/>
        <a:lstStyle/>
        <a:p>
          <a:endParaRPr lang="es-PE"/>
        </a:p>
      </dgm:t>
    </dgm:pt>
    <dgm:pt modelId="{02C2E2F2-40B4-4430-9534-FE1C13152C7E}" type="sibTrans" cxnId="{10F4705C-6D94-4FB0-B4A1-CF0CB6B7E599}">
      <dgm:prSet/>
      <dgm:spPr/>
      <dgm:t>
        <a:bodyPr/>
        <a:lstStyle/>
        <a:p>
          <a:endParaRPr lang="es-PE"/>
        </a:p>
      </dgm:t>
    </dgm:pt>
    <dgm:pt modelId="{126DD4E3-A4E4-476A-B60E-A35A6BA727B2}">
      <dgm:prSet custT="1"/>
      <dgm:spPr/>
      <dgm:t>
        <a:bodyPr/>
        <a:lstStyle/>
        <a:p>
          <a:r>
            <a:rPr lang="es-ES" sz="1200" dirty="0"/>
            <a:t>Cura mediante escaneo de trama(proyector</a:t>
          </a:r>
          <a:r>
            <a:rPr lang="es-ES" sz="700" dirty="0"/>
            <a:t>)</a:t>
          </a:r>
          <a:endParaRPr lang="es-PE" sz="700" dirty="0"/>
        </a:p>
      </dgm:t>
    </dgm:pt>
    <dgm:pt modelId="{526D28C0-141A-4DC8-9BED-57A1F0807525}" type="parTrans" cxnId="{4AE81EC1-6C4D-4C56-B6C7-B6FA8A0E60C2}">
      <dgm:prSet/>
      <dgm:spPr/>
      <dgm:t>
        <a:bodyPr/>
        <a:lstStyle/>
        <a:p>
          <a:endParaRPr lang="es-PE"/>
        </a:p>
      </dgm:t>
    </dgm:pt>
    <dgm:pt modelId="{40FCC1B4-D9FE-4E33-A45C-BC9CD82DE789}" type="sibTrans" cxnId="{4AE81EC1-6C4D-4C56-B6C7-B6FA8A0E60C2}">
      <dgm:prSet/>
      <dgm:spPr/>
      <dgm:t>
        <a:bodyPr/>
        <a:lstStyle/>
        <a:p>
          <a:endParaRPr lang="es-PE"/>
        </a:p>
      </dgm:t>
    </dgm:pt>
    <dgm:pt modelId="{00C11182-5807-44AB-9985-431CAC2E5275}">
      <dgm:prSet custT="1"/>
      <dgm:spPr/>
      <dgm:t>
        <a:bodyPr/>
        <a:lstStyle/>
        <a:p>
          <a:r>
            <a:rPr lang="es-ES" sz="1200" dirty="0"/>
            <a:t>Curado con lámpara después de deposición selectiva</a:t>
          </a:r>
          <a:endParaRPr lang="es-PE" sz="1200" dirty="0"/>
        </a:p>
      </dgm:t>
    </dgm:pt>
    <dgm:pt modelId="{4D70C2E6-4F2B-40B4-98FC-0991C8A7645E}" type="parTrans" cxnId="{B184B353-9DCD-4C0D-B267-F31A57F47037}">
      <dgm:prSet/>
      <dgm:spPr/>
      <dgm:t>
        <a:bodyPr/>
        <a:lstStyle/>
        <a:p>
          <a:endParaRPr lang="es-PE"/>
        </a:p>
      </dgm:t>
    </dgm:pt>
    <dgm:pt modelId="{56F6BA3C-CE1E-46DD-B7C7-9B91B5B3A478}" type="sibTrans" cxnId="{B184B353-9DCD-4C0D-B267-F31A57F47037}">
      <dgm:prSet/>
      <dgm:spPr/>
      <dgm:t>
        <a:bodyPr/>
        <a:lstStyle/>
        <a:p>
          <a:endParaRPr lang="es-PE"/>
        </a:p>
      </dgm:t>
    </dgm:pt>
    <dgm:pt modelId="{9640E334-9480-4A84-BC70-D24BCF153D52}">
      <dgm:prSet custT="1"/>
      <dgm:spPr/>
      <dgm:t>
        <a:bodyPr/>
        <a:lstStyle/>
        <a:p>
          <a:r>
            <a:rPr lang="es-ES" sz="1200" dirty="0"/>
            <a:t>Estereolitografía</a:t>
          </a:r>
        </a:p>
        <a:p>
          <a:r>
            <a:rPr lang="es-ES" sz="1200" dirty="0"/>
            <a:t>(SLA)</a:t>
          </a:r>
          <a:endParaRPr lang="es-PE" sz="1200" dirty="0"/>
        </a:p>
      </dgm:t>
    </dgm:pt>
    <dgm:pt modelId="{3594922D-EAA2-49B3-BCEC-FA7D0F48F81E}" type="parTrans" cxnId="{F5D547F4-476A-4CAC-97CD-EF4157ED8D44}">
      <dgm:prSet/>
      <dgm:spPr/>
      <dgm:t>
        <a:bodyPr/>
        <a:lstStyle/>
        <a:p>
          <a:endParaRPr lang="es-PE"/>
        </a:p>
      </dgm:t>
    </dgm:pt>
    <dgm:pt modelId="{7F8BCA58-E7ED-410E-8AC5-97143C6F6617}" type="sibTrans" cxnId="{F5D547F4-476A-4CAC-97CD-EF4157ED8D44}">
      <dgm:prSet/>
      <dgm:spPr/>
      <dgm:t>
        <a:bodyPr/>
        <a:lstStyle/>
        <a:p>
          <a:endParaRPr lang="es-PE"/>
        </a:p>
      </dgm:t>
    </dgm:pt>
    <dgm:pt modelId="{A53CC60E-10C3-415E-93A8-9C128720BE0A}">
      <dgm:prSet custT="1"/>
      <dgm:spPr/>
      <dgm:t>
        <a:bodyPr/>
        <a:lstStyle/>
        <a:p>
          <a:r>
            <a:rPr lang="es-ES" sz="1200" dirty="0"/>
            <a:t>Digital Light </a:t>
          </a:r>
          <a:r>
            <a:rPr lang="es-ES" sz="1200" dirty="0" err="1"/>
            <a:t>Projection</a:t>
          </a:r>
          <a:r>
            <a:rPr lang="es-ES" sz="1200" dirty="0"/>
            <a:t> </a:t>
          </a:r>
        </a:p>
        <a:p>
          <a:r>
            <a:rPr lang="es-ES" sz="1200" dirty="0"/>
            <a:t>(DLP)</a:t>
          </a:r>
          <a:endParaRPr lang="es-PE" sz="1200" dirty="0"/>
        </a:p>
      </dgm:t>
    </dgm:pt>
    <dgm:pt modelId="{24F581BF-2B7B-4CEC-98D1-35DD8213987E}" type="parTrans" cxnId="{45873EEB-C9E7-4883-8EA8-C2C0D6D19ADB}">
      <dgm:prSet/>
      <dgm:spPr/>
      <dgm:t>
        <a:bodyPr/>
        <a:lstStyle/>
        <a:p>
          <a:endParaRPr lang="es-PE"/>
        </a:p>
      </dgm:t>
    </dgm:pt>
    <dgm:pt modelId="{7C717820-9FE7-4191-9BF6-117175890E0E}" type="sibTrans" cxnId="{45873EEB-C9E7-4883-8EA8-C2C0D6D19ADB}">
      <dgm:prSet/>
      <dgm:spPr/>
      <dgm:t>
        <a:bodyPr/>
        <a:lstStyle/>
        <a:p>
          <a:endParaRPr lang="es-PE"/>
        </a:p>
      </dgm:t>
    </dgm:pt>
    <dgm:pt modelId="{C670D8F7-BD99-49EB-9E63-876022F745D6}">
      <dgm:prSet custT="1"/>
      <dgm:spPr/>
      <dgm:t>
        <a:bodyPr/>
        <a:lstStyle/>
        <a:p>
          <a:r>
            <a:rPr lang="es-ES" sz="1400" dirty="0"/>
            <a:t>Multi-Jet </a:t>
          </a:r>
          <a:r>
            <a:rPr lang="es-ES" sz="1400" dirty="0" err="1"/>
            <a:t>Modeling</a:t>
          </a:r>
          <a:r>
            <a:rPr lang="es-ES" sz="1400" dirty="0"/>
            <a:t> </a:t>
          </a:r>
        </a:p>
        <a:p>
          <a:r>
            <a:rPr lang="es-ES" sz="1400" dirty="0"/>
            <a:t>(MJM)</a:t>
          </a:r>
          <a:endParaRPr lang="es-PE" sz="1400" dirty="0"/>
        </a:p>
      </dgm:t>
    </dgm:pt>
    <dgm:pt modelId="{3B9BE9A6-0E02-421D-B781-839188EF02AD}" type="parTrans" cxnId="{53F04D4F-8AAB-49D0-AD9B-2864006667AA}">
      <dgm:prSet/>
      <dgm:spPr/>
      <dgm:t>
        <a:bodyPr/>
        <a:lstStyle/>
        <a:p>
          <a:endParaRPr lang="es-PE"/>
        </a:p>
      </dgm:t>
    </dgm:pt>
    <dgm:pt modelId="{F9016663-845B-421E-BF72-43F127870D87}" type="sibTrans" cxnId="{53F04D4F-8AAB-49D0-AD9B-2864006667AA}">
      <dgm:prSet/>
      <dgm:spPr/>
      <dgm:t>
        <a:bodyPr/>
        <a:lstStyle/>
        <a:p>
          <a:endParaRPr lang="es-PE"/>
        </a:p>
      </dgm:t>
    </dgm:pt>
    <dgm:pt modelId="{0513EC31-AAD5-4437-9EE4-F154488A0BD7}">
      <dgm:prSet custT="1"/>
      <dgm:spPr/>
      <dgm:t>
        <a:bodyPr/>
        <a:lstStyle/>
        <a:p>
          <a:r>
            <a:rPr lang="es-ES" sz="1200" dirty="0"/>
            <a:t>Fusión por rayo electrónico</a:t>
          </a:r>
          <a:endParaRPr lang="es-PE" sz="1200" dirty="0"/>
        </a:p>
      </dgm:t>
    </dgm:pt>
    <dgm:pt modelId="{CFB0213E-D365-40F3-9054-6D11DFC6D814}" type="parTrans" cxnId="{C7BF0E12-1FBD-4797-B08D-ED303FBCC745}">
      <dgm:prSet/>
      <dgm:spPr/>
      <dgm:t>
        <a:bodyPr/>
        <a:lstStyle/>
        <a:p>
          <a:endParaRPr lang="es-PE"/>
        </a:p>
      </dgm:t>
    </dgm:pt>
    <dgm:pt modelId="{82A08F32-08F0-4D78-A5A8-52ED076FE9CD}" type="sibTrans" cxnId="{C7BF0E12-1FBD-4797-B08D-ED303FBCC745}">
      <dgm:prSet/>
      <dgm:spPr/>
      <dgm:t>
        <a:bodyPr/>
        <a:lstStyle/>
        <a:p>
          <a:endParaRPr lang="es-PE"/>
        </a:p>
      </dgm:t>
    </dgm:pt>
    <dgm:pt modelId="{00BCEA8F-F653-44D6-88EA-98CFE7C798AD}">
      <dgm:prSet custT="1"/>
      <dgm:spPr/>
      <dgm:t>
        <a:bodyPr/>
        <a:lstStyle/>
        <a:p>
          <a:r>
            <a:rPr lang="es-ES" sz="1400" dirty="0"/>
            <a:t>Fusión por láser</a:t>
          </a:r>
          <a:endParaRPr lang="es-PE" sz="1400" dirty="0"/>
        </a:p>
      </dgm:t>
    </dgm:pt>
    <dgm:pt modelId="{D0CD1F33-805C-4A27-97CA-C3DAF4F16E95}" type="parTrans" cxnId="{8BAB527A-BC46-4A72-81DE-FD40C698BD20}">
      <dgm:prSet/>
      <dgm:spPr/>
      <dgm:t>
        <a:bodyPr/>
        <a:lstStyle/>
        <a:p>
          <a:endParaRPr lang="es-PE"/>
        </a:p>
      </dgm:t>
    </dgm:pt>
    <dgm:pt modelId="{C1D04897-9445-4127-9423-9166C2DA4AEE}" type="sibTrans" cxnId="{8BAB527A-BC46-4A72-81DE-FD40C698BD20}">
      <dgm:prSet/>
      <dgm:spPr/>
      <dgm:t>
        <a:bodyPr/>
        <a:lstStyle/>
        <a:p>
          <a:endParaRPr lang="es-PE"/>
        </a:p>
      </dgm:t>
    </dgm:pt>
    <dgm:pt modelId="{A5B832BC-031F-4639-8F8A-3944F0CDFD20}">
      <dgm:prSet custT="1"/>
      <dgm:spPr/>
      <dgm:t>
        <a:bodyPr/>
        <a:lstStyle/>
        <a:p>
          <a:r>
            <a:rPr lang="es-ES" sz="1200" dirty="0"/>
            <a:t>Laser Metal </a:t>
          </a:r>
          <a:r>
            <a:rPr lang="es-ES" sz="1200" dirty="0" err="1"/>
            <a:t>Deposition</a:t>
          </a:r>
          <a:endParaRPr lang="es-ES" sz="1200" dirty="0"/>
        </a:p>
        <a:p>
          <a:r>
            <a:rPr lang="es-ES" sz="1200" dirty="0"/>
            <a:t>(LMD)</a:t>
          </a:r>
          <a:endParaRPr lang="es-PE" sz="1200" dirty="0"/>
        </a:p>
      </dgm:t>
    </dgm:pt>
    <dgm:pt modelId="{A92D2089-C1CC-417A-BADF-B25EA19CCCA9}" type="parTrans" cxnId="{88A0BAAD-E6D6-4C33-A412-89050EFF5A33}">
      <dgm:prSet/>
      <dgm:spPr/>
      <dgm:t>
        <a:bodyPr/>
        <a:lstStyle/>
        <a:p>
          <a:endParaRPr lang="es-PE"/>
        </a:p>
      </dgm:t>
    </dgm:pt>
    <dgm:pt modelId="{362836F0-F6BA-4C0A-B1F4-A9232C13FF31}" type="sibTrans" cxnId="{88A0BAAD-E6D6-4C33-A412-89050EFF5A33}">
      <dgm:prSet/>
      <dgm:spPr/>
      <dgm:t>
        <a:bodyPr/>
        <a:lstStyle/>
        <a:p>
          <a:endParaRPr lang="es-PE"/>
        </a:p>
      </dgm:t>
    </dgm:pt>
    <dgm:pt modelId="{45A1285D-03E2-4FC5-B63F-CC73CA1A4BEE}">
      <dgm:prSet custT="1"/>
      <dgm:spPr/>
      <dgm:t>
        <a:bodyPr/>
        <a:lstStyle/>
        <a:p>
          <a:r>
            <a:rPr lang="es-ES" sz="1400" dirty="0"/>
            <a:t>Extrusión</a:t>
          </a:r>
          <a:endParaRPr lang="es-PE" sz="1400" dirty="0"/>
        </a:p>
      </dgm:t>
    </dgm:pt>
    <dgm:pt modelId="{EC686701-50BE-4237-AA68-42564EA1EB32}" type="parTrans" cxnId="{C46C6D37-9A27-46A6-96B0-2A5AFD32C6D7}">
      <dgm:prSet/>
      <dgm:spPr/>
      <dgm:t>
        <a:bodyPr/>
        <a:lstStyle/>
        <a:p>
          <a:endParaRPr lang="es-PE"/>
        </a:p>
      </dgm:t>
    </dgm:pt>
    <dgm:pt modelId="{AC3DA7D4-B83A-4B35-A29C-D18EB3BC8726}" type="sibTrans" cxnId="{C46C6D37-9A27-46A6-96B0-2A5AFD32C6D7}">
      <dgm:prSet/>
      <dgm:spPr/>
      <dgm:t>
        <a:bodyPr/>
        <a:lstStyle/>
        <a:p>
          <a:endParaRPr lang="es-PE"/>
        </a:p>
      </dgm:t>
    </dgm:pt>
    <dgm:pt modelId="{5A62F4D5-3144-46CD-9F40-8843616F1D79}">
      <dgm:prSet custT="1"/>
      <dgm:spPr/>
      <dgm:t>
        <a:bodyPr/>
        <a:lstStyle/>
        <a:p>
          <a:r>
            <a:rPr lang="es-ES" sz="1200" dirty="0"/>
            <a:t>Inyección de tinta</a:t>
          </a:r>
        </a:p>
        <a:p>
          <a:r>
            <a:rPr lang="es-ES" sz="1200" dirty="0"/>
            <a:t>(</a:t>
          </a:r>
          <a:r>
            <a:rPr lang="es-ES" sz="1200" dirty="0" err="1"/>
            <a:t>Ink</a:t>
          </a:r>
          <a:r>
            <a:rPr lang="es-ES" sz="1200" dirty="0"/>
            <a:t> </a:t>
          </a:r>
          <a:r>
            <a:rPr lang="es-ES" sz="1200" dirty="0" err="1"/>
            <a:t>Jetting</a:t>
          </a:r>
          <a:r>
            <a:rPr lang="es-ES" sz="1200" dirty="0"/>
            <a:t>)</a:t>
          </a:r>
          <a:endParaRPr lang="es-PE" sz="1200" dirty="0"/>
        </a:p>
      </dgm:t>
    </dgm:pt>
    <dgm:pt modelId="{47FA4421-05FC-4814-959A-7D1222FA097E}" type="parTrans" cxnId="{F6E8CA80-686F-447F-A1A3-6F653AE3AA4A}">
      <dgm:prSet/>
      <dgm:spPr/>
      <dgm:t>
        <a:bodyPr/>
        <a:lstStyle/>
        <a:p>
          <a:endParaRPr lang="es-PE"/>
        </a:p>
      </dgm:t>
    </dgm:pt>
    <dgm:pt modelId="{1A585383-E495-4F8C-993D-6BF4EADA7021}" type="sibTrans" cxnId="{F6E8CA80-686F-447F-A1A3-6F653AE3AA4A}">
      <dgm:prSet/>
      <dgm:spPr/>
      <dgm:t>
        <a:bodyPr/>
        <a:lstStyle/>
        <a:p>
          <a:endParaRPr lang="es-PE"/>
        </a:p>
      </dgm:t>
    </dgm:pt>
    <dgm:pt modelId="{84A31C80-1FE0-4754-AF50-EE9A157A60F6}">
      <dgm:prSet custT="1"/>
      <dgm:spPr/>
      <dgm:t>
        <a:bodyPr/>
        <a:lstStyle/>
        <a:p>
          <a:r>
            <a:rPr lang="es-ES" sz="1200" dirty="0" err="1"/>
            <a:t>Fusion</a:t>
          </a:r>
          <a:r>
            <a:rPr lang="es-ES" sz="1200" dirty="0"/>
            <a:t> </a:t>
          </a:r>
          <a:r>
            <a:rPr lang="es-ES" sz="1200" dirty="0" err="1"/>
            <a:t>Deposition</a:t>
          </a:r>
          <a:r>
            <a:rPr lang="es-ES" sz="1200" dirty="0"/>
            <a:t> </a:t>
          </a:r>
          <a:r>
            <a:rPr lang="es-ES" sz="1200" dirty="0" err="1"/>
            <a:t>Modelling</a:t>
          </a:r>
          <a:r>
            <a:rPr lang="es-ES" sz="1200" dirty="0"/>
            <a:t> </a:t>
          </a:r>
        </a:p>
        <a:p>
          <a:r>
            <a:rPr lang="es-ES" sz="1200" dirty="0"/>
            <a:t>(FDM)</a:t>
          </a:r>
          <a:endParaRPr lang="es-PE" sz="1200" dirty="0"/>
        </a:p>
      </dgm:t>
    </dgm:pt>
    <dgm:pt modelId="{77A40671-9BCE-464B-8290-9F8E4615F3E3}" type="parTrans" cxnId="{4C6E49A7-90D0-4E27-9BCD-4101E185979C}">
      <dgm:prSet/>
      <dgm:spPr/>
      <dgm:t>
        <a:bodyPr/>
        <a:lstStyle/>
        <a:p>
          <a:endParaRPr lang="es-PE"/>
        </a:p>
      </dgm:t>
    </dgm:pt>
    <dgm:pt modelId="{FA6C771B-2C35-42C9-B948-47B2DCC922B6}" type="sibTrans" cxnId="{4C6E49A7-90D0-4E27-9BCD-4101E185979C}">
      <dgm:prSet/>
      <dgm:spPr/>
      <dgm:t>
        <a:bodyPr/>
        <a:lstStyle/>
        <a:p>
          <a:endParaRPr lang="es-PE"/>
        </a:p>
      </dgm:t>
    </dgm:pt>
    <dgm:pt modelId="{268D4E39-0CDB-40D6-B715-717E2E617DEF}">
      <dgm:prSet custT="1"/>
      <dgm:spPr/>
      <dgm:t>
        <a:bodyPr/>
        <a:lstStyle/>
        <a:p>
          <a:r>
            <a:rPr lang="es-ES" sz="1200" dirty="0" err="1"/>
            <a:t>Drop</a:t>
          </a:r>
          <a:r>
            <a:rPr lang="es-ES" sz="1200" dirty="0"/>
            <a:t> </a:t>
          </a:r>
          <a:r>
            <a:rPr lang="es-ES" sz="1200" dirty="0" err="1"/>
            <a:t>on</a:t>
          </a:r>
          <a:r>
            <a:rPr lang="es-ES" sz="1200" dirty="0"/>
            <a:t> </a:t>
          </a:r>
          <a:r>
            <a:rPr lang="es-ES" sz="1200" dirty="0" err="1"/>
            <a:t>Demand</a:t>
          </a:r>
          <a:endParaRPr lang="es-ES" sz="1200" dirty="0"/>
        </a:p>
        <a:p>
          <a:r>
            <a:rPr lang="es-ES" sz="1200" dirty="0"/>
            <a:t>(</a:t>
          </a:r>
          <a:r>
            <a:rPr lang="es-ES" sz="1200" dirty="0" err="1"/>
            <a:t>DoD</a:t>
          </a:r>
          <a:r>
            <a:rPr lang="es-ES" sz="1200" dirty="0"/>
            <a:t>)</a:t>
          </a:r>
          <a:endParaRPr lang="es-PE" sz="1200" dirty="0"/>
        </a:p>
      </dgm:t>
    </dgm:pt>
    <dgm:pt modelId="{010C120B-AC4B-4CDB-A3BC-E70DEE42375E}" type="parTrans" cxnId="{B1FEDAEB-3F47-48C4-8DC9-C0D820161F8E}">
      <dgm:prSet/>
      <dgm:spPr/>
      <dgm:t>
        <a:bodyPr/>
        <a:lstStyle/>
        <a:p>
          <a:endParaRPr lang="es-PE"/>
        </a:p>
      </dgm:t>
    </dgm:pt>
    <dgm:pt modelId="{C9662D08-79E0-4ABC-9DA1-966C50D2329B}" type="sibTrans" cxnId="{B1FEDAEB-3F47-48C4-8DC9-C0D820161F8E}">
      <dgm:prSet/>
      <dgm:spPr/>
      <dgm:t>
        <a:bodyPr/>
        <a:lstStyle/>
        <a:p>
          <a:endParaRPr lang="es-PE"/>
        </a:p>
      </dgm:t>
    </dgm:pt>
    <dgm:pt modelId="{52AA8B8A-83AC-475C-BCDE-6198406BCF2D}">
      <dgm:prSet custT="1"/>
      <dgm:spPr/>
      <dgm:t>
        <a:bodyPr/>
        <a:lstStyle/>
        <a:p>
          <a:r>
            <a:rPr lang="es-ES" sz="1400" dirty="0"/>
            <a:t>Fusión por aglutinante</a:t>
          </a:r>
          <a:endParaRPr lang="es-PE" sz="1400" dirty="0"/>
        </a:p>
      </dgm:t>
    </dgm:pt>
    <dgm:pt modelId="{7CD4D9AA-038E-4AB0-A05A-0F3540D2B4F0}" type="parTrans" cxnId="{E7E7C302-41AE-47E0-A139-6C3B1BABF28C}">
      <dgm:prSet/>
      <dgm:spPr/>
      <dgm:t>
        <a:bodyPr/>
        <a:lstStyle/>
        <a:p>
          <a:endParaRPr lang="es-PE"/>
        </a:p>
      </dgm:t>
    </dgm:pt>
    <dgm:pt modelId="{84FF4F00-7A11-40A7-93E9-FD531293D9DC}" type="sibTrans" cxnId="{E7E7C302-41AE-47E0-A139-6C3B1BABF28C}">
      <dgm:prSet/>
      <dgm:spPr/>
      <dgm:t>
        <a:bodyPr/>
        <a:lstStyle/>
        <a:p>
          <a:endParaRPr lang="es-PE"/>
        </a:p>
      </dgm:t>
    </dgm:pt>
    <dgm:pt modelId="{562EACE6-FC7B-4591-94DE-DAFBC20EC355}">
      <dgm:prSet custT="1"/>
      <dgm:spPr/>
      <dgm:t>
        <a:bodyPr/>
        <a:lstStyle/>
        <a:p>
          <a:r>
            <a:rPr lang="es-ES" sz="1200" dirty="0" err="1"/>
            <a:t>Electron</a:t>
          </a:r>
          <a:r>
            <a:rPr lang="es-ES" sz="1200" dirty="0"/>
            <a:t> Beam </a:t>
          </a:r>
          <a:r>
            <a:rPr lang="es-ES" sz="1200" dirty="0" err="1"/>
            <a:t>Melting</a:t>
          </a:r>
          <a:r>
            <a:rPr lang="es-ES" sz="1200" dirty="0"/>
            <a:t> </a:t>
          </a:r>
        </a:p>
        <a:p>
          <a:r>
            <a:rPr lang="es-ES" sz="1200" dirty="0"/>
            <a:t>(EBM)</a:t>
          </a:r>
          <a:endParaRPr lang="es-PE" sz="1200" dirty="0"/>
        </a:p>
      </dgm:t>
    </dgm:pt>
    <dgm:pt modelId="{52253047-0489-4A13-A1AF-649C4DC0F3AE}" type="parTrans" cxnId="{D8B92F5C-3928-4032-9F53-5507E9E15785}">
      <dgm:prSet/>
      <dgm:spPr/>
      <dgm:t>
        <a:bodyPr/>
        <a:lstStyle/>
        <a:p>
          <a:endParaRPr lang="es-PE"/>
        </a:p>
      </dgm:t>
    </dgm:pt>
    <dgm:pt modelId="{C2E82E2E-12E2-45C2-B612-0E2F55E1579E}" type="sibTrans" cxnId="{D8B92F5C-3928-4032-9F53-5507E9E15785}">
      <dgm:prSet/>
      <dgm:spPr/>
      <dgm:t>
        <a:bodyPr/>
        <a:lstStyle/>
        <a:p>
          <a:endParaRPr lang="es-PE"/>
        </a:p>
      </dgm:t>
    </dgm:pt>
    <dgm:pt modelId="{22520C4F-F507-4C3D-AC8A-BB3E73A4F915}">
      <dgm:prSet custT="1"/>
      <dgm:spPr/>
      <dgm:t>
        <a:bodyPr/>
        <a:lstStyle/>
        <a:p>
          <a:r>
            <a:rPr lang="es-ES" sz="1200" dirty="0" err="1"/>
            <a:t>Selective</a:t>
          </a:r>
          <a:r>
            <a:rPr lang="es-ES" sz="1200" dirty="0"/>
            <a:t> Laser </a:t>
          </a:r>
          <a:r>
            <a:rPr lang="es-ES" sz="1200" dirty="0" err="1"/>
            <a:t>Sintering</a:t>
          </a:r>
          <a:r>
            <a:rPr lang="es-ES" sz="1200" dirty="0"/>
            <a:t> </a:t>
          </a:r>
        </a:p>
        <a:p>
          <a:r>
            <a:rPr lang="es-ES" sz="1200" dirty="0"/>
            <a:t>(SLS)</a:t>
          </a:r>
          <a:endParaRPr lang="es-PE" sz="1200" dirty="0"/>
        </a:p>
      </dgm:t>
    </dgm:pt>
    <dgm:pt modelId="{B8CD523F-C125-4FED-9040-AA05AAE6539F}" type="parTrans" cxnId="{70FCC8C1-4AB0-4F53-B1CE-E6FE95D46ABD}">
      <dgm:prSet/>
      <dgm:spPr/>
      <dgm:t>
        <a:bodyPr/>
        <a:lstStyle/>
        <a:p>
          <a:endParaRPr lang="es-PE"/>
        </a:p>
      </dgm:t>
    </dgm:pt>
    <dgm:pt modelId="{F3812D61-215A-4E48-B00B-2410023302E9}" type="sibTrans" cxnId="{70FCC8C1-4AB0-4F53-B1CE-E6FE95D46ABD}">
      <dgm:prSet/>
      <dgm:spPr/>
      <dgm:t>
        <a:bodyPr/>
        <a:lstStyle/>
        <a:p>
          <a:endParaRPr lang="es-PE"/>
        </a:p>
      </dgm:t>
    </dgm:pt>
    <dgm:pt modelId="{B24432E6-165B-413C-8840-C51C572E5465}">
      <dgm:prSet custT="1"/>
      <dgm:spPr/>
      <dgm:t>
        <a:bodyPr/>
        <a:lstStyle/>
        <a:p>
          <a:r>
            <a:rPr lang="es-ES" sz="1200" dirty="0"/>
            <a:t>Direct Metal Laser </a:t>
          </a:r>
          <a:r>
            <a:rPr lang="es-ES" sz="1200" dirty="0" err="1"/>
            <a:t>Sintering</a:t>
          </a:r>
          <a:endParaRPr lang="es-ES" sz="1200" dirty="0"/>
        </a:p>
        <a:p>
          <a:r>
            <a:rPr lang="es-ES" sz="1200" dirty="0"/>
            <a:t>(DMLS)</a:t>
          </a:r>
          <a:endParaRPr lang="es-PE" sz="1200" dirty="0"/>
        </a:p>
      </dgm:t>
    </dgm:pt>
    <dgm:pt modelId="{032E8684-C34A-4B1E-9057-8170360BAFAF}" type="parTrans" cxnId="{7CB04309-162B-4AB6-BCF3-D0CB43E43FB2}">
      <dgm:prSet/>
      <dgm:spPr/>
      <dgm:t>
        <a:bodyPr/>
        <a:lstStyle/>
        <a:p>
          <a:endParaRPr lang="es-PE"/>
        </a:p>
      </dgm:t>
    </dgm:pt>
    <dgm:pt modelId="{8CCAC0A4-7A04-44AE-AEBA-C56890E35A9E}" type="sibTrans" cxnId="{7CB04309-162B-4AB6-BCF3-D0CB43E43FB2}">
      <dgm:prSet/>
      <dgm:spPr/>
      <dgm:t>
        <a:bodyPr/>
        <a:lstStyle/>
        <a:p>
          <a:endParaRPr lang="es-PE"/>
        </a:p>
      </dgm:t>
    </dgm:pt>
    <dgm:pt modelId="{192A8348-DEA3-487C-91D6-F1498586A4BC}">
      <dgm:prSet custT="1"/>
      <dgm:spPr/>
      <dgm:t>
        <a:bodyPr/>
        <a:lstStyle/>
        <a:p>
          <a:r>
            <a:rPr lang="es-ES" sz="1200" dirty="0" err="1"/>
            <a:t>Binder</a:t>
          </a:r>
          <a:r>
            <a:rPr lang="es-ES" sz="1200" dirty="0"/>
            <a:t> </a:t>
          </a:r>
          <a:r>
            <a:rPr lang="es-ES" sz="1200" dirty="0" err="1"/>
            <a:t>Jetting</a:t>
          </a:r>
          <a:endParaRPr lang="es-ES" sz="1200" dirty="0"/>
        </a:p>
        <a:p>
          <a:r>
            <a:rPr lang="es-ES" sz="1200" dirty="0"/>
            <a:t>(BJ)</a:t>
          </a:r>
          <a:endParaRPr lang="es-PE" sz="1200" dirty="0"/>
        </a:p>
      </dgm:t>
    </dgm:pt>
    <dgm:pt modelId="{28936F62-E7AD-40E4-B032-CE9E9A348FA9}" type="parTrans" cxnId="{7FA058C0-8548-4F04-B25B-5FB9B3952262}">
      <dgm:prSet/>
      <dgm:spPr/>
      <dgm:t>
        <a:bodyPr/>
        <a:lstStyle/>
        <a:p>
          <a:endParaRPr lang="es-PE"/>
        </a:p>
      </dgm:t>
    </dgm:pt>
    <dgm:pt modelId="{FB827B7F-9381-4A4A-8BCA-32C89CF2B91C}" type="sibTrans" cxnId="{7FA058C0-8548-4F04-B25B-5FB9B3952262}">
      <dgm:prSet/>
      <dgm:spPr/>
      <dgm:t>
        <a:bodyPr/>
        <a:lstStyle/>
        <a:p>
          <a:endParaRPr lang="es-PE"/>
        </a:p>
      </dgm:t>
    </dgm:pt>
    <dgm:pt modelId="{9527C100-3346-4D8C-AEF2-3493117146B9}" type="pres">
      <dgm:prSet presAssocID="{6CBE605A-6D5A-481F-A89F-96253053BC8F}" presName="hierChild1" presStyleCnt="0">
        <dgm:presLayoutVars>
          <dgm:chPref val="1"/>
          <dgm:dir/>
          <dgm:animOne val="branch"/>
          <dgm:animLvl val="lvl"/>
          <dgm:resizeHandles/>
        </dgm:presLayoutVars>
      </dgm:prSet>
      <dgm:spPr/>
    </dgm:pt>
    <dgm:pt modelId="{F4659643-A17D-4730-B5C8-8AA9619ADD02}" type="pres">
      <dgm:prSet presAssocID="{0AF064BC-4EDA-444F-988F-3ABD24DC688B}" presName="hierRoot1" presStyleCnt="0"/>
      <dgm:spPr/>
    </dgm:pt>
    <dgm:pt modelId="{DDC2FE42-A3F3-4FFD-99B2-CBB8B1F77803}" type="pres">
      <dgm:prSet presAssocID="{0AF064BC-4EDA-444F-988F-3ABD24DC688B}" presName="composite" presStyleCnt="0"/>
      <dgm:spPr/>
    </dgm:pt>
    <dgm:pt modelId="{5F5B63A1-87FB-4EFC-BE4B-DA4F05642682}" type="pres">
      <dgm:prSet presAssocID="{0AF064BC-4EDA-444F-988F-3ABD24DC688B}" presName="background" presStyleLbl="node0" presStyleIdx="0" presStyleCnt="1"/>
      <dgm:spPr/>
    </dgm:pt>
    <dgm:pt modelId="{ADADA60F-19B2-4074-B728-71723E606108}" type="pres">
      <dgm:prSet presAssocID="{0AF064BC-4EDA-444F-988F-3ABD24DC688B}" presName="text" presStyleLbl="fgAcc0" presStyleIdx="0" presStyleCnt="1" custScaleX="172596" custScaleY="168399">
        <dgm:presLayoutVars>
          <dgm:chPref val="3"/>
        </dgm:presLayoutVars>
      </dgm:prSet>
      <dgm:spPr/>
    </dgm:pt>
    <dgm:pt modelId="{52AA0C46-8C79-49A1-ABAA-5C3DAF34B49E}" type="pres">
      <dgm:prSet presAssocID="{0AF064BC-4EDA-444F-988F-3ABD24DC688B}" presName="hierChild2" presStyleCnt="0"/>
      <dgm:spPr/>
    </dgm:pt>
    <dgm:pt modelId="{54C5C67C-4C45-4216-A95E-F6F65EC96C8D}" type="pres">
      <dgm:prSet presAssocID="{286327CA-ACE8-4653-9998-D88FA69E35F5}" presName="Name10" presStyleLbl="parChTrans1D2" presStyleIdx="0" presStyleCnt="3"/>
      <dgm:spPr/>
    </dgm:pt>
    <dgm:pt modelId="{C510BAC4-CE52-4258-AB8C-5006EE97AE16}" type="pres">
      <dgm:prSet presAssocID="{41C92E46-08EE-4CE1-B0AF-A6E59FEC40B6}" presName="hierRoot2" presStyleCnt="0"/>
      <dgm:spPr/>
    </dgm:pt>
    <dgm:pt modelId="{35F2A059-171D-4730-9AB8-28E703E9A94F}" type="pres">
      <dgm:prSet presAssocID="{41C92E46-08EE-4CE1-B0AF-A6E59FEC40B6}" presName="composite2" presStyleCnt="0"/>
      <dgm:spPr/>
    </dgm:pt>
    <dgm:pt modelId="{FB0B6571-93CA-44A5-8E24-4103747CA439}" type="pres">
      <dgm:prSet presAssocID="{41C92E46-08EE-4CE1-B0AF-A6E59FEC40B6}" presName="background2" presStyleLbl="node2" presStyleIdx="0" presStyleCnt="3"/>
      <dgm:spPr/>
    </dgm:pt>
    <dgm:pt modelId="{741352B3-95C7-4E61-A55A-302221A248CF}" type="pres">
      <dgm:prSet presAssocID="{41C92E46-08EE-4CE1-B0AF-A6E59FEC40B6}" presName="text2" presStyleLbl="fgAcc2" presStyleIdx="0" presStyleCnt="3">
        <dgm:presLayoutVars>
          <dgm:chPref val="3"/>
        </dgm:presLayoutVars>
      </dgm:prSet>
      <dgm:spPr/>
    </dgm:pt>
    <dgm:pt modelId="{2988F7B9-BB18-49BE-9599-F662950AE806}" type="pres">
      <dgm:prSet presAssocID="{41C92E46-08EE-4CE1-B0AF-A6E59FEC40B6}" presName="hierChild3" presStyleCnt="0"/>
      <dgm:spPr/>
    </dgm:pt>
    <dgm:pt modelId="{05C2727E-D197-4DD7-81D1-57296E128183}" type="pres">
      <dgm:prSet presAssocID="{17DB124A-9C1A-4AB0-9B6D-52C56C9BAF61}" presName="Name17" presStyleLbl="parChTrans1D3" presStyleIdx="0" presStyleCnt="5"/>
      <dgm:spPr/>
    </dgm:pt>
    <dgm:pt modelId="{49FB0E29-7663-4067-91E2-E9BC0AFCCA35}" type="pres">
      <dgm:prSet presAssocID="{C7F9B29B-48B0-4B3C-ACCA-998A7002C2B6}" presName="hierRoot3" presStyleCnt="0"/>
      <dgm:spPr/>
    </dgm:pt>
    <dgm:pt modelId="{66EA0B94-9B82-4A79-944B-03BB8CB8B85A}" type="pres">
      <dgm:prSet presAssocID="{C7F9B29B-48B0-4B3C-ACCA-998A7002C2B6}" presName="composite3" presStyleCnt="0"/>
      <dgm:spPr/>
    </dgm:pt>
    <dgm:pt modelId="{A7B26193-12D5-40E4-9F11-56B852E28DEE}" type="pres">
      <dgm:prSet presAssocID="{C7F9B29B-48B0-4B3C-ACCA-998A7002C2B6}" presName="background3" presStyleLbl="node3" presStyleIdx="0" presStyleCnt="5"/>
      <dgm:spPr/>
    </dgm:pt>
    <dgm:pt modelId="{BC64DDE1-F996-4F72-B5DC-77AEEC0E1908}" type="pres">
      <dgm:prSet presAssocID="{C7F9B29B-48B0-4B3C-ACCA-998A7002C2B6}" presName="text3" presStyleLbl="fgAcc3" presStyleIdx="0" presStyleCnt="5" custScaleX="199867">
        <dgm:presLayoutVars>
          <dgm:chPref val="3"/>
        </dgm:presLayoutVars>
      </dgm:prSet>
      <dgm:spPr/>
    </dgm:pt>
    <dgm:pt modelId="{3FD22C9F-3BC3-417A-B9B3-88E5999338C0}" type="pres">
      <dgm:prSet presAssocID="{C7F9B29B-48B0-4B3C-ACCA-998A7002C2B6}" presName="hierChild4" presStyleCnt="0"/>
      <dgm:spPr/>
    </dgm:pt>
    <dgm:pt modelId="{F59AEC80-C586-41AF-BAD5-BA797DDE0228}" type="pres">
      <dgm:prSet presAssocID="{526D28C0-141A-4DC8-9BED-57A1F0807525}" presName="Name23" presStyleLbl="parChTrans1D4" presStyleIdx="0" presStyleCnt="18"/>
      <dgm:spPr/>
    </dgm:pt>
    <dgm:pt modelId="{2DA195EF-3E84-40F4-BA05-1C18069E68E5}" type="pres">
      <dgm:prSet presAssocID="{126DD4E3-A4E4-476A-B60E-A35A6BA727B2}" presName="hierRoot4" presStyleCnt="0"/>
      <dgm:spPr/>
    </dgm:pt>
    <dgm:pt modelId="{D3DFAA3D-2288-4548-BC65-1C9680FC53C7}" type="pres">
      <dgm:prSet presAssocID="{126DD4E3-A4E4-476A-B60E-A35A6BA727B2}" presName="composite4" presStyleCnt="0"/>
      <dgm:spPr/>
    </dgm:pt>
    <dgm:pt modelId="{9D15A430-DBED-4797-9883-CEA48FB9795A}" type="pres">
      <dgm:prSet presAssocID="{126DD4E3-A4E4-476A-B60E-A35A6BA727B2}" presName="background4" presStyleLbl="node4" presStyleIdx="0" presStyleCnt="18"/>
      <dgm:spPr/>
    </dgm:pt>
    <dgm:pt modelId="{629D5326-99B1-4621-B91F-43D37B11416E}" type="pres">
      <dgm:prSet presAssocID="{126DD4E3-A4E4-476A-B60E-A35A6BA727B2}" presName="text4" presStyleLbl="fgAcc4" presStyleIdx="0" presStyleCnt="18" custScaleX="123166" custScaleY="238148">
        <dgm:presLayoutVars>
          <dgm:chPref val="3"/>
        </dgm:presLayoutVars>
      </dgm:prSet>
      <dgm:spPr/>
    </dgm:pt>
    <dgm:pt modelId="{53432F6C-5D03-4E38-88D0-BD54FE22DD8C}" type="pres">
      <dgm:prSet presAssocID="{126DD4E3-A4E4-476A-B60E-A35A6BA727B2}" presName="hierChild5" presStyleCnt="0"/>
      <dgm:spPr/>
    </dgm:pt>
    <dgm:pt modelId="{C8D251E3-F7AA-416B-8430-B41CA48EA1D5}" type="pres">
      <dgm:prSet presAssocID="{24F581BF-2B7B-4CEC-98D1-35DD8213987E}" presName="Name23" presStyleLbl="parChTrans1D4" presStyleIdx="1" presStyleCnt="18"/>
      <dgm:spPr/>
    </dgm:pt>
    <dgm:pt modelId="{EF46DC86-082B-47A7-BB04-34FF2C66B831}" type="pres">
      <dgm:prSet presAssocID="{A53CC60E-10C3-415E-93A8-9C128720BE0A}" presName="hierRoot4" presStyleCnt="0"/>
      <dgm:spPr/>
    </dgm:pt>
    <dgm:pt modelId="{5940F53F-1C6C-4AB0-AF06-359AF1C2E348}" type="pres">
      <dgm:prSet presAssocID="{A53CC60E-10C3-415E-93A8-9C128720BE0A}" presName="composite4" presStyleCnt="0"/>
      <dgm:spPr/>
    </dgm:pt>
    <dgm:pt modelId="{6F31B42E-D7FE-4F79-B77D-9F7F5361E59E}" type="pres">
      <dgm:prSet presAssocID="{A53CC60E-10C3-415E-93A8-9C128720BE0A}" presName="background4" presStyleLbl="node4" presStyleIdx="1" presStyleCnt="18"/>
      <dgm:spPr/>
    </dgm:pt>
    <dgm:pt modelId="{7618D471-BC2F-4BBB-A5F6-A73C03F07BA5}" type="pres">
      <dgm:prSet presAssocID="{A53CC60E-10C3-415E-93A8-9C128720BE0A}" presName="text4" presStyleLbl="fgAcc4" presStyleIdx="1" presStyleCnt="18" custScaleX="116740" custScaleY="230333">
        <dgm:presLayoutVars>
          <dgm:chPref val="3"/>
        </dgm:presLayoutVars>
      </dgm:prSet>
      <dgm:spPr/>
    </dgm:pt>
    <dgm:pt modelId="{774A7530-D5BB-4927-A351-665AFF8D7A62}" type="pres">
      <dgm:prSet presAssocID="{A53CC60E-10C3-415E-93A8-9C128720BE0A}" presName="hierChild5" presStyleCnt="0"/>
      <dgm:spPr/>
    </dgm:pt>
    <dgm:pt modelId="{4DDB5832-6258-4634-B0DA-4E3D86752BE0}" type="pres">
      <dgm:prSet presAssocID="{9469052E-40C3-4755-9A73-167758021D10}" presName="Name23" presStyleLbl="parChTrans1D4" presStyleIdx="2" presStyleCnt="18"/>
      <dgm:spPr/>
    </dgm:pt>
    <dgm:pt modelId="{1367761A-F0E9-49D9-9BC5-B139AC537713}" type="pres">
      <dgm:prSet presAssocID="{7A90E594-363B-402B-A060-DC5DAA2D68D4}" presName="hierRoot4" presStyleCnt="0"/>
      <dgm:spPr/>
    </dgm:pt>
    <dgm:pt modelId="{561C8962-14BE-41ED-857F-2C7E04BB6E10}" type="pres">
      <dgm:prSet presAssocID="{7A90E594-363B-402B-A060-DC5DAA2D68D4}" presName="composite4" presStyleCnt="0"/>
      <dgm:spPr/>
    </dgm:pt>
    <dgm:pt modelId="{CD9AC1F0-7200-4377-83E2-2953F0C8DE9D}" type="pres">
      <dgm:prSet presAssocID="{7A90E594-363B-402B-A060-DC5DAA2D68D4}" presName="background4" presStyleLbl="node4" presStyleIdx="2" presStyleCnt="18"/>
      <dgm:spPr/>
    </dgm:pt>
    <dgm:pt modelId="{99B99B29-7B4C-4D52-98EB-EB40583810FE}" type="pres">
      <dgm:prSet presAssocID="{7A90E594-363B-402B-A060-DC5DAA2D68D4}" presName="text4" presStyleLbl="fgAcc4" presStyleIdx="2" presStyleCnt="18" custScaleY="184627">
        <dgm:presLayoutVars>
          <dgm:chPref val="3"/>
        </dgm:presLayoutVars>
      </dgm:prSet>
      <dgm:spPr/>
    </dgm:pt>
    <dgm:pt modelId="{DFDD2FD3-5015-47A3-AC31-05FF4CF0562F}" type="pres">
      <dgm:prSet presAssocID="{7A90E594-363B-402B-A060-DC5DAA2D68D4}" presName="hierChild5" presStyleCnt="0"/>
      <dgm:spPr/>
    </dgm:pt>
    <dgm:pt modelId="{03F8D7D9-9430-479F-9DAF-1C10E6B9B1FA}" type="pres">
      <dgm:prSet presAssocID="{3594922D-EAA2-49B3-BCEC-FA7D0F48F81E}" presName="Name23" presStyleLbl="parChTrans1D4" presStyleIdx="3" presStyleCnt="18"/>
      <dgm:spPr/>
    </dgm:pt>
    <dgm:pt modelId="{07F7AC54-86E9-4AF5-AD4A-23D40C2F6609}" type="pres">
      <dgm:prSet presAssocID="{9640E334-9480-4A84-BC70-D24BCF153D52}" presName="hierRoot4" presStyleCnt="0"/>
      <dgm:spPr/>
    </dgm:pt>
    <dgm:pt modelId="{2396085E-1BCB-4A29-B06C-842D13319228}" type="pres">
      <dgm:prSet presAssocID="{9640E334-9480-4A84-BC70-D24BCF153D52}" presName="composite4" presStyleCnt="0"/>
      <dgm:spPr/>
    </dgm:pt>
    <dgm:pt modelId="{5150BB15-1346-483E-AF7D-70E2640A7E40}" type="pres">
      <dgm:prSet presAssocID="{9640E334-9480-4A84-BC70-D24BCF153D52}" presName="background4" presStyleLbl="node4" presStyleIdx="3" presStyleCnt="18"/>
      <dgm:spPr/>
    </dgm:pt>
    <dgm:pt modelId="{CDDF574B-1D82-4FB8-8077-5F85A7CEF7B9}" type="pres">
      <dgm:prSet presAssocID="{9640E334-9480-4A84-BC70-D24BCF153D52}" presName="text4" presStyleLbl="fgAcc4" presStyleIdx="3" presStyleCnt="18" custScaleX="114039" custScaleY="167913">
        <dgm:presLayoutVars>
          <dgm:chPref val="3"/>
        </dgm:presLayoutVars>
      </dgm:prSet>
      <dgm:spPr/>
    </dgm:pt>
    <dgm:pt modelId="{933DDD88-8DD9-4E5E-9806-8B09BE811C9B}" type="pres">
      <dgm:prSet presAssocID="{9640E334-9480-4A84-BC70-D24BCF153D52}" presName="hierChild5" presStyleCnt="0"/>
      <dgm:spPr/>
    </dgm:pt>
    <dgm:pt modelId="{3CBDBA62-4C7E-435D-BC9D-239044301547}" type="pres">
      <dgm:prSet presAssocID="{4D70C2E6-4F2B-40B4-98FC-0991C8A7645E}" presName="Name23" presStyleLbl="parChTrans1D4" presStyleIdx="4" presStyleCnt="18"/>
      <dgm:spPr/>
    </dgm:pt>
    <dgm:pt modelId="{0C985457-ABEA-4543-9E67-3CEAEBACA288}" type="pres">
      <dgm:prSet presAssocID="{00C11182-5807-44AB-9985-431CAC2E5275}" presName="hierRoot4" presStyleCnt="0"/>
      <dgm:spPr/>
    </dgm:pt>
    <dgm:pt modelId="{1583A36E-A3F3-4BD5-939E-C762C960AEBA}" type="pres">
      <dgm:prSet presAssocID="{00C11182-5807-44AB-9985-431CAC2E5275}" presName="composite4" presStyleCnt="0"/>
      <dgm:spPr/>
    </dgm:pt>
    <dgm:pt modelId="{37D316C6-5040-4D74-8864-132E6BA9BBFC}" type="pres">
      <dgm:prSet presAssocID="{00C11182-5807-44AB-9985-431CAC2E5275}" presName="background4" presStyleLbl="node4" presStyleIdx="4" presStyleCnt="18"/>
      <dgm:spPr/>
    </dgm:pt>
    <dgm:pt modelId="{5B81F4FF-90E0-473F-AA26-0933966D080F}" type="pres">
      <dgm:prSet presAssocID="{00C11182-5807-44AB-9985-431CAC2E5275}" presName="text4" presStyleLbl="fgAcc4" presStyleIdx="4" presStyleCnt="18" custScaleY="289991">
        <dgm:presLayoutVars>
          <dgm:chPref val="3"/>
        </dgm:presLayoutVars>
      </dgm:prSet>
      <dgm:spPr/>
    </dgm:pt>
    <dgm:pt modelId="{F7224FD9-C049-4084-8DA9-9FD6F0D3816E}" type="pres">
      <dgm:prSet presAssocID="{00C11182-5807-44AB-9985-431CAC2E5275}" presName="hierChild5" presStyleCnt="0"/>
      <dgm:spPr/>
    </dgm:pt>
    <dgm:pt modelId="{D11D003C-CB16-47A8-9BF7-F56F919A5E74}" type="pres">
      <dgm:prSet presAssocID="{3B9BE9A6-0E02-421D-B781-839188EF02AD}" presName="Name23" presStyleLbl="parChTrans1D4" presStyleIdx="5" presStyleCnt="18"/>
      <dgm:spPr/>
    </dgm:pt>
    <dgm:pt modelId="{4F047DB4-C4BA-4D93-A18F-4C41B3003984}" type="pres">
      <dgm:prSet presAssocID="{C670D8F7-BD99-49EB-9E63-876022F745D6}" presName="hierRoot4" presStyleCnt="0"/>
      <dgm:spPr/>
    </dgm:pt>
    <dgm:pt modelId="{5C8802A8-13CB-4672-98FC-B20CD74DF89D}" type="pres">
      <dgm:prSet presAssocID="{C670D8F7-BD99-49EB-9E63-876022F745D6}" presName="composite4" presStyleCnt="0"/>
      <dgm:spPr/>
    </dgm:pt>
    <dgm:pt modelId="{B3AB75D9-CAB8-4D3E-ADC7-4B8D7ABDFAD3}" type="pres">
      <dgm:prSet presAssocID="{C670D8F7-BD99-49EB-9E63-876022F745D6}" presName="background4" presStyleLbl="node4" presStyleIdx="5" presStyleCnt="18"/>
      <dgm:spPr/>
    </dgm:pt>
    <dgm:pt modelId="{924979AF-3A37-49B4-8161-920557516DF4}" type="pres">
      <dgm:prSet presAssocID="{C670D8F7-BD99-49EB-9E63-876022F745D6}" presName="text4" presStyleLbl="fgAcc4" presStyleIdx="5" presStyleCnt="18" custScaleX="118081" custScaleY="142119">
        <dgm:presLayoutVars>
          <dgm:chPref val="3"/>
        </dgm:presLayoutVars>
      </dgm:prSet>
      <dgm:spPr/>
    </dgm:pt>
    <dgm:pt modelId="{A7191729-F617-4AA6-8763-44492C6750E5}" type="pres">
      <dgm:prSet presAssocID="{C670D8F7-BD99-49EB-9E63-876022F745D6}" presName="hierChild5" presStyleCnt="0"/>
      <dgm:spPr/>
    </dgm:pt>
    <dgm:pt modelId="{E16E5A0E-C98A-486A-A822-BCB1515D6D73}" type="pres">
      <dgm:prSet presAssocID="{DF9BBC3C-0CDC-47A3-8442-253F6FB492D9}" presName="Name17" presStyleLbl="parChTrans1D3" presStyleIdx="1" presStyleCnt="5"/>
      <dgm:spPr/>
    </dgm:pt>
    <dgm:pt modelId="{B9CB67D4-ED5B-47A9-B2C7-641C3D8CC0D1}" type="pres">
      <dgm:prSet presAssocID="{773620B6-72BD-4AA7-AD3E-C840BE0AB8D5}" presName="hierRoot3" presStyleCnt="0"/>
      <dgm:spPr/>
    </dgm:pt>
    <dgm:pt modelId="{830343D5-0977-419B-A2D5-AC6B488CE6A2}" type="pres">
      <dgm:prSet presAssocID="{773620B6-72BD-4AA7-AD3E-C840BE0AB8D5}" presName="composite3" presStyleCnt="0"/>
      <dgm:spPr/>
    </dgm:pt>
    <dgm:pt modelId="{4243BF0C-15AF-4355-BD68-7D01430782DD}" type="pres">
      <dgm:prSet presAssocID="{773620B6-72BD-4AA7-AD3E-C840BE0AB8D5}" presName="background3" presStyleLbl="node3" presStyleIdx="1" presStyleCnt="5"/>
      <dgm:spPr/>
    </dgm:pt>
    <dgm:pt modelId="{EBC58B70-D1C5-47CF-B55B-1F05A54A9968}" type="pres">
      <dgm:prSet presAssocID="{773620B6-72BD-4AA7-AD3E-C840BE0AB8D5}" presName="text3" presStyleLbl="fgAcc3" presStyleIdx="1" presStyleCnt="5" custScaleX="157943">
        <dgm:presLayoutVars>
          <dgm:chPref val="3"/>
        </dgm:presLayoutVars>
      </dgm:prSet>
      <dgm:spPr/>
    </dgm:pt>
    <dgm:pt modelId="{EF337F9F-29D0-4BF2-9DD5-0B29E1C154EC}" type="pres">
      <dgm:prSet presAssocID="{773620B6-72BD-4AA7-AD3E-C840BE0AB8D5}" presName="hierChild4" presStyleCnt="0"/>
      <dgm:spPr/>
    </dgm:pt>
    <dgm:pt modelId="{2691E219-C375-4042-B2EB-189263EA8A4F}" type="pres">
      <dgm:prSet presAssocID="{EC686701-50BE-4237-AA68-42564EA1EB32}" presName="Name23" presStyleLbl="parChTrans1D4" presStyleIdx="6" presStyleCnt="18"/>
      <dgm:spPr/>
    </dgm:pt>
    <dgm:pt modelId="{9FDBE04E-7C00-4DAC-9A4C-165C3F588959}" type="pres">
      <dgm:prSet presAssocID="{45A1285D-03E2-4FC5-B63F-CC73CA1A4BEE}" presName="hierRoot4" presStyleCnt="0"/>
      <dgm:spPr/>
    </dgm:pt>
    <dgm:pt modelId="{57FE2EFC-2652-4F1D-A351-83DF6E670686}" type="pres">
      <dgm:prSet presAssocID="{45A1285D-03E2-4FC5-B63F-CC73CA1A4BEE}" presName="composite4" presStyleCnt="0"/>
      <dgm:spPr/>
    </dgm:pt>
    <dgm:pt modelId="{3060C2E0-FED7-4E6A-A92C-E15167EB816D}" type="pres">
      <dgm:prSet presAssocID="{45A1285D-03E2-4FC5-B63F-CC73CA1A4BEE}" presName="background4" presStyleLbl="node4" presStyleIdx="6" presStyleCnt="18"/>
      <dgm:spPr/>
    </dgm:pt>
    <dgm:pt modelId="{EBAF6D40-DDAF-45A2-A156-DA61074E76FD}" type="pres">
      <dgm:prSet presAssocID="{45A1285D-03E2-4FC5-B63F-CC73CA1A4BEE}" presName="text4" presStyleLbl="fgAcc4" presStyleIdx="6" presStyleCnt="18">
        <dgm:presLayoutVars>
          <dgm:chPref val="3"/>
        </dgm:presLayoutVars>
      </dgm:prSet>
      <dgm:spPr/>
    </dgm:pt>
    <dgm:pt modelId="{865DB349-E5AF-46C0-B0AC-E9D0A52F9C7D}" type="pres">
      <dgm:prSet presAssocID="{45A1285D-03E2-4FC5-B63F-CC73CA1A4BEE}" presName="hierChild5" presStyleCnt="0"/>
      <dgm:spPr/>
    </dgm:pt>
    <dgm:pt modelId="{BB4D565B-F6FC-4706-8990-80151501AC5A}" type="pres">
      <dgm:prSet presAssocID="{77A40671-9BCE-464B-8290-9F8E4615F3E3}" presName="Name23" presStyleLbl="parChTrans1D4" presStyleIdx="7" presStyleCnt="18"/>
      <dgm:spPr/>
    </dgm:pt>
    <dgm:pt modelId="{DB24DBD5-2E0F-4BE1-9EB8-B8E357737FB0}" type="pres">
      <dgm:prSet presAssocID="{84A31C80-1FE0-4754-AF50-EE9A157A60F6}" presName="hierRoot4" presStyleCnt="0"/>
      <dgm:spPr/>
    </dgm:pt>
    <dgm:pt modelId="{A207C99A-26B1-4EAF-BDD6-BFCF06BCD42E}" type="pres">
      <dgm:prSet presAssocID="{84A31C80-1FE0-4754-AF50-EE9A157A60F6}" presName="composite4" presStyleCnt="0"/>
      <dgm:spPr/>
    </dgm:pt>
    <dgm:pt modelId="{E7122916-451F-4F71-B809-118A671FF1E5}" type="pres">
      <dgm:prSet presAssocID="{84A31C80-1FE0-4754-AF50-EE9A157A60F6}" presName="background4" presStyleLbl="node4" presStyleIdx="7" presStyleCnt="18"/>
      <dgm:spPr/>
    </dgm:pt>
    <dgm:pt modelId="{19BED8C5-781F-4015-AE6D-3CDDE6224FD3}" type="pres">
      <dgm:prSet presAssocID="{84A31C80-1FE0-4754-AF50-EE9A157A60F6}" presName="text4" presStyleLbl="fgAcc4" presStyleIdx="7" presStyleCnt="18" custScaleX="119852" custScaleY="248584">
        <dgm:presLayoutVars>
          <dgm:chPref val="3"/>
        </dgm:presLayoutVars>
      </dgm:prSet>
      <dgm:spPr/>
    </dgm:pt>
    <dgm:pt modelId="{80D88D14-C8A1-488D-B1CA-341ABB7F36C5}" type="pres">
      <dgm:prSet presAssocID="{84A31C80-1FE0-4754-AF50-EE9A157A60F6}" presName="hierChild5" presStyleCnt="0"/>
      <dgm:spPr/>
    </dgm:pt>
    <dgm:pt modelId="{645ED8B1-5E96-473B-AA23-D316EBED0923}" type="pres">
      <dgm:prSet presAssocID="{47FA4421-05FC-4814-959A-7D1222FA097E}" presName="Name23" presStyleLbl="parChTrans1D4" presStyleIdx="8" presStyleCnt="18"/>
      <dgm:spPr/>
    </dgm:pt>
    <dgm:pt modelId="{3664CB06-1BF2-4F87-88EC-7F3A613F216A}" type="pres">
      <dgm:prSet presAssocID="{5A62F4D5-3144-46CD-9F40-8843616F1D79}" presName="hierRoot4" presStyleCnt="0"/>
      <dgm:spPr/>
    </dgm:pt>
    <dgm:pt modelId="{CE225D9A-D68F-484B-989A-AE927810BF42}" type="pres">
      <dgm:prSet presAssocID="{5A62F4D5-3144-46CD-9F40-8843616F1D79}" presName="composite4" presStyleCnt="0"/>
      <dgm:spPr/>
    </dgm:pt>
    <dgm:pt modelId="{A8C67FA6-7ABD-4618-B377-927EC3884E24}" type="pres">
      <dgm:prSet presAssocID="{5A62F4D5-3144-46CD-9F40-8843616F1D79}" presName="background4" presStyleLbl="node4" presStyleIdx="8" presStyleCnt="18"/>
      <dgm:spPr/>
    </dgm:pt>
    <dgm:pt modelId="{15C394E3-2F48-457A-8810-B39903F4222F}" type="pres">
      <dgm:prSet presAssocID="{5A62F4D5-3144-46CD-9F40-8843616F1D79}" presName="text4" presStyleLbl="fgAcc4" presStyleIdx="8" presStyleCnt="18" custScaleY="179056">
        <dgm:presLayoutVars>
          <dgm:chPref val="3"/>
        </dgm:presLayoutVars>
      </dgm:prSet>
      <dgm:spPr/>
    </dgm:pt>
    <dgm:pt modelId="{CA9302BB-7C05-470D-89A4-582741ADBBA0}" type="pres">
      <dgm:prSet presAssocID="{5A62F4D5-3144-46CD-9F40-8843616F1D79}" presName="hierChild5" presStyleCnt="0"/>
      <dgm:spPr/>
    </dgm:pt>
    <dgm:pt modelId="{8D4834AA-BE9C-445D-AEB4-FC39536D94E1}" type="pres">
      <dgm:prSet presAssocID="{010C120B-AC4B-4CDB-A3BC-E70DEE42375E}" presName="Name23" presStyleLbl="parChTrans1D4" presStyleIdx="9" presStyleCnt="18"/>
      <dgm:spPr/>
    </dgm:pt>
    <dgm:pt modelId="{CF09EE53-1413-46C2-ADA2-9A14EED231C4}" type="pres">
      <dgm:prSet presAssocID="{268D4E39-0CDB-40D6-B715-717E2E617DEF}" presName="hierRoot4" presStyleCnt="0"/>
      <dgm:spPr/>
    </dgm:pt>
    <dgm:pt modelId="{C5BC64E9-7896-4C8F-99CB-F797682F6EC4}" type="pres">
      <dgm:prSet presAssocID="{268D4E39-0CDB-40D6-B715-717E2E617DEF}" presName="composite4" presStyleCnt="0"/>
      <dgm:spPr/>
    </dgm:pt>
    <dgm:pt modelId="{E9B3408C-50B8-4856-A4C3-CF930E3AC9F0}" type="pres">
      <dgm:prSet presAssocID="{268D4E39-0CDB-40D6-B715-717E2E617DEF}" presName="background4" presStyleLbl="node4" presStyleIdx="9" presStyleCnt="18"/>
      <dgm:spPr/>
    </dgm:pt>
    <dgm:pt modelId="{E304D56B-239A-4D0C-A7D2-813502A91E7F}" type="pres">
      <dgm:prSet presAssocID="{268D4E39-0CDB-40D6-B715-717E2E617DEF}" presName="text4" presStyleLbl="fgAcc4" presStyleIdx="9" presStyleCnt="18" custScaleY="208622">
        <dgm:presLayoutVars>
          <dgm:chPref val="3"/>
        </dgm:presLayoutVars>
      </dgm:prSet>
      <dgm:spPr/>
    </dgm:pt>
    <dgm:pt modelId="{B3F67780-1390-42BA-974B-89B15A64F22E}" type="pres">
      <dgm:prSet presAssocID="{268D4E39-0CDB-40D6-B715-717E2E617DEF}" presName="hierChild5" presStyleCnt="0"/>
      <dgm:spPr/>
    </dgm:pt>
    <dgm:pt modelId="{E8E3A2DF-7361-404C-A61F-02C3FC78834E}" type="pres">
      <dgm:prSet presAssocID="{2D2E37F3-7FF9-4529-BB9C-5F572877A8AB}" presName="Name10" presStyleLbl="parChTrans1D2" presStyleIdx="1" presStyleCnt="3"/>
      <dgm:spPr/>
    </dgm:pt>
    <dgm:pt modelId="{D8957EF7-3CB9-49E5-BD5D-ED4DEFB7F48D}" type="pres">
      <dgm:prSet presAssocID="{D3164122-362F-4780-87EA-5452179970C9}" presName="hierRoot2" presStyleCnt="0"/>
      <dgm:spPr/>
    </dgm:pt>
    <dgm:pt modelId="{4DB13304-2B2F-4ADF-AC29-A572FE68047F}" type="pres">
      <dgm:prSet presAssocID="{D3164122-362F-4780-87EA-5452179970C9}" presName="composite2" presStyleCnt="0"/>
      <dgm:spPr/>
    </dgm:pt>
    <dgm:pt modelId="{C99AF00D-587A-4D2F-9DF3-F086B60B49B6}" type="pres">
      <dgm:prSet presAssocID="{D3164122-362F-4780-87EA-5452179970C9}" presName="background2" presStyleLbl="node2" presStyleIdx="1" presStyleCnt="3"/>
      <dgm:spPr/>
    </dgm:pt>
    <dgm:pt modelId="{24C9B9A5-4725-4D4B-8B2A-6E0660D30F18}" type="pres">
      <dgm:prSet presAssocID="{D3164122-362F-4780-87EA-5452179970C9}" presName="text2" presStyleLbl="fgAcc2" presStyleIdx="1" presStyleCnt="3">
        <dgm:presLayoutVars>
          <dgm:chPref val="3"/>
        </dgm:presLayoutVars>
      </dgm:prSet>
      <dgm:spPr/>
    </dgm:pt>
    <dgm:pt modelId="{ADFE5AE9-6515-4DCB-81BA-C2F2C20F5CEE}" type="pres">
      <dgm:prSet presAssocID="{D3164122-362F-4780-87EA-5452179970C9}" presName="hierChild3" presStyleCnt="0"/>
      <dgm:spPr/>
    </dgm:pt>
    <dgm:pt modelId="{0CDB784D-B2D7-4E33-AB5E-42DED4D3DF95}" type="pres">
      <dgm:prSet presAssocID="{AE66FE3E-D9EC-4BD9-968E-1FDAE6F3B630}" presName="Name17" presStyleLbl="parChTrans1D3" presStyleIdx="2" presStyleCnt="5"/>
      <dgm:spPr/>
    </dgm:pt>
    <dgm:pt modelId="{1E24F256-6879-4031-8DEB-4A56A67D8B76}" type="pres">
      <dgm:prSet presAssocID="{DF406A71-B3C2-4AE6-8AB9-0D8055C5DF58}" presName="hierRoot3" presStyleCnt="0"/>
      <dgm:spPr/>
    </dgm:pt>
    <dgm:pt modelId="{946AF80A-242A-4866-A0A3-F4EE4FEAD3E3}" type="pres">
      <dgm:prSet presAssocID="{DF406A71-B3C2-4AE6-8AB9-0D8055C5DF58}" presName="composite3" presStyleCnt="0"/>
      <dgm:spPr/>
    </dgm:pt>
    <dgm:pt modelId="{A8ABF9B4-AFFB-4B89-A425-BBEDF4894B77}" type="pres">
      <dgm:prSet presAssocID="{DF406A71-B3C2-4AE6-8AB9-0D8055C5DF58}" presName="background3" presStyleLbl="node3" presStyleIdx="2" presStyleCnt="5"/>
      <dgm:spPr/>
    </dgm:pt>
    <dgm:pt modelId="{446059D9-CC56-492D-BFE3-1297E163E248}" type="pres">
      <dgm:prSet presAssocID="{DF406A71-B3C2-4AE6-8AB9-0D8055C5DF58}" presName="text3" presStyleLbl="fgAcc3" presStyleIdx="2" presStyleCnt="5" custScaleX="181299">
        <dgm:presLayoutVars>
          <dgm:chPref val="3"/>
        </dgm:presLayoutVars>
      </dgm:prSet>
      <dgm:spPr/>
    </dgm:pt>
    <dgm:pt modelId="{A4C84C6C-C7E0-4692-AFDA-6E72D6001B0B}" type="pres">
      <dgm:prSet presAssocID="{DF406A71-B3C2-4AE6-8AB9-0D8055C5DF58}" presName="hierChild4" presStyleCnt="0"/>
      <dgm:spPr/>
    </dgm:pt>
    <dgm:pt modelId="{97C435D1-BB08-4A46-BEE0-F112D1C689B4}" type="pres">
      <dgm:prSet presAssocID="{CFB0213E-D365-40F3-9054-6D11DFC6D814}" presName="Name23" presStyleLbl="parChTrans1D4" presStyleIdx="10" presStyleCnt="18"/>
      <dgm:spPr/>
    </dgm:pt>
    <dgm:pt modelId="{C11E8BBD-4861-46F7-BC6A-5AEB8CE643D6}" type="pres">
      <dgm:prSet presAssocID="{0513EC31-AAD5-4437-9EE4-F154488A0BD7}" presName="hierRoot4" presStyleCnt="0"/>
      <dgm:spPr/>
    </dgm:pt>
    <dgm:pt modelId="{DFC26B8E-9B07-42A2-93C9-1BF0B5621432}" type="pres">
      <dgm:prSet presAssocID="{0513EC31-AAD5-4437-9EE4-F154488A0BD7}" presName="composite4" presStyleCnt="0"/>
      <dgm:spPr/>
    </dgm:pt>
    <dgm:pt modelId="{8DAE1D9F-ABE0-4BE8-A7DC-F41ADEE0AB61}" type="pres">
      <dgm:prSet presAssocID="{0513EC31-AAD5-4437-9EE4-F154488A0BD7}" presName="background4" presStyleLbl="node4" presStyleIdx="10" presStyleCnt="18"/>
      <dgm:spPr/>
    </dgm:pt>
    <dgm:pt modelId="{09058E97-2D6D-4460-A61E-5F994535679C}" type="pres">
      <dgm:prSet presAssocID="{0513EC31-AAD5-4437-9EE4-F154488A0BD7}" presName="text4" presStyleLbl="fgAcc4" presStyleIdx="10" presStyleCnt="18" custScaleX="114945" custScaleY="138821">
        <dgm:presLayoutVars>
          <dgm:chPref val="3"/>
        </dgm:presLayoutVars>
      </dgm:prSet>
      <dgm:spPr/>
    </dgm:pt>
    <dgm:pt modelId="{8D1218E8-395E-42C9-B1C0-6C0787840B64}" type="pres">
      <dgm:prSet presAssocID="{0513EC31-AAD5-4437-9EE4-F154488A0BD7}" presName="hierChild5" presStyleCnt="0"/>
      <dgm:spPr/>
    </dgm:pt>
    <dgm:pt modelId="{17B001EF-43E7-4A81-AACC-C07B339B7E2E}" type="pres">
      <dgm:prSet presAssocID="{52253047-0489-4A13-A1AF-649C4DC0F3AE}" presName="Name23" presStyleLbl="parChTrans1D4" presStyleIdx="11" presStyleCnt="18"/>
      <dgm:spPr/>
    </dgm:pt>
    <dgm:pt modelId="{8249328F-A1E9-4F84-A095-183301BECBCC}" type="pres">
      <dgm:prSet presAssocID="{562EACE6-FC7B-4591-94DE-DAFBC20EC355}" presName="hierRoot4" presStyleCnt="0"/>
      <dgm:spPr/>
    </dgm:pt>
    <dgm:pt modelId="{9AFF083F-06E8-4278-A82D-959C56A150EE}" type="pres">
      <dgm:prSet presAssocID="{562EACE6-FC7B-4591-94DE-DAFBC20EC355}" presName="composite4" presStyleCnt="0"/>
      <dgm:spPr/>
    </dgm:pt>
    <dgm:pt modelId="{648F769D-2066-4046-9CF2-1858CA164EA5}" type="pres">
      <dgm:prSet presAssocID="{562EACE6-FC7B-4591-94DE-DAFBC20EC355}" presName="background4" presStyleLbl="node4" presStyleIdx="11" presStyleCnt="18"/>
      <dgm:spPr/>
    </dgm:pt>
    <dgm:pt modelId="{4E021796-B6ED-4381-AC19-E9574AAC2B64}" type="pres">
      <dgm:prSet presAssocID="{562EACE6-FC7B-4591-94DE-DAFBC20EC355}" presName="text4" presStyleLbl="fgAcc4" presStyleIdx="11" presStyleCnt="18" custScaleY="187448">
        <dgm:presLayoutVars>
          <dgm:chPref val="3"/>
        </dgm:presLayoutVars>
      </dgm:prSet>
      <dgm:spPr/>
    </dgm:pt>
    <dgm:pt modelId="{A144A888-5C9A-424F-8FCC-B97F58ADB18C}" type="pres">
      <dgm:prSet presAssocID="{562EACE6-FC7B-4591-94DE-DAFBC20EC355}" presName="hierChild5" presStyleCnt="0"/>
      <dgm:spPr/>
    </dgm:pt>
    <dgm:pt modelId="{DC1818A1-8AB6-473A-A5A4-EA999F57E701}" type="pres">
      <dgm:prSet presAssocID="{D0CD1F33-805C-4A27-97CA-C3DAF4F16E95}" presName="Name23" presStyleLbl="parChTrans1D4" presStyleIdx="12" presStyleCnt="18"/>
      <dgm:spPr/>
    </dgm:pt>
    <dgm:pt modelId="{984723F0-2234-4E84-98C5-60DFCA74ABB2}" type="pres">
      <dgm:prSet presAssocID="{00BCEA8F-F653-44D6-88EA-98CFE7C798AD}" presName="hierRoot4" presStyleCnt="0"/>
      <dgm:spPr/>
    </dgm:pt>
    <dgm:pt modelId="{0317DB76-02A7-4C59-8B80-E0759B3F4380}" type="pres">
      <dgm:prSet presAssocID="{00BCEA8F-F653-44D6-88EA-98CFE7C798AD}" presName="composite4" presStyleCnt="0"/>
      <dgm:spPr/>
    </dgm:pt>
    <dgm:pt modelId="{E541C4D3-3AF5-40A0-80FD-347ECB125216}" type="pres">
      <dgm:prSet presAssocID="{00BCEA8F-F653-44D6-88EA-98CFE7C798AD}" presName="background4" presStyleLbl="node4" presStyleIdx="12" presStyleCnt="18"/>
      <dgm:spPr/>
    </dgm:pt>
    <dgm:pt modelId="{2FB6FAE6-9D9F-492E-ABEC-12E6F3F155BE}" type="pres">
      <dgm:prSet presAssocID="{00BCEA8F-F653-44D6-88EA-98CFE7C798AD}" presName="text4" presStyleLbl="fgAcc4" presStyleIdx="12" presStyleCnt="18" custScaleY="136885">
        <dgm:presLayoutVars>
          <dgm:chPref val="3"/>
        </dgm:presLayoutVars>
      </dgm:prSet>
      <dgm:spPr/>
    </dgm:pt>
    <dgm:pt modelId="{666EFC0D-B25C-4A05-91EF-2ECB498A2309}" type="pres">
      <dgm:prSet presAssocID="{00BCEA8F-F653-44D6-88EA-98CFE7C798AD}" presName="hierChild5" presStyleCnt="0"/>
      <dgm:spPr/>
    </dgm:pt>
    <dgm:pt modelId="{D9AD552E-FC1D-434E-A335-98EF42B4C86D}" type="pres">
      <dgm:prSet presAssocID="{B8CD523F-C125-4FED-9040-AA05AAE6539F}" presName="Name23" presStyleLbl="parChTrans1D4" presStyleIdx="13" presStyleCnt="18"/>
      <dgm:spPr/>
    </dgm:pt>
    <dgm:pt modelId="{279685FB-56E6-4C98-AC48-31C0C78958DD}" type="pres">
      <dgm:prSet presAssocID="{22520C4F-F507-4C3D-AC8A-BB3E73A4F915}" presName="hierRoot4" presStyleCnt="0"/>
      <dgm:spPr/>
    </dgm:pt>
    <dgm:pt modelId="{2CA25493-C730-43FE-9697-FE71E1E44266}" type="pres">
      <dgm:prSet presAssocID="{22520C4F-F507-4C3D-AC8A-BB3E73A4F915}" presName="composite4" presStyleCnt="0"/>
      <dgm:spPr/>
    </dgm:pt>
    <dgm:pt modelId="{E84A5936-E6A8-4F4B-9A83-7B870C875F16}" type="pres">
      <dgm:prSet presAssocID="{22520C4F-F507-4C3D-AC8A-BB3E73A4F915}" presName="background4" presStyleLbl="node4" presStyleIdx="13" presStyleCnt="18"/>
      <dgm:spPr/>
    </dgm:pt>
    <dgm:pt modelId="{6DB0DA46-1BAB-42C2-A7C4-33D5622E2D03}" type="pres">
      <dgm:prSet presAssocID="{22520C4F-F507-4C3D-AC8A-BB3E73A4F915}" presName="text4" presStyleLbl="fgAcc4" presStyleIdx="13" presStyleCnt="18" custScaleY="163446">
        <dgm:presLayoutVars>
          <dgm:chPref val="3"/>
        </dgm:presLayoutVars>
      </dgm:prSet>
      <dgm:spPr/>
    </dgm:pt>
    <dgm:pt modelId="{93CA90D4-9549-488A-BEBC-29EB31045020}" type="pres">
      <dgm:prSet presAssocID="{22520C4F-F507-4C3D-AC8A-BB3E73A4F915}" presName="hierChild5" presStyleCnt="0"/>
      <dgm:spPr/>
    </dgm:pt>
    <dgm:pt modelId="{BAC56988-1386-491E-8938-C9685485574C}" type="pres">
      <dgm:prSet presAssocID="{032E8684-C34A-4B1E-9057-8170360BAFAF}" presName="Name23" presStyleLbl="parChTrans1D4" presStyleIdx="14" presStyleCnt="18"/>
      <dgm:spPr/>
    </dgm:pt>
    <dgm:pt modelId="{DB424721-C508-48F3-ACFA-206175FFF1E9}" type="pres">
      <dgm:prSet presAssocID="{B24432E6-165B-413C-8840-C51C572E5465}" presName="hierRoot4" presStyleCnt="0"/>
      <dgm:spPr/>
    </dgm:pt>
    <dgm:pt modelId="{1CA40EFA-22F5-4CD6-9821-9F985C05BADF}" type="pres">
      <dgm:prSet presAssocID="{B24432E6-165B-413C-8840-C51C572E5465}" presName="composite4" presStyleCnt="0"/>
      <dgm:spPr/>
    </dgm:pt>
    <dgm:pt modelId="{FB66B440-AA4E-46A3-BAC8-0F211619BC38}" type="pres">
      <dgm:prSet presAssocID="{B24432E6-165B-413C-8840-C51C572E5465}" presName="background4" presStyleLbl="node4" presStyleIdx="14" presStyleCnt="18"/>
      <dgm:spPr/>
    </dgm:pt>
    <dgm:pt modelId="{88FF6A0A-51CC-42C6-9F66-A7A8F3AC026E}" type="pres">
      <dgm:prSet presAssocID="{B24432E6-165B-413C-8840-C51C572E5465}" presName="text4" presStyleLbl="fgAcc4" presStyleIdx="14" presStyleCnt="18" custScaleY="202974">
        <dgm:presLayoutVars>
          <dgm:chPref val="3"/>
        </dgm:presLayoutVars>
      </dgm:prSet>
      <dgm:spPr/>
    </dgm:pt>
    <dgm:pt modelId="{4C8B7C56-19C9-488D-A0F7-54B065597211}" type="pres">
      <dgm:prSet presAssocID="{B24432E6-165B-413C-8840-C51C572E5465}" presName="hierChild5" presStyleCnt="0"/>
      <dgm:spPr/>
    </dgm:pt>
    <dgm:pt modelId="{D3F3B892-FA73-4D2F-A520-CBCD94FBA092}" type="pres">
      <dgm:prSet presAssocID="{7CD4D9AA-038E-4AB0-A05A-0F3540D2B4F0}" presName="Name23" presStyleLbl="parChTrans1D4" presStyleIdx="15" presStyleCnt="18"/>
      <dgm:spPr/>
    </dgm:pt>
    <dgm:pt modelId="{58EBDCDC-330D-44A5-AAEB-22A2095080CA}" type="pres">
      <dgm:prSet presAssocID="{52AA8B8A-83AC-475C-BCDE-6198406BCF2D}" presName="hierRoot4" presStyleCnt="0"/>
      <dgm:spPr/>
    </dgm:pt>
    <dgm:pt modelId="{669EE684-F6E5-4412-8483-7663EFCE67EF}" type="pres">
      <dgm:prSet presAssocID="{52AA8B8A-83AC-475C-BCDE-6198406BCF2D}" presName="composite4" presStyleCnt="0"/>
      <dgm:spPr/>
    </dgm:pt>
    <dgm:pt modelId="{89B39358-69F2-4193-9042-E43528B8883B}" type="pres">
      <dgm:prSet presAssocID="{52AA8B8A-83AC-475C-BCDE-6198406BCF2D}" presName="background4" presStyleLbl="node4" presStyleIdx="15" presStyleCnt="18"/>
      <dgm:spPr/>
    </dgm:pt>
    <dgm:pt modelId="{0143F746-8F68-4CD2-B250-8EDF9E90B3D6}" type="pres">
      <dgm:prSet presAssocID="{52AA8B8A-83AC-475C-BCDE-6198406BCF2D}" presName="text4" presStyleLbl="fgAcc4" presStyleIdx="15" presStyleCnt="18" custScaleX="112795" custScaleY="206584">
        <dgm:presLayoutVars>
          <dgm:chPref val="3"/>
        </dgm:presLayoutVars>
      </dgm:prSet>
      <dgm:spPr/>
    </dgm:pt>
    <dgm:pt modelId="{CFEA40F2-6C27-4BAA-9E02-5330A4A781EF}" type="pres">
      <dgm:prSet presAssocID="{52AA8B8A-83AC-475C-BCDE-6198406BCF2D}" presName="hierChild5" presStyleCnt="0"/>
      <dgm:spPr/>
    </dgm:pt>
    <dgm:pt modelId="{B42B82DD-8903-4ADC-BBF8-C33C7DA119BD}" type="pres">
      <dgm:prSet presAssocID="{28936F62-E7AD-40E4-B032-CE9E9A348FA9}" presName="Name23" presStyleLbl="parChTrans1D4" presStyleIdx="16" presStyleCnt="18"/>
      <dgm:spPr/>
    </dgm:pt>
    <dgm:pt modelId="{3835AB44-BD41-45CC-A967-12E1A159A330}" type="pres">
      <dgm:prSet presAssocID="{192A8348-DEA3-487C-91D6-F1498586A4BC}" presName="hierRoot4" presStyleCnt="0"/>
      <dgm:spPr/>
    </dgm:pt>
    <dgm:pt modelId="{DD78A782-FD25-4B35-AEC4-EC306701D056}" type="pres">
      <dgm:prSet presAssocID="{192A8348-DEA3-487C-91D6-F1498586A4BC}" presName="composite4" presStyleCnt="0"/>
      <dgm:spPr/>
    </dgm:pt>
    <dgm:pt modelId="{0A81C4EB-7780-4229-9EB4-19924D58645C}" type="pres">
      <dgm:prSet presAssocID="{192A8348-DEA3-487C-91D6-F1498586A4BC}" presName="background4" presStyleLbl="node4" presStyleIdx="16" presStyleCnt="18"/>
      <dgm:spPr/>
    </dgm:pt>
    <dgm:pt modelId="{E42356FF-58C7-440A-B959-C30985DFBEE3}" type="pres">
      <dgm:prSet presAssocID="{192A8348-DEA3-487C-91D6-F1498586A4BC}" presName="text4" presStyleLbl="fgAcc4" presStyleIdx="16" presStyleCnt="18" custScaleY="169093">
        <dgm:presLayoutVars>
          <dgm:chPref val="3"/>
        </dgm:presLayoutVars>
      </dgm:prSet>
      <dgm:spPr/>
    </dgm:pt>
    <dgm:pt modelId="{7715AAAA-BAAF-419F-A2A8-9B22B847B133}" type="pres">
      <dgm:prSet presAssocID="{192A8348-DEA3-487C-91D6-F1498586A4BC}" presName="hierChild5" presStyleCnt="0"/>
      <dgm:spPr/>
    </dgm:pt>
    <dgm:pt modelId="{BD27327A-06BF-435F-8CB3-6A761FDEB7BB}" type="pres">
      <dgm:prSet presAssocID="{EDA735B4-803E-46FC-824B-ACE907A50C97}" presName="Name17" presStyleLbl="parChTrans1D3" presStyleIdx="3" presStyleCnt="5"/>
      <dgm:spPr/>
    </dgm:pt>
    <dgm:pt modelId="{E60FEF18-BCBB-43CD-A5A6-0DD55DB78C3F}" type="pres">
      <dgm:prSet presAssocID="{0A6511AE-F9DE-48E7-9EB3-8B12207F7B10}" presName="hierRoot3" presStyleCnt="0"/>
      <dgm:spPr/>
    </dgm:pt>
    <dgm:pt modelId="{5EF20D70-0105-455B-8986-D1BF133A1224}" type="pres">
      <dgm:prSet presAssocID="{0A6511AE-F9DE-48E7-9EB3-8B12207F7B10}" presName="composite3" presStyleCnt="0"/>
      <dgm:spPr/>
    </dgm:pt>
    <dgm:pt modelId="{47C1611A-EDE7-4C57-BCEA-3C5CC43D2E79}" type="pres">
      <dgm:prSet presAssocID="{0A6511AE-F9DE-48E7-9EB3-8B12207F7B10}" presName="background3" presStyleLbl="node3" presStyleIdx="3" presStyleCnt="5"/>
      <dgm:spPr/>
    </dgm:pt>
    <dgm:pt modelId="{45CB2D9B-2243-4B5A-AEA2-98DDC4085B53}" type="pres">
      <dgm:prSet presAssocID="{0A6511AE-F9DE-48E7-9EB3-8B12207F7B10}" presName="text3" presStyleLbl="fgAcc3" presStyleIdx="3" presStyleCnt="5" custScaleX="173277">
        <dgm:presLayoutVars>
          <dgm:chPref val="3"/>
        </dgm:presLayoutVars>
      </dgm:prSet>
      <dgm:spPr/>
    </dgm:pt>
    <dgm:pt modelId="{DC6D1A84-77D5-43D3-B281-C7C32047BC23}" type="pres">
      <dgm:prSet presAssocID="{0A6511AE-F9DE-48E7-9EB3-8B12207F7B10}" presName="hierChild4" presStyleCnt="0"/>
      <dgm:spPr/>
    </dgm:pt>
    <dgm:pt modelId="{E525DCC1-3BC7-47D1-AC65-301B5222563F}" type="pres">
      <dgm:prSet presAssocID="{A92D2089-C1CC-417A-BADF-B25EA19CCCA9}" presName="Name23" presStyleLbl="parChTrans1D4" presStyleIdx="17" presStyleCnt="18"/>
      <dgm:spPr/>
    </dgm:pt>
    <dgm:pt modelId="{BC435716-F7E3-4985-81DC-41E888057E59}" type="pres">
      <dgm:prSet presAssocID="{A5B832BC-031F-4639-8F8A-3944F0CDFD20}" presName="hierRoot4" presStyleCnt="0"/>
      <dgm:spPr/>
    </dgm:pt>
    <dgm:pt modelId="{2FC41D7C-C8B8-4AFC-BC78-802B614C9F74}" type="pres">
      <dgm:prSet presAssocID="{A5B832BC-031F-4639-8F8A-3944F0CDFD20}" presName="composite4" presStyleCnt="0"/>
      <dgm:spPr/>
    </dgm:pt>
    <dgm:pt modelId="{8C1FFC2C-1870-4ACF-B3DD-F6BD7876679C}" type="pres">
      <dgm:prSet presAssocID="{A5B832BC-031F-4639-8F8A-3944F0CDFD20}" presName="background4" presStyleLbl="node4" presStyleIdx="17" presStyleCnt="18"/>
      <dgm:spPr/>
    </dgm:pt>
    <dgm:pt modelId="{3440022A-236A-4742-BC0C-6B63B7BC556B}" type="pres">
      <dgm:prSet presAssocID="{A5B832BC-031F-4639-8F8A-3944F0CDFD20}" presName="text4" presStyleLbl="fgAcc4" presStyleIdx="17" presStyleCnt="18" custScaleY="201973" custLinFactY="46301" custLinFactNeighborX="3925" custLinFactNeighborY="100000">
        <dgm:presLayoutVars>
          <dgm:chPref val="3"/>
        </dgm:presLayoutVars>
      </dgm:prSet>
      <dgm:spPr/>
    </dgm:pt>
    <dgm:pt modelId="{3C19709A-4105-4C9A-BAFB-155F11B29109}" type="pres">
      <dgm:prSet presAssocID="{A5B832BC-031F-4639-8F8A-3944F0CDFD20}" presName="hierChild5" presStyleCnt="0"/>
      <dgm:spPr/>
    </dgm:pt>
    <dgm:pt modelId="{9E87AAC7-8FA1-409C-B59B-DAC474A3D7F6}" type="pres">
      <dgm:prSet presAssocID="{75BD56C0-FF3C-48A9-BEB3-10EBF2FC0C71}" presName="Name10" presStyleLbl="parChTrans1D2" presStyleIdx="2" presStyleCnt="3"/>
      <dgm:spPr/>
    </dgm:pt>
    <dgm:pt modelId="{FEF2345E-B4B3-4E99-9388-336871168A0D}" type="pres">
      <dgm:prSet presAssocID="{E79CF8BC-1C1A-4A8F-B396-55A629151831}" presName="hierRoot2" presStyleCnt="0"/>
      <dgm:spPr/>
    </dgm:pt>
    <dgm:pt modelId="{4A4057BD-2F30-4775-8ABE-72BEA8D32653}" type="pres">
      <dgm:prSet presAssocID="{E79CF8BC-1C1A-4A8F-B396-55A629151831}" presName="composite2" presStyleCnt="0"/>
      <dgm:spPr/>
    </dgm:pt>
    <dgm:pt modelId="{5EFDDE5A-6F9D-46CC-B23E-F60ECB0E7FB3}" type="pres">
      <dgm:prSet presAssocID="{E79CF8BC-1C1A-4A8F-B396-55A629151831}" presName="background2" presStyleLbl="node2" presStyleIdx="2" presStyleCnt="3"/>
      <dgm:spPr/>
    </dgm:pt>
    <dgm:pt modelId="{E4CBA675-5A23-4057-8F16-C25872D649DA}" type="pres">
      <dgm:prSet presAssocID="{E79CF8BC-1C1A-4A8F-B396-55A629151831}" presName="text2" presStyleLbl="fgAcc2" presStyleIdx="2" presStyleCnt="3" custScaleX="177025">
        <dgm:presLayoutVars>
          <dgm:chPref val="3"/>
        </dgm:presLayoutVars>
      </dgm:prSet>
      <dgm:spPr/>
    </dgm:pt>
    <dgm:pt modelId="{4EEB33F1-6AAA-4CCB-B7CE-F79BC615F05F}" type="pres">
      <dgm:prSet presAssocID="{E79CF8BC-1C1A-4A8F-B396-55A629151831}" presName="hierChild3" presStyleCnt="0"/>
      <dgm:spPr/>
    </dgm:pt>
    <dgm:pt modelId="{82E2CC74-6ABE-4BD3-943F-73DE1FEB3111}" type="pres">
      <dgm:prSet presAssocID="{DE1AD62E-E082-436D-9A97-63321B4A7612}" presName="Name17" presStyleLbl="parChTrans1D3" presStyleIdx="4" presStyleCnt="5"/>
      <dgm:spPr/>
    </dgm:pt>
    <dgm:pt modelId="{867A494C-826F-4A64-A889-A21EE7C547D3}" type="pres">
      <dgm:prSet presAssocID="{C9ACDB2E-5201-482E-BCF7-D69DA68C9F89}" presName="hierRoot3" presStyleCnt="0"/>
      <dgm:spPr/>
    </dgm:pt>
    <dgm:pt modelId="{870E5C4A-3039-47B9-B03E-0BEEC5B70F6E}" type="pres">
      <dgm:prSet presAssocID="{C9ACDB2E-5201-482E-BCF7-D69DA68C9F89}" presName="composite3" presStyleCnt="0"/>
      <dgm:spPr/>
    </dgm:pt>
    <dgm:pt modelId="{9A1D49D8-154A-4D1B-8DEF-0F840E31818F}" type="pres">
      <dgm:prSet presAssocID="{C9ACDB2E-5201-482E-BCF7-D69DA68C9F89}" presName="background3" presStyleLbl="node3" presStyleIdx="4" presStyleCnt="5"/>
      <dgm:spPr/>
    </dgm:pt>
    <dgm:pt modelId="{27B970F7-5AA8-4DC5-AB98-FA6D447E05B9}" type="pres">
      <dgm:prSet presAssocID="{C9ACDB2E-5201-482E-BCF7-D69DA68C9F89}" presName="text3" presStyleLbl="fgAcc3" presStyleIdx="4" presStyleCnt="5" custScaleX="125058" custScaleY="264615" custLinFactY="100000" custLinFactNeighborX="3269" custLinFactNeighborY="194662">
        <dgm:presLayoutVars>
          <dgm:chPref val="3"/>
        </dgm:presLayoutVars>
      </dgm:prSet>
      <dgm:spPr/>
    </dgm:pt>
    <dgm:pt modelId="{AC626106-6C88-46F4-A99D-80B02ED12ECA}" type="pres">
      <dgm:prSet presAssocID="{C9ACDB2E-5201-482E-BCF7-D69DA68C9F89}" presName="hierChild4" presStyleCnt="0"/>
      <dgm:spPr/>
    </dgm:pt>
  </dgm:ptLst>
  <dgm:cxnLst>
    <dgm:cxn modelId="{759F1201-9E9F-4349-89DB-E512E44CBE0D}" srcId="{41C92E46-08EE-4CE1-B0AF-A6E59FEC40B6}" destId="{C7F9B29B-48B0-4B3C-ACCA-998A7002C2B6}" srcOrd="0" destOrd="0" parTransId="{17DB124A-9C1A-4AB0-9B6D-52C56C9BAF61}" sibTransId="{6566DB26-19C9-4E70-92C0-FD3EE1CBFE17}"/>
    <dgm:cxn modelId="{E7E7C302-41AE-47E0-A139-6C3B1BABF28C}" srcId="{DF406A71-B3C2-4AE6-8AB9-0D8055C5DF58}" destId="{52AA8B8A-83AC-475C-BCDE-6198406BCF2D}" srcOrd="2" destOrd="0" parTransId="{7CD4D9AA-038E-4AB0-A05A-0F3540D2B4F0}" sibTransId="{84FF4F00-7A11-40A7-93E9-FD531293D9DC}"/>
    <dgm:cxn modelId="{073CF303-8103-4797-BEB4-606AD9BEA295}" srcId="{D3164122-362F-4780-87EA-5452179970C9}" destId="{0A6511AE-F9DE-48E7-9EB3-8B12207F7B10}" srcOrd="1" destOrd="0" parTransId="{EDA735B4-803E-46FC-824B-ACE907A50C97}" sibTransId="{5EE1AA29-1C27-4D95-8748-0B702C1312E2}"/>
    <dgm:cxn modelId="{62E39605-3E59-4759-9717-14D7234569D8}" type="presOf" srcId="{22520C4F-F507-4C3D-AC8A-BB3E73A4F915}" destId="{6DB0DA46-1BAB-42C2-A7C4-33D5622E2D03}" srcOrd="0" destOrd="0" presId="urn:microsoft.com/office/officeart/2005/8/layout/hierarchy1"/>
    <dgm:cxn modelId="{D20D2A07-8B07-4DB9-B3A9-B93C80521383}" type="presOf" srcId="{A92D2089-C1CC-417A-BADF-B25EA19CCCA9}" destId="{E525DCC1-3BC7-47D1-AC65-301B5222563F}" srcOrd="0" destOrd="0" presId="urn:microsoft.com/office/officeart/2005/8/layout/hierarchy1"/>
    <dgm:cxn modelId="{3AB35507-5D11-4EDD-906C-524CA3D71581}" type="presOf" srcId="{0A6511AE-F9DE-48E7-9EB3-8B12207F7B10}" destId="{45CB2D9B-2243-4B5A-AEA2-98DDC4085B53}" srcOrd="0" destOrd="0" presId="urn:microsoft.com/office/officeart/2005/8/layout/hierarchy1"/>
    <dgm:cxn modelId="{0D08FC08-9400-447A-B0EF-77700C35ABC2}" type="presOf" srcId="{9640E334-9480-4A84-BC70-D24BCF153D52}" destId="{CDDF574B-1D82-4FB8-8077-5F85A7CEF7B9}" srcOrd="0" destOrd="0" presId="urn:microsoft.com/office/officeart/2005/8/layout/hierarchy1"/>
    <dgm:cxn modelId="{7CB04309-162B-4AB6-BCF3-D0CB43E43FB2}" srcId="{00BCEA8F-F653-44D6-88EA-98CFE7C798AD}" destId="{B24432E6-165B-413C-8840-C51C572E5465}" srcOrd="1" destOrd="0" parTransId="{032E8684-C34A-4B1E-9057-8170360BAFAF}" sibTransId="{8CCAC0A4-7A04-44AE-AEBA-C56890E35A9E}"/>
    <dgm:cxn modelId="{2FC09E09-8682-4480-980F-95F6E492E1E9}" srcId="{0AF064BC-4EDA-444F-988F-3ABD24DC688B}" destId="{E79CF8BC-1C1A-4A8F-B396-55A629151831}" srcOrd="2" destOrd="0" parTransId="{75BD56C0-FF3C-48A9-BEB3-10EBF2FC0C71}" sibTransId="{1C86DAB6-B300-44C7-A218-90441DA0E67B}"/>
    <dgm:cxn modelId="{BA04FC0A-F50F-4EF7-999C-E6CDCF9F3479}" type="presOf" srcId="{5A62F4D5-3144-46CD-9F40-8843616F1D79}" destId="{15C394E3-2F48-457A-8810-B39903F4222F}" srcOrd="0" destOrd="0" presId="urn:microsoft.com/office/officeart/2005/8/layout/hierarchy1"/>
    <dgm:cxn modelId="{F468680C-47BB-4038-8B9D-9F2B42857069}" type="presOf" srcId="{84A31C80-1FE0-4754-AF50-EE9A157A60F6}" destId="{19BED8C5-781F-4015-AE6D-3CDDE6224FD3}" srcOrd="0" destOrd="0" presId="urn:microsoft.com/office/officeart/2005/8/layout/hierarchy1"/>
    <dgm:cxn modelId="{C7BF0E12-1FBD-4797-B08D-ED303FBCC745}" srcId="{DF406A71-B3C2-4AE6-8AB9-0D8055C5DF58}" destId="{0513EC31-AAD5-4437-9EE4-F154488A0BD7}" srcOrd="0" destOrd="0" parTransId="{CFB0213E-D365-40F3-9054-6D11DFC6D814}" sibTransId="{82A08F32-08F0-4D78-A5A8-52ED076FE9CD}"/>
    <dgm:cxn modelId="{B6A62B12-9934-447E-8549-CC404711AD7D}" type="presOf" srcId="{C9ACDB2E-5201-482E-BCF7-D69DA68C9F89}" destId="{27B970F7-5AA8-4DC5-AB98-FA6D447E05B9}" srcOrd="0" destOrd="0" presId="urn:microsoft.com/office/officeart/2005/8/layout/hierarchy1"/>
    <dgm:cxn modelId="{90484F18-79E9-40E2-BEF3-29380C05DF99}" type="presOf" srcId="{00C11182-5807-44AB-9985-431CAC2E5275}" destId="{5B81F4FF-90E0-473F-AA26-0933966D080F}" srcOrd="0" destOrd="0" presId="urn:microsoft.com/office/officeart/2005/8/layout/hierarchy1"/>
    <dgm:cxn modelId="{E1A38119-E4B5-46F5-8956-95863616365C}" type="presOf" srcId="{00BCEA8F-F653-44D6-88EA-98CFE7C798AD}" destId="{2FB6FAE6-9D9F-492E-ABEC-12E6F3F155BE}" srcOrd="0" destOrd="0" presId="urn:microsoft.com/office/officeart/2005/8/layout/hierarchy1"/>
    <dgm:cxn modelId="{E42F6B24-4A58-44BC-B8C2-3E53E30040E4}" srcId="{0AF064BC-4EDA-444F-988F-3ABD24DC688B}" destId="{41C92E46-08EE-4CE1-B0AF-A6E59FEC40B6}" srcOrd="0" destOrd="0" parTransId="{286327CA-ACE8-4653-9998-D88FA69E35F5}" sibTransId="{70B076B7-3E89-4805-A144-E68838E10A2E}"/>
    <dgm:cxn modelId="{73A00727-ADEC-475E-9709-504AA6425822}" srcId="{D3164122-362F-4780-87EA-5452179970C9}" destId="{DF406A71-B3C2-4AE6-8AB9-0D8055C5DF58}" srcOrd="0" destOrd="0" parTransId="{AE66FE3E-D9EC-4BD9-968E-1FDAE6F3B630}" sibTransId="{02FC9910-B082-4CDD-8A3D-079A791A92D6}"/>
    <dgm:cxn modelId="{A6F8C229-478F-4139-A64A-7F87EDCF89AF}" type="presOf" srcId="{47FA4421-05FC-4814-959A-7D1222FA097E}" destId="{645ED8B1-5E96-473B-AA23-D316EBED0923}" srcOrd="0" destOrd="0" presId="urn:microsoft.com/office/officeart/2005/8/layout/hierarchy1"/>
    <dgm:cxn modelId="{83D7CF2A-8ED3-48A2-9C63-B549421EEAEB}" type="presOf" srcId="{0AF064BC-4EDA-444F-988F-3ABD24DC688B}" destId="{ADADA60F-19B2-4074-B728-71723E606108}" srcOrd="0" destOrd="0" presId="urn:microsoft.com/office/officeart/2005/8/layout/hierarchy1"/>
    <dgm:cxn modelId="{0DB7442C-1A62-4772-84D4-E6AD39EFD46A}" type="presOf" srcId="{6CBE605A-6D5A-481F-A89F-96253053BC8F}" destId="{9527C100-3346-4D8C-AEF2-3493117146B9}" srcOrd="0" destOrd="0" presId="urn:microsoft.com/office/officeart/2005/8/layout/hierarchy1"/>
    <dgm:cxn modelId="{C3A14530-C2F5-4C58-8B88-3B5127F10CE8}" type="presOf" srcId="{526D28C0-141A-4DC8-9BED-57A1F0807525}" destId="{F59AEC80-C586-41AF-BAD5-BA797DDE0228}" srcOrd="0" destOrd="0" presId="urn:microsoft.com/office/officeart/2005/8/layout/hierarchy1"/>
    <dgm:cxn modelId="{9E04F631-05C7-42E5-A4B3-D7C679F7AC1B}" type="presOf" srcId="{268D4E39-0CDB-40D6-B715-717E2E617DEF}" destId="{E304D56B-239A-4D0C-A7D2-813502A91E7F}" srcOrd="0" destOrd="0" presId="urn:microsoft.com/office/officeart/2005/8/layout/hierarchy1"/>
    <dgm:cxn modelId="{D8E7D135-7D5C-44D7-8F97-AEA6C5C95601}" type="presOf" srcId="{A53CC60E-10C3-415E-93A8-9C128720BE0A}" destId="{7618D471-BC2F-4BBB-A5F6-A73C03F07BA5}" srcOrd="0" destOrd="0" presId="urn:microsoft.com/office/officeart/2005/8/layout/hierarchy1"/>
    <dgm:cxn modelId="{C46C6D37-9A27-46A6-96B0-2A5AFD32C6D7}" srcId="{773620B6-72BD-4AA7-AD3E-C840BE0AB8D5}" destId="{45A1285D-03E2-4FC5-B63F-CC73CA1A4BEE}" srcOrd="0" destOrd="0" parTransId="{EC686701-50BE-4237-AA68-42564EA1EB32}" sibTransId="{AC3DA7D4-B83A-4B35-A29C-D18EB3BC8726}"/>
    <dgm:cxn modelId="{0B742D3E-C99E-4BDA-8DD0-B802E41F3CC4}" type="presOf" srcId="{DF9BBC3C-0CDC-47A3-8442-253F6FB492D9}" destId="{E16E5A0E-C98A-486A-A822-BCB1515D6D73}" srcOrd="0" destOrd="0" presId="urn:microsoft.com/office/officeart/2005/8/layout/hierarchy1"/>
    <dgm:cxn modelId="{0C98A13E-78A1-4CEB-9235-EFA838848E2D}" type="presOf" srcId="{C670D8F7-BD99-49EB-9E63-876022F745D6}" destId="{924979AF-3A37-49B4-8161-920557516DF4}" srcOrd="0" destOrd="0" presId="urn:microsoft.com/office/officeart/2005/8/layout/hierarchy1"/>
    <dgm:cxn modelId="{E48D3E5B-1D73-4B3A-B031-2525AAA303DF}" type="presOf" srcId="{DF406A71-B3C2-4AE6-8AB9-0D8055C5DF58}" destId="{446059D9-CC56-492D-BFE3-1297E163E248}" srcOrd="0" destOrd="0" presId="urn:microsoft.com/office/officeart/2005/8/layout/hierarchy1"/>
    <dgm:cxn modelId="{D8B92F5C-3928-4032-9F53-5507E9E15785}" srcId="{0513EC31-AAD5-4437-9EE4-F154488A0BD7}" destId="{562EACE6-FC7B-4591-94DE-DAFBC20EC355}" srcOrd="0" destOrd="0" parTransId="{52253047-0489-4A13-A1AF-649C4DC0F3AE}" sibTransId="{C2E82E2E-12E2-45C2-B612-0E2F55E1579E}"/>
    <dgm:cxn modelId="{10F4705C-6D94-4FB0-B4A1-CF0CB6B7E599}" srcId="{C7F9B29B-48B0-4B3C-ACCA-998A7002C2B6}" destId="{7A90E594-363B-402B-A060-DC5DAA2D68D4}" srcOrd="1" destOrd="0" parTransId="{9469052E-40C3-4755-9A73-167758021D10}" sibTransId="{02C2E2F2-40B4-4430-9534-FE1C13152C7E}"/>
    <dgm:cxn modelId="{78590962-33E2-46A5-A11B-198490289107}" type="presOf" srcId="{B24432E6-165B-413C-8840-C51C572E5465}" destId="{88FF6A0A-51CC-42C6-9F66-A7A8F3AC026E}" srcOrd="0" destOrd="0" presId="urn:microsoft.com/office/officeart/2005/8/layout/hierarchy1"/>
    <dgm:cxn modelId="{3B50E045-A860-4FB0-A125-C0775CBF04A4}" type="presOf" srcId="{9469052E-40C3-4755-9A73-167758021D10}" destId="{4DDB5832-6258-4634-B0DA-4E3D86752BE0}" srcOrd="0" destOrd="0" presId="urn:microsoft.com/office/officeart/2005/8/layout/hierarchy1"/>
    <dgm:cxn modelId="{32CBBE48-EE62-47DA-AA21-84FCE66839A8}" type="presOf" srcId="{28936F62-E7AD-40E4-B032-CE9E9A348FA9}" destId="{B42B82DD-8903-4ADC-BBF8-C33C7DA119BD}" srcOrd="0" destOrd="0" presId="urn:microsoft.com/office/officeart/2005/8/layout/hierarchy1"/>
    <dgm:cxn modelId="{2A7BBA6A-9DC8-45F5-AAA6-F0D2F5D6270C}" type="presOf" srcId="{17DB124A-9C1A-4AB0-9B6D-52C56C9BAF61}" destId="{05C2727E-D197-4DD7-81D1-57296E128183}" srcOrd="0" destOrd="0" presId="urn:microsoft.com/office/officeart/2005/8/layout/hierarchy1"/>
    <dgm:cxn modelId="{9BF5C84A-6BED-4CB4-B47B-D4DAF04063AB}" type="presOf" srcId="{DE1AD62E-E082-436D-9A97-63321B4A7612}" destId="{82E2CC74-6ABE-4BD3-943F-73DE1FEB3111}" srcOrd="0" destOrd="0" presId="urn:microsoft.com/office/officeart/2005/8/layout/hierarchy1"/>
    <dgm:cxn modelId="{53F04D4F-8AAB-49D0-AD9B-2864006667AA}" srcId="{00C11182-5807-44AB-9985-431CAC2E5275}" destId="{C670D8F7-BD99-49EB-9E63-876022F745D6}" srcOrd="0" destOrd="0" parTransId="{3B9BE9A6-0E02-421D-B781-839188EF02AD}" sibTransId="{F9016663-845B-421E-BF72-43F127870D87}"/>
    <dgm:cxn modelId="{0256B451-2A48-4808-9457-92BA3FB4FC22}" type="presOf" srcId="{2D2E37F3-7FF9-4529-BB9C-5F572877A8AB}" destId="{E8E3A2DF-7361-404C-A61F-02C3FC78834E}" srcOrd="0" destOrd="0" presId="urn:microsoft.com/office/officeart/2005/8/layout/hierarchy1"/>
    <dgm:cxn modelId="{4D79CA51-617D-41F5-8C87-497F0B407CE0}" type="presOf" srcId="{7A90E594-363B-402B-A060-DC5DAA2D68D4}" destId="{99B99B29-7B4C-4D52-98EB-EB40583810FE}" srcOrd="0" destOrd="0" presId="urn:microsoft.com/office/officeart/2005/8/layout/hierarchy1"/>
    <dgm:cxn modelId="{B184B353-9DCD-4C0D-B267-F31A57F47037}" srcId="{C7F9B29B-48B0-4B3C-ACCA-998A7002C2B6}" destId="{00C11182-5807-44AB-9985-431CAC2E5275}" srcOrd="2" destOrd="0" parTransId="{4D70C2E6-4F2B-40B4-98FC-0991C8A7645E}" sibTransId="{56F6BA3C-CE1E-46DD-B7C7-9B91B5B3A478}"/>
    <dgm:cxn modelId="{8BAB527A-BC46-4A72-81DE-FD40C698BD20}" srcId="{DF406A71-B3C2-4AE6-8AB9-0D8055C5DF58}" destId="{00BCEA8F-F653-44D6-88EA-98CFE7C798AD}" srcOrd="1" destOrd="0" parTransId="{D0CD1F33-805C-4A27-97CA-C3DAF4F16E95}" sibTransId="{C1D04897-9445-4127-9423-9166C2DA4AEE}"/>
    <dgm:cxn modelId="{3DD8C27A-4DAF-48BB-8481-2C7CA7FF3472}" type="presOf" srcId="{CFB0213E-D365-40F3-9054-6D11DFC6D814}" destId="{97C435D1-BB08-4A46-BEE0-F112D1C689B4}" srcOrd="0" destOrd="0" presId="urn:microsoft.com/office/officeart/2005/8/layout/hierarchy1"/>
    <dgm:cxn modelId="{D50B5B7E-0B00-4351-B2F8-C3F25D6D6427}" type="presOf" srcId="{7CD4D9AA-038E-4AB0-A05A-0F3540D2B4F0}" destId="{D3F3B892-FA73-4D2F-A520-CBCD94FBA092}" srcOrd="0" destOrd="0" presId="urn:microsoft.com/office/officeart/2005/8/layout/hierarchy1"/>
    <dgm:cxn modelId="{D274427F-29A6-4DC7-B664-09E240A10C1E}" type="presOf" srcId="{773620B6-72BD-4AA7-AD3E-C840BE0AB8D5}" destId="{EBC58B70-D1C5-47CF-B55B-1F05A54A9968}" srcOrd="0" destOrd="0" presId="urn:microsoft.com/office/officeart/2005/8/layout/hierarchy1"/>
    <dgm:cxn modelId="{4792537F-5B94-401A-8867-D8104230E0DE}" type="presOf" srcId="{126DD4E3-A4E4-476A-B60E-A35A6BA727B2}" destId="{629D5326-99B1-4621-B91F-43D37B11416E}" srcOrd="0" destOrd="0" presId="urn:microsoft.com/office/officeart/2005/8/layout/hierarchy1"/>
    <dgm:cxn modelId="{17BB5E80-9FC5-4789-A35A-C3A8C991778B}" type="presOf" srcId="{52253047-0489-4A13-A1AF-649C4DC0F3AE}" destId="{17B001EF-43E7-4A81-AACC-C07B339B7E2E}" srcOrd="0" destOrd="0" presId="urn:microsoft.com/office/officeart/2005/8/layout/hierarchy1"/>
    <dgm:cxn modelId="{F6E8CA80-686F-447F-A1A3-6F653AE3AA4A}" srcId="{773620B6-72BD-4AA7-AD3E-C840BE0AB8D5}" destId="{5A62F4D5-3144-46CD-9F40-8843616F1D79}" srcOrd="1" destOrd="0" parTransId="{47FA4421-05FC-4814-959A-7D1222FA097E}" sibTransId="{1A585383-E495-4F8C-993D-6BF4EADA7021}"/>
    <dgm:cxn modelId="{084B4786-17F5-4980-91BF-D8A2F0E7070E}" type="presOf" srcId="{52AA8B8A-83AC-475C-BCDE-6198406BCF2D}" destId="{0143F746-8F68-4CD2-B250-8EDF9E90B3D6}" srcOrd="0" destOrd="0" presId="urn:microsoft.com/office/officeart/2005/8/layout/hierarchy1"/>
    <dgm:cxn modelId="{2D39C387-C30E-4F61-9DCF-1A3FA45F2292}" type="presOf" srcId="{E79CF8BC-1C1A-4A8F-B396-55A629151831}" destId="{E4CBA675-5A23-4057-8F16-C25872D649DA}" srcOrd="0" destOrd="0" presId="urn:microsoft.com/office/officeart/2005/8/layout/hierarchy1"/>
    <dgm:cxn modelId="{91A93595-6A85-4238-A39C-FB73A08B9F8A}" type="presOf" srcId="{562EACE6-FC7B-4591-94DE-DAFBC20EC355}" destId="{4E021796-B6ED-4381-AC19-E9574AAC2B64}" srcOrd="0" destOrd="0" presId="urn:microsoft.com/office/officeart/2005/8/layout/hierarchy1"/>
    <dgm:cxn modelId="{7BD24399-7CB6-47B1-BB80-B418991CAAAC}" type="presOf" srcId="{286327CA-ACE8-4653-9998-D88FA69E35F5}" destId="{54C5C67C-4C45-4216-A95E-F6F65EC96C8D}" srcOrd="0" destOrd="0" presId="urn:microsoft.com/office/officeart/2005/8/layout/hierarchy1"/>
    <dgm:cxn modelId="{DA508CA0-6379-4D18-A362-082C16F5F112}" type="presOf" srcId="{EDA735B4-803E-46FC-824B-ACE907A50C97}" destId="{BD27327A-06BF-435F-8CB3-6A761FDEB7BB}" srcOrd="0" destOrd="0" presId="urn:microsoft.com/office/officeart/2005/8/layout/hierarchy1"/>
    <dgm:cxn modelId="{BA88FDA5-011F-4002-B4A4-151DF55876E7}" srcId="{41C92E46-08EE-4CE1-B0AF-A6E59FEC40B6}" destId="{773620B6-72BD-4AA7-AD3E-C840BE0AB8D5}" srcOrd="1" destOrd="0" parTransId="{DF9BBC3C-0CDC-47A3-8442-253F6FB492D9}" sibTransId="{175EAD08-F79E-4105-A06D-E5ABC96BE0E9}"/>
    <dgm:cxn modelId="{3CF05EA6-1F5B-453D-B07B-3702D04B7637}" type="presOf" srcId="{B8CD523F-C125-4FED-9040-AA05AAE6539F}" destId="{D9AD552E-FC1D-434E-A335-98EF42B4C86D}" srcOrd="0" destOrd="0" presId="urn:microsoft.com/office/officeart/2005/8/layout/hierarchy1"/>
    <dgm:cxn modelId="{4C6E49A7-90D0-4E27-9BCD-4101E185979C}" srcId="{45A1285D-03E2-4FC5-B63F-CC73CA1A4BEE}" destId="{84A31C80-1FE0-4754-AF50-EE9A157A60F6}" srcOrd="0" destOrd="0" parTransId="{77A40671-9BCE-464B-8290-9F8E4615F3E3}" sibTransId="{FA6C771B-2C35-42C9-B948-47B2DCC922B6}"/>
    <dgm:cxn modelId="{59F13BAA-A57E-4FB8-B783-6EB032129A0C}" type="presOf" srcId="{010C120B-AC4B-4CDB-A3BC-E70DEE42375E}" destId="{8D4834AA-BE9C-445D-AEB4-FC39536D94E1}" srcOrd="0" destOrd="0" presId="urn:microsoft.com/office/officeart/2005/8/layout/hierarchy1"/>
    <dgm:cxn modelId="{88A0BAAD-E6D6-4C33-A412-89050EFF5A33}" srcId="{0A6511AE-F9DE-48E7-9EB3-8B12207F7B10}" destId="{A5B832BC-031F-4639-8F8A-3944F0CDFD20}" srcOrd="0" destOrd="0" parTransId="{A92D2089-C1CC-417A-BADF-B25EA19CCCA9}" sibTransId="{362836F0-F6BA-4C0A-B1F4-A9232C13FF31}"/>
    <dgm:cxn modelId="{68C526B2-AD33-472F-BED7-3C6CF5308B84}" type="presOf" srcId="{75BD56C0-FF3C-48A9-BEB3-10EBF2FC0C71}" destId="{9E87AAC7-8FA1-409C-B59B-DAC474A3D7F6}" srcOrd="0" destOrd="0" presId="urn:microsoft.com/office/officeart/2005/8/layout/hierarchy1"/>
    <dgm:cxn modelId="{DC3666BA-F4FB-4A25-BB82-9D0CD42525BA}" type="presOf" srcId="{4D70C2E6-4F2B-40B4-98FC-0991C8A7645E}" destId="{3CBDBA62-4C7E-435D-BC9D-239044301547}" srcOrd="0" destOrd="0" presId="urn:microsoft.com/office/officeart/2005/8/layout/hierarchy1"/>
    <dgm:cxn modelId="{9E75F5BA-A6C3-4024-B1E6-C508EA71B9BF}" srcId="{6CBE605A-6D5A-481F-A89F-96253053BC8F}" destId="{0AF064BC-4EDA-444F-988F-3ABD24DC688B}" srcOrd="0" destOrd="0" parTransId="{39ED2AA1-05AE-48C4-9F67-020291445D66}" sibTransId="{95517898-53B1-4846-A3FE-D85634DE074E}"/>
    <dgm:cxn modelId="{03AC55BD-04B5-47A2-A026-57A71E28819E}" type="presOf" srcId="{77A40671-9BCE-464B-8290-9F8E4615F3E3}" destId="{BB4D565B-F6FC-4706-8990-80151501AC5A}" srcOrd="0" destOrd="0" presId="urn:microsoft.com/office/officeart/2005/8/layout/hierarchy1"/>
    <dgm:cxn modelId="{DB79D8BD-323B-46D0-B817-47EA1DE034AB}" type="presOf" srcId="{24F581BF-2B7B-4CEC-98D1-35DD8213987E}" destId="{C8D251E3-F7AA-416B-8430-B41CA48EA1D5}" srcOrd="0" destOrd="0" presId="urn:microsoft.com/office/officeart/2005/8/layout/hierarchy1"/>
    <dgm:cxn modelId="{CB5F19BE-63C8-4200-8247-27173E24EB42}" type="presOf" srcId="{D3164122-362F-4780-87EA-5452179970C9}" destId="{24C9B9A5-4725-4D4B-8B2A-6E0660D30F18}" srcOrd="0" destOrd="0" presId="urn:microsoft.com/office/officeart/2005/8/layout/hierarchy1"/>
    <dgm:cxn modelId="{7FA058C0-8548-4F04-B25B-5FB9B3952262}" srcId="{52AA8B8A-83AC-475C-BCDE-6198406BCF2D}" destId="{192A8348-DEA3-487C-91D6-F1498586A4BC}" srcOrd="0" destOrd="0" parTransId="{28936F62-E7AD-40E4-B032-CE9E9A348FA9}" sibTransId="{FB827B7F-9381-4A4A-8BCA-32C89CF2B91C}"/>
    <dgm:cxn modelId="{4AE81EC1-6C4D-4C56-B6C7-B6FA8A0E60C2}" srcId="{C7F9B29B-48B0-4B3C-ACCA-998A7002C2B6}" destId="{126DD4E3-A4E4-476A-B60E-A35A6BA727B2}" srcOrd="0" destOrd="0" parTransId="{526D28C0-141A-4DC8-9BED-57A1F0807525}" sibTransId="{40FCC1B4-D9FE-4E33-A45C-BC9CD82DE789}"/>
    <dgm:cxn modelId="{70FCC8C1-4AB0-4F53-B1CE-E6FE95D46ABD}" srcId="{00BCEA8F-F653-44D6-88EA-98CFE7C798AD}" destId="{22520C4F-F507-4C3D-AC8A-BB3E73A4F915}" srcOrd="0" destOrd="0" parTransId="{B8CD523F-C125-4FED-9040-AA05AAE6539F}" sibTransId="{F3812D61-215A-4E48-B00B-2410023302E9}"/>
    <dgm:cxn modelId="{E8209DC2-8D67-4043-B01A-D04CA0B962D7}" type="presOf" srcId="{D0CD1F33-805C-4A27-97CA-C3DAF4F16E95}" destId="{DC1818A1-8AB6-473A-A5A4-EA999F57E701}" srcOrd="0" destOrd="0" presId="urn:microsoft.com/office/officeart/2005/8/layout/hierarchy1"/>
    <dgm:cxn modelId="{DF2B70C8-55C4-4E44-94F8-B2546540C59E}" type="presOf" srcId="{192A8348-DEA3-487C-91D6-F1498586A4BC}" destId="{E42356FF-58C7-440A-B959-C30985DFBEE3}" srcOrd="0" destOrd="0" presId="urn:microsoft.com/office/officeart/2005/8/layout/hierarchy1"/>
    <dgm:cxn modelId="{83B756C9-9F01-437A-A1A1-737C7FAE9953}" type="presOf" srcId="{0513EC31-AAD5-4437-9EE4-F154488A0BD7}" destId="{09058E97-2D6D-4460-A61E-5F994535679C}" srcOrd="0" destOrd="0" presId="urn:microsoft.com/office/officeart/2005/8/layout/hierarchy1"/>
    <dgm:cxn modelId="{CEEFA4CE-42C1-480B-9119-59D254F0314C}" srcId="{0AF064BC-4EDA-444F-988F-3ABD24DC688B}" destId="{D3164122-362F-4780-87EA-5452179970C9}" srcOrd="1" destOrd="0" parTransId="{2D2E37F3-7FF9-4529-BB9C-5F572877A8AB}" sibTransId="{B3C0564D-CA70-4A91-ACA6-7FEF05F19782}"/>
    <dgm:cxn modelId="{4FDBE8CE-3DB4-4C90-96DD-AC6ABF69E435}" type="presOf" srcId="{3B9BE9A6-0E02-421D-B781-839188EF02AD}" destId="{D11D003C-CB16-47A8-9BF7-F56F919A5E74}" srcOrd="0" destOrd="0" presId="urn:microsoft.com/office/officeart/2005/8/layout/hierarchy1"/>
    <dgm:cxn modelId="{395FB6D7-DDC4-418E-8CF5-3280D32981A7}" type="presOf" srcId="{41C92E46-08EE-4CE1-B0AF-A6E59FEC40B6}" destId="{741352B3-95C7-4E61-A55A-302221A248CF}" srcOrd="0" destOrd="0" presId="urn:microsoft.com/office/officeart/2005/8/layout/hierarchy1"/>
    <dgm:cxn modelId="{9CD61CDB-3A6D-4AF1-9EC4-01B251FB2C3A}" type="presOf" srcId="{A5B832BC-031F-4639-8F8A-3944F0CDFD20}" destId="{3440022A-236A-4742-BC0C-6B63B7BC556B}" srcOrd="0" destOrd="0" presId="urn:microsoft.com/office/officeart/2005/8/layout/hierarchy1"/>
    <dgm:cxn modelId="{BD9E35DF-50FD-4878-B0B2-67058E866C04}" type="presOf" srcId="{C7F9B29B-48B0-4B3C-ACCA-998A7002C2B6}" destId="{BC64DDE1-F996-4F72-B5DC-77AEEC0E1908}" srcOrd="0" destOrd="0" presId="urn:microsoft.com/office/officeart/2005/8/layout/hierarchy1"/>
    <dgm:cxn modelId="{CA2BC1E5-4B6C-40B6-8EF8-7CFD7EDA2A35}" type="presOf" srcId="{032E8684-C34A-4B1E-9057-8170360BAFAF}" destId="{BAC56988-1386-491E-8938-C9685485574C}" srcOrd="0" destOrd="0" presId="urn:microsoft.com/office/officeart/2005/8/layout/hierarchy1"/>
    <dgm:cxn modelId="{65A931E8-E936-4AEA-B344-D2FFB73B2683}" type="presOf" srcId="{45A1285D-03E2-4FC5-B63F-CC73CA1A4BEE}" destId="{EBAF6D40-DDAF-45A2-A156-DA61074E76FD}" srcOrd="0" destOrd="0" presId="urn:microsoft.com/office/officeart/2005/8/layout/hierarchy1"/>
    <dgm:cxn modelId="{45873EEB-C9E7-4883-8EA8-C2C0D6D19ADB}" srcId="{126DD4E3-A4E4-476A-B60E-A35A6BA727B2}" destId="{A53CC60E-10C3-415E-93A8-9C128720BE0A}" srcOrd="0" destOrd="0" parTransId="{24F581BF-2B7B-4CEC-98D1-35DD8213987E}" sibTransId="{7C717820-9FE7-4191-9BF6-117175890E0E}"/>
    <dgm:cxn modelId="{B1FEDAEB-3F47-48C4-8DC9-C0D820161F8E}" srcId="{5A62F4D5-3144-46CD-9F40-8843616F1D79}" destId="{268D4E39-0CDB-40D6-B715-717E2E617DEF}" srcOrd="0" destOrd="0" parTransId="{010C120B-AC4B-4CDB-A3BC-E70DEE42375E}" sibTransId="{C9662D08-79E0-4ABC-9DA1-966C50D2329B}"/>
    <dgm:cxn modelId="{E63FB4F1-0A28-4CA9-A32F-91C8370DCC04}" type="presOf" srcId="{EC686701-50BE-4237-AA68-42564EA1EB32}" destId="{2691E219-C375-4042-B2EB-189263EA8A4F}" srcOrd="0" destOrd="0" presId="urn:microsoft.com/office/officeart/2005/8/layout/hierarchy1"/>
    <dgm:cxn modelId="{F5D547F4-476A-4CAC-97CD-EF4157ED8D44}" srcId="{7A90E594-363B-402B-A060-DC5DAA2D68D4}" destId="{9640E334-9480-4A84-BC70-D24BCF153D52}" srcOrd="0" destOrd="0" parTransId="{3594922D-EAA2-49B3-BCEC-FA7D0F48F81E}" sibTransId="{7F8BCA58-E7ED-410E-8AC5-97143C6F6617}"/>
    <dgm:cxn modelId="{0D1136F5-BCE9-4ED3-982C-5575778C6422}" srcId="{E79CF8BC-1C1A-4A8F-B396-55A629151831}" destId="{C9ACDB2E-5201-482E-BCF7-D69DA68C9F89}" srcOrd="0" destOrd="0" parTransId="{DE1AD62E-E082-436D-9A97-63321B4A7612}" sibTransId="{AA815CD0-3328-4CFD-B71E-3DE13ADC19CF}"/>
    <dgm:cxn modelId="{80C742F6-CE75-4FAF-B7F9-686CE194698A}" type="presOf" srcId="{AE66FE3E-D9EC-4BD9-968E-1FDAE6F3B630}" destId="{0CDB784D-B2D7-4E33-AB5E-42DED4D3DF95}" srcOrd="0" destOrd="0" presId="urn:microsoft.com/office/officeart/2005/8/layout/hierarchy1"/>
    <dgm:cxn modelId="{A5E91FFA-2E82-4D7E-9ECC-D3D489176887}" type="presOf" srcId="{3594922D-EAA2-49B3-BCEC-FA7D0F48F81E}" destId="{03F8D7D9-9430-479F-9DAF-1C10E6B9B1FA}" srcOrd="0" destOrd="0" presId="urn:microsoft.com/office/officeart/2005/8/layout/hierarchy1"/>
    <dgm:cxn modelId="{95031996-042B-4187-B561-443A0D001548}" type="presParOf" srcId="{9527C100-3346-4D8C-AEF2-3493117146B9}" destId="{F4659643-A17D-4730-B5C8-8AA9619ADD02}" srcOrd="0" destOrd="0" presId="urn:microsoft.com/office/officeart/2005/8/layout/hierarchy1"/>
    <dgm:cxn modelId="{BA276A53-49FD-49D3-B0B0-5315950BEFAC}" type="presParOf" srcId="{F4659643-A17D-4730-B5C8-8AA9619ADD02}" destId="{DDC2FE42-A3F3-4FFD-99B2-CBB8B1F77803}" srcOrd="0" destOrd="0" presId="urn:microsoft.com/office/officeart/2005/8/layout/hierarchy1"/>
    <dgm:cxn modelId="{2560F9D7-77A0-4734-9A39-D2438861550D}" type="presParOf" srcId="{DDC2FE42-A3F3-4FFD-99B2-CBB8B1F77803}" destId="{5F5B63A1-87FB-4EFC-BE4B-DA4F05642682}" srcOrd="0" destOrd="0" presId="urn:microsoft.com/office/officeart/2005/8/layout/hierarchy1"/>
    <dgm:cxn modelId="{9EFFCD24-19D8-4B22-990F-9B979C45B9E3}" type="presParOf" srcId="{DDC2FE42-A3F3-4FFD-99B2-CBB8B1F77803}" destId="{ADADA60F-19B2-4074-B728-71723E606108}" srcOrd="1" destOrd="0" presId="urn:microsoft.com/office/officeart/2005/8/layout/hierarchy1"/>
    <dgm:cxn modelId="{2CF656EA-0B35-44D6-AF01-BB72D50A7143}" type="presParOf" srcId="{F4659643-A17D-4730-B5C8-8AA9619ADD02}" destId="{52AA0C46-8C79-49A1-ABAA-5C3DAF34B49E}" srcOrd="1" destOrd="0" presId="urn:microsoft.com/office/officeart/2005/8/layout/hierarchy1"/>
    <dgm:cxn modelId="{13013AED-ECF1-42D6-AA0F-C687523924BC}" type="presParOf" srcId="{52AA0C46-8C79-49A1-ABAA-5C3DAF34B49E}" destId="{54C5C67C-4C45-4216-A95E-F6F65EC96C8D}" srcOrd="0" destOrd="0" presId="urn:microsoft.com/office/officeart/2005/8/layout/hierarchy1"/>
    <dgm:cxn modelId="{15205AB1-CCCE-48EB-8E85-D898AFDCEDD0}" type="presParOf" srcId="{52AA0C46-8C79-49A1-ABAA-5C3DAF34B49E}" destId="{C510BAC4-CE52-4258-AB8C-5006EE97AE16}" srcOrd="1" destOrd="0" presId="urn:microsoft.com/office/officeart/2005/8/layout/hierarchy1"/>
    <dgm:cxn modelId="{47DF508B-59B9-4905-968E-73F84035664A}" type="presParOf" srcId="{C510BAC4-CE52-4258-AB8C-5006EE97AE16}" destId="{35F2A059-171D-4730-9AB8-28E703E9A94F}" srcOrd="0" destOrd="0" presId="urn:microsoft.com/office/officeart/2005/8/layout/hierarchy1"/>
    <dgm:cxn modelId="{CBEEEE74-5FEA-4242-A4B3-789322D5FD1B}" type="presParOf" srcId="{35F2A059-171D-4730-9AB8-28E703E9A94F}" destId="{FB0B6571-93CA-44A5-8E24-4103747CA439}" srcOrd="0" destOrd="0" presId="urn:microsoft.com/office/officeart/2005/8/layout/hierarchy1"/>
    <dgm:cxn modelId="{8BE56B05-3AED-43AD-A7DB-FD51FF354401}" type="presParOf" srcId="{35F2A059-171D-4730-9AB8-28E703E9A94F}" destId="{741352B3-95C7-4E61-A55A-302221A248CF}" srcOrd="1" destOrd="0" presId="urn:microsoft.com/office/officeart/2005/8/layout/hierarchy1"/>
    <dgm:cxn modelId="{259EDAD1-ABE2-4BE1-8313-4BCE1440C5F5}" type="presParOf" srcId="{C510BAC4-CE52-4258-AB8C-5006EE97AE16}" destId="{2988F7B9-BB18-49BE-9599-F662950AE806}" srcOrd="1" destOrd="0" presId="urn:microsoft.com/office/officeart/2005/8/layout/hierarchy1"/>
    <dgm:cxn modelId="{B0BA41BE-287A-4E72-97F1-F0496A36E28C}" type="presParOf" srcId="{2988F7B9-BB18-49BE-9599-F662950AE806}" destId="{05C2727E-D197-4DD7-81D1-57296E128183}" srcOrd="0" destOrd="0" presId="urn:microsoft.com/office/officeart/2005/8/layout/hierarchy1"/>
    <dgm:cxn modelId="{0B71052C-583C-42ED-8E02-38B113A4F4DF}" type="presParOf" srcId="{2988F7B9-BB18-49BE-9599-F662950AE806}" destId="{49FB0E29-7663-4067-91E2-E9BC0AFCCA35}" srcOrd="1" destOrd="0" presId="urn:microsoft.com/office/officeart/2005/8/layout/hierarchy1"/>
    <dgm:cxn modelId="{79B22B26-93B8-4CE4-9A82-D5B61CC79A38}" type="presParOf" srcId="{49FB0E29-7663-4067-91E2-E9BC0AFCCA35}" destId="{66EA0B94-9B82-4A79-944B-03BB8CB8B85A}" srcOrd="0" destOrd="0" presId="urn:microsoft.com/office/officeart/2005/8/layout/hierarchy1"/>
    <dgm:cxn modelId="{A5BED163-7B8B-4B2D-878A-B0E0E262C0FC}" type="presParOf" srcId="{66EA0B94-9B82-4A79-944B-03BB8CB8B85A}" destId="{A7B26193-12D5-40E4-9F11-56B852E28DEE}" srcOrd="0" destOrd="0" presId="urn:microsoft.com/office/officeart/2005/8/layout/hierarchy1"/>
    <dgm:cxn modelId="{EFB32C08-C5ED-48D6-BEF5-7F81731E4F50}" type="presParOf" srcId="{66EA0B94-9B82-4A79-944B-03BB8CB8B85A}" destId="{BC64DDE1-F996-4F72-B5DC-77AEEC0E1908}" srcOrd="1" destOrd="0" presId="urn:microsoft.com/office/officeart/2005/8/layout/hierarchy1"/>
    <dgm:cxn modelId="{420C57E8-5503-4E73-A555-89B5EC946946}" type="presParOf" srcId="{49FB0E29-7663-4067-91E2-E9BC0AFCCA35}" destId="{3FD22C9F-3BC3-417A-B9B3-88E5999338C0}" srcOrd="1" destOrd="0" presId="urn:microsoft.com/office/officeart/2005/8/layout/hierarchy1"/>
    <dgm:cxn modelId="{4BB1B270-CFF8-4C0C-B5F2-21FA99A24E56}" type="presParOf" srcId="{3FD22C9F-3BC3-417A-B9B3-88E5999338C0}" destId="{F59AEC80-C586-41AF-BAD5-BA797DDE0228}" srcOrd="0" destOrd="0" presId="urn:microsoft.com/office/officeart/2005/8/layout/hierarchy1"/>
    <dgm:cxn modelId="{11FEB5A2-7A03-498F-B598-794E793A586A}" type="presParOf" srcId="{3FD22C9F-3BC3-417A-B9B3-88E5999338C0}" destId="{2DA195EF-3E84-40F4-BA05-1C18069E68E5}" srcOrd="1" destOrd="0" presId="urn:microsoft.com/office/officeart/2005/8/layout/hierarchy1"/>
    <dgm:cxn modelId="{E2A1EED1-562C-4760-855F-34B56FCE66CC}" type="presParOf" srcId="{2DA195EF-3E84-40F4-BA05-1C18069E68E5}" destId="{D3DFAA3D-2288-4548-BC65-1C9680FC53C7}" srcOrd="0" destOrd="0" presId="urn:microsoft.com/office/officeart/2005/8/layout/hierarchy1"/>
    <dgm:cxn modelId="{1B71526D-7345-4726-9BA6-C1B303D2E265}" type="presParOf" srcId="{D3DFAA3D-2288-4548-BC65-1C9680FC53C7}" destId="{9D15A430-DBED-4797-9883-CEA48FB9795A}" srcOrd="0" destOrd="0" presId="urn:microsoft.com/office/officeart/2005/8/layout/hierarchy1"/>
    <dgm:cxn modelId="{63464223-970E-42DC-921F-60C0E5D98763}" type="presParOf" srcId="{D3DFAA3D-2288-4548-BC65-1C9680FC53C7}" destId="{629D5326-99B1-4621-B91F-43D37B11416E}" srcOrd="1" destOrd="0" presId="urn:microsoft.com/office/officeart/2005/8/layout/hierarchy1"/>
    <dgm:cxn modelId="{61975B9E-EA70-4DE4-96F3-666A0DBC4E28}" type="presParOf" srcId="{2DA195EF-3E84-40F4-BA05-1C18069E68E5}" destId="{53432F6C-5D03-4E38-88D0-BD54FE22DD8C}" srcOrd="1" destOrd="0" presId="urn:microsoft.com/office/officeart/2005/8/layout/hierarchy1"/>
    <dgm:cxn modelId="{CA795CD9-9293-4BC8-8C9A-179B199E6ECB}" type="presParOf" srcId="{53432F6C-5D03-4E38-88D0-BD54FE22DD8C}" destId="{C8D251E3-F7AA-416B-8430-B41CA48EA1D5}" srcOrd="0" destOrd="0" presId="urn:microsoft.com/office/officeart/2005/8/layout/hierarchy1"/>
    <dgm:cxn modelId="{F8C37FCC-5782-4ADC-A8D1-4238ACB1D32E}" type="presParOf" srcId="{53432F6C-5D03-4E38-88D0-BD54FE22DD8C}" destId="{EF46DC86-082B-47A7-BB04-34FF2C66B831}" srcOrd="1" destOrd="0" presId="urn:microsoft.com/office/officeart/2005/8/layout/hierarchy1"/>
    <dgm:cxn modelId="{F6A14C18-93AB-4E36-B257-B945471C7C93}" type="presParOf" srcId="{EF46DC86-082B-47A7-BB04-34FF2C66B831}" destId="{5940F53F-1C6C-4AB0-AF06-359AF1C2E348}" srcOrd="0" destOrd="0" presId="urn:microsoft.com/office/officeart/2005/8/layout/hierarchy1"/>
    <dgm:cxn modelId="{65841D55-2495-487D-AE5D-AA752AA59174}" type="presParOf" srcId="{5940F53F-1C6C-4AB0-AF06-359AF1C2E348}" destId="{6F31B42E-D7FE-4F79-B77D-9F7F5361E59E}" srcOrd="0" destOrd="0" presId="urn:microsoft.com/office/officeart/2005/8/layout/hierarchy1"/>
    <dgm:cxn modelId="{8DB4C161-DC14-4CBE-AB1A-7D410891193F}" type="presParOf" srcId="{5940F53F-1C6C-4AB0-AF06-359AF1C2E348}" destId="{7618D471-BC2F-4BBB-A5F6-A73C03F07BA5}" srcOrd="1" destOrd="0" presId="urn:microsoft.com/office/officeart/2005/8/layout/hierarchy1"/>
    <dgm:cxn modelId="{5E232D3B-45F7-4C3F-A9BB-3E8D6C1CE374}" type="presParOf" srcId="{EF46DC86-082B-47A7-BB04-34FF2C66B831}" destId="{774A7530-D5BB-4927-A351-665AFF8D7A62}" srcOrd="1" destOrd="0" presId="urn:microsoft.com/office/officeart/2005/8/layout/hierarchy1"/>
    <dgm:cxn modelId="{C50EA8B9-05DB-4CB9-B410-A9B3B29FC20C}" type="presParOf" srcId="{3FD22C9F-3BC3-417A-B9B3-88E5999338C0}" destId="{4DDB5832-6258-4634-B0DA-4E3D86752BE0}" srcOrd="2" destOrd="0" presId="urn:microsoft.com/office/officeart/2005/8/layout/hierarchy1"/>
    <dgm:cxn modelId="{979701F5-BB3F-4D95-A1AF-C931688C5640}" type="presParOf" srcId="{3FD22C9F-3BC3-417A-B9B3-88E5999338C0}" destId="{1367761A-F0E9-49D9-9BC5-B139AC537713}" srcOrd="3" destOrd="0" presId="urn:microsoft.com/office/officeart/2005/8/layout/hierarchy1"/>
    <dgm:cxn modelId="{FE09423D-87D0-440F-882F-808282D7AE29}" type="presParOf" srcId="{1367761A-F0E9-49D9-9BC5-B139AC537713}" destId="{561C8962-14BE-41ED-857F-2C7E04BB6E10}" srcOrd="0" destOrd="0" presId="urn:microsoft.com/office/officeart/2005/8/layout/hierarchy1"/>
    <dgm:cxn modelId="{DC471C4A-3C3A-4B57-A88E-70979F4C72DB}" type="presParOf" srcId="{561C8962-14BE-41ED-857F-2C7E04BB6E10}" destId="{CD9AC1F0-7200-4377-83E2-2953F0C8DE9D}" srcOrd="0" destOrd="0" presId="urn:microsoft.com/office/officeart/2005/8/layout/hierarchy1"/>
    <dgm:cxn modelId="{8B7FE6EE-55B2-4115-B9FF-B6575011F875}" type="presParOf" srcId="{561C8962-14BE-41ED-857F-2C7E04BB6E10}" destId="{99B99B29-7B4C-4D52-98EB-EB40583810FE}" srcOrd="1" destOrd="0" presId="urn:microsoft.com/office/officeart/2005/8/layout/hierarchy1"/>
    <dgm:cxn modelId="{32AEEAE9-0378-4E88-9265-A6A49C9C8184}" type="presParOf" srcId="{1367761A-F0E9-49D9-9BC5-B139AC537713}" destId="{DFDD2FD3-5015-47A3-AC31-05FF4CF0562F}" srcOrd="1" destOrd="0" presId="urn:microsoft.com/office/officeart/2005/8/layout/hierarchy1"/>
    <dgm:cxn modelId="{6BD649C5-8DAA-4569-9364-13498BDD2AA4}" type="presParOf" srcId="{DFDD2FD3-5015-47A3-AC31-05FF4CF0562F}" destId="{03F8D7D9-9430-479F-9DAF-1C10E6B9B1FA}" srcOrd="0" destOrd="0" presId="urn:microsoft.com/office/officeart/2005/8/layout/hierarchy1"/>
    <dgm:cxn modelId="{5AA92BC8-890E-492F-9EB8-16A3490FB574}" type="presParOf" srcId="{DFDD2FD3-5015-47A3-AC31-05FF4CF0562F}" destId="{07F7AC54-86E9-4AF5-AD4A-23D40C2F6609}" srcOrd="1" destOrd="0" presId="urn:microsoft.com/office/officeart/2005/8/layout/hierarchy1"/>
    <dgm:cxn modelId="{F1E6EEB8-444C-4AAB-94DD-43F1B274E6CC}" type="presParOf" srcId="{07F7AC54-86E9-4AF5-AD4A-23D40C2F6609}" destId="{2396085E-1BCB-4A29-B06C-842D13319228}" srcOrd="0" destOrd="0" presId="urn:microsoft.com/office/officeart/2005/8/layout/hierarchy1"/>
    <dgm:cxn modelId="{B0384DE3-F759-4189-B323-1F760BC367AE}" type="presParOf" srcId="{2396085E-1BCB-4A29-B06C-842D13319228}" destId="{5150BB15-1346-483E-AF7D-70E2640A7E40}" srcOrd="0" destOrd="0" presId="urn:microsoft.com/office/officeart/2005/8/layout/hierarchy1"/>
    <dgm:cxn modelId="{8A712D3B-5E9E-41BE-AEE4-9F9D99C1B50C}" type="presParOf" srcId="{2396085E-1BCB-4A29-B06C-842D13319228}" destId="{CDDF574B-1D82-4FB8-8077-5F85A7CEF7B9}" srcOrd="1" destOrd="0" presId="urn:microsoft.com/office/officeart/2005/8/layout/hierarchy1"/>
    <dgm:cxn modelId="{3A7F2020-8366-42D1-86A7-79E4A19F1665}" type="presParOf" srcId="{07F7AC54-86E9-4AF5-AD4A-23D40C2F6609}" destId="{933DDD88-8DD9-4E5E-9806-8B09BE811C9B}" srcOrd="1" destOrd="0" presId="urn:microsoft.com/office/officeart/2005/8/layout/hierarchy1"/>
    <dgm:cxn modelId="{B7D5F24A-8939-4494-9710-C75B055B9952}" type="presParOf" srcId="{3FD22C9F-3BC3-417A-B9B3-88E5999338C0}" destId="{3CBDBA62-4C7E-435D-BC9D-239044301547}" srcOrd="4" destOrd="0" presId="urn:microsoft.com/office/officeart/2005/8/layout/hierarchy1"/>
    <dgm:cxn modelId="{13B4827F-4B09-488A-A1B7-396D9AB69872}" type="presParOf" srcId="{3FD22C9F-3BC3-417A-B9B3-88E5999338C0}" destId="{0C985457-ABEA-4543-9E67-3CEAEBACA288}" srcOrd="5" destOrd="0" presId="urn:microsoft.com/office/officeart/2005/8/layout/hierarchy1"/>
    <dgm:cxn modelId="{6DAE1ADD-E4B2-45A4-9C81-25E439E90ED7}" type="presParOf" srcId="{0C985457-ABEA-4543-9E67-3CEAEBACA288}" destId="{1583A36E-A3F3-4BD5-939E-C762C960AEBA}" srcOrd="0" destOrd="0" presId="urn:microsoft.com/office/officeart/2005/8/layout/hierarchy1"/>
    <dgm:cxn modelId="{5025AACB-BFE5-401F-B441-46351D5496D8}" type="presParOf" srcId="{1583A36E-A3F3-4BD5-939E-C762C960AEBA}" destId="{37D316C6-5040-4D74-8864-132E6BA9BBFC}" srcOrd="0" destOrd="0" presId="urn:microsoft.com/office/officeart/2005/8/layout/hierarchy1"/>
    <dgm:cxn modelId="{35D4C823-BA93-4096-AF15-52A77EE466AD}" type="presParOf" srcId="{1583A36E-A3F3-4BD5-939E-C762C960AEBA}" destId="{5B81F4FF-90E0-473F-AA26-0933966D080F}" srcOrd="1" destOrd="0" presId="urn:microsoft.com/office/officeart/2005/8/layout/hierarchy1"/>
    <dgm:cxn modelId="{ED4CE71F-75C6-4291-B3EA-9BBCC6647400}" type="presParOf" srcId="{0C985457-ABEA-4543-9E67-3CEAEBACA288}" destId="{F7224FD9-C049-4084-8DA9-9FD6F0D3816E}" srcOrd="1" destOrd="0" presId="urn:microsoft.com/office/officeart/2005/8/layout/hierarchy1"/>
    <dgm:cxn modelId="{9A34EA4F-A803-4CD8-A47C-1F313D6A4E20}" type="presParOf" srcId="{F7224FD9-C049-4084-8DA9-9FD6F0D3816E}" destId="{D11D003C-CB16-47A8-9BF7-F56F919A5E74}" srcOrd="0" destOrd="0" presId="urn:microsoft.com/office/officeart/2005/8/layout/hierarchy1"/>
    <dgm:cxn modelId="{2BDFA7D3-93E9-4073-8FE4-7286A40D09E6}" type="presParOf" srcId="{F7224FD9-C049-4084-8DA9-9FD6F0D3816E}" destId="{4F047DB4-C4BA-4D93-A18F-4C41B3003984}" srcOrd="1" destOrd="0" presId="urn:microsoft.com/office/officeart/2005/8/layout/hierarchy1"/>
    <dgm:cxn modelId="{D76C4BD6-2F64-4555-916A-972496D866AA}" type="presParOf" srcId="{4F047DB4-C4BA-4D93-A18F-4C41B3003984}" destId="{5C8802A8-13CB-4672-98FC-B20CD74DF89D}" srcOrd="0" destOrd="0" presId="urn:microsoft.com/office/officeart/2005/8/layout/hierarchy1"/>
    <dgm:cxn modelId="{493DCECE-DF22-43FF-BB01-C88D5C45527C}" type="presParOf" srcId="{5C8802A8-13CB-4672-98FC-B20CD74DF89D}" destId="{B3AB75D9-CAB8-4D3E-ADC7-4B8D7ABDFAD3}" srcOrd="0" destOrd="0" presId="urn:microsoft.com/office/officeart/2005/8/layout/hierarchy1"/>
    <dgm:cxn modelId="{259A6ABA-87AB-4702-BCC8-549DAE8C8285}" type="presParOf" srcId="{5C8802A8-13CB-4672-98FC-B20CD74DF89D}" destId="{924979AF-3A37-49B4-8161-920557516DF4}" srcOrd="1" destOrd="0" presId="urn:microsoft.com/office/officeart/2005/8/layout/hierarchy1"/>
    <dgm:cxn modelId="{CE1A6C42-A730-44F2-ABB2-24A4041B8989}" type="presParOf" srcId="{4F047DB4-C4BA-4D93-A18F-4C41B3003984}" destId="{A7191729-F617-4AA6-8763-44492C6750E5}" srcOrd="1" destOrd="0" presId="urn:microsoft.com/office/officeart/2005/8/layout/hierarchy1"/>
    <dgm:cxn modelId="{55E2A14C-41C7-4996-8F67-36367B966FB0}" type="presParOf" srcId="{2988F7B9-BB18-49BE-9599-F662950AE806}" destId="{E16E5A0E-C98A-486A-A822-BCB1515D6D73}" srcOrd="2" destOrd="0" presId="urn:microsoft.com/office/officeart/2005/8/layout/hierarchy1"/>
    <dgm:cxn modelId="{B0C3D39F-3748-4FA5-9768-AD554077AE24}" type="presParOf" srcId="{2988F7B9-BB18-49BE-9599-F662950AE806}" destId="{B9CB67D4-ED5B-47A9-B2C7-641C3D8CC0D1}" srcOrd="3" destOrd="0" presId="urn:microsoft.com/office/officeart/2005/8/layout/hierarchy1"/>
    <dgm:cxn modelId="{8A163C3A-1A52-46CD-AD37-969173D130B4}" type="presParOf" srcId="{B9CB67D4-ED5B-47A9-B2C7-641C3D8CC0D1}" destId="{830343D5-0977-419B-A2D5-AC6B488CE6A2}" srcOrd="0" destOrd="0" presId="urn:microsoft.com/office/officeart/2005/8/layout/hierarchy1"/>
    <dgm:cxn modelId="{9B7EAA91-556D-495D-BD80-F1AF5C6ECAFB}" type="presParOf" srcId="{830343D5-0977-419B-A2D5-AC6B488CE6A2}" destId="{4243BF0C-15AF-4355-BD68-7D01430782DD}" srcOrd="0" destOrd="0" presId="urn:microsoft.com/office/officeart/2005/8/layout/hierarchy1"/>
    <dgm:cxn modelId="{2D3486D5-CC1E-4F7A-9EC6-075BB8053F32}" type="presParOf" srcId="{830343D5-0977-419B-A2D5-AC6B488CE6A2}" destId="{EBC58B70-D1C5-47CF-B55B-1F05A54A9968}" srcOrd="1" destOrd="0" presId="urn:microsoft.com/office/officeart/2005/8/layout/hierarchy1"/>
    <dgm:cxn modelId="{FDE92CC3-9591-48C2-A516-19B8D582D4B8}" type="presParOf" srcId="{B9CB67D4-ED5B-47A9-B2C7-641C3D8CC0D1}" destId="{EF337F9F-29D0-4BF2-9DD5-0B29E1C154EC}" srcOrd="1" destOrd="0" presId="urn:microsoft.com/office/officeart/2005/8/layout/hierarchy1"/>
    <dgm:cxn modelId="{3A4BCBEE-DE3F-44A2-BF1C-BF379D347B0F}" type="presParOf" srcId="{EF337F9F-29D0-4BF2-9DD5-0B29E1C154EC}" destId="{2691E219-C375-4042-B2EB-189263EA8A4F}" srcOrd="0" destOrd="0" presId="urn:microsoft.com/office/officeart/2005/8/layout/hierarchy1"/>
    <dgm:cxn modelId="{7122C93B-5C5E-49A1-BA7D-39491048D1D3}" type="presParOf" srcId="{EF337F9F-29D0-4BF2-9DD5-0B29E1C154EC}" destId="{9FDBE04E-7C00-4DAC-9A4C-165C3F588959}" srcOrd="1" destOrd="0" presId="urn:microsoft.com/office/officeart/2005/8/layout/hierarchy1"/>
    <dgm:cxn modelId="{642630D2-01A7-496C-885B-E71F3B5A6663}" type="presParOf" srcId="{9FDBE04E-7C00-4DAC-9A4C-165C3F588959}" destId="{57FE2EFC-2652-4F1D-A351-83DF6E670686}" srcOrd="0" destOrd="0" presId="urn:microsoft.com/office/officeart/2005/8/layout/hierarchy1"/>
    <dgm:cxn modelId="{C15F6657-4EC5-47F2-8D85-172ECBE68246}" type="presParOf" srcId="{57FE2EFC-2652-4F1D-A351-83DF6E670686}" destId="{3060C2E0-FED7-4E6A-A92C-E15167EB816D}" srcOrd="0" destOrd="0" presId="urn:microsoft.com/office/officeart/2005/8/layout/hierarchy1"/>
    <dgm:cxn modelId="{8D27A01B-5803-4AD4-A7DF-B8A923582064}" type="presParOf" srcId="{57FE2EFC-2652-4F1D-A351-83DF6E670686}" destId="{EBAF6D40-DDAF-45A2-A156-DA61074E76FD}" srcOrd="1" destOrd="0" presId="urn:microsoft.com/office/officeart/2005/8/layout/hierarchy1"/>
    <dgm:cxn modelId="{D93D7CA4-8615-465A-A17D-3D3A3F08AFB3}" type="presParOf" srcId="{9FDBE04E-7C00-4DAC-9A4C-165C3F588959}" destId="{865DB349-E5AF-46C0-B0AC-E9D0A52F9C7D}" srcOrd="1" destOrd="0" presId="urn:microsoft.com/office/officeart/2005/8/layout/hierarchy1"/>
    <dgm:cxn modelId="{6EA56A78-EA5B-46C2-9BC3-E4878FACB24A}" type="presParOf" srcId="{865DB349-E5AF-46C0-B0AC-E9D0A52F9C7D}" destId="{BB4D565B-F6FC-4706-8990-80151501AC5A}" srcOrd="0" destOrd="0" presId="urn:microsoft.com/office/officeart/2005/8/layout/hierarchy1"/>
    <dgm:cxn modelId="{0E892212-2B02-4849-B6C0-E5233B1D7543}" type="presParOf" srcId="{865DB349-E5AF-46C0-B0AC-E9D0A52F9C7D}" destId="{DB24DBD5-2E0F-4BE1-9EB8-B8E357737FB0}" srcOrd="1" destOrd="0" presId="urn:microsoft.com/office/officeart/2005/8/layout/hierarchy1"/>
    <dgm:cxn modelId="{886743D5-DE8A-4811-8581-12A8233934A7}" type="presParOf" srcId="{DB24DBD5-2E0F-4BE1-9EB8-B8E357737FB0}" destId="{A207C99A-26B1-4EAF-BDD6-BFCF06BCD42E}" srcOrd="0" destOrd="0" presId="urn:microsoft.com/office/officeart/2005/8/layout/hierarchy1"/>
    <dgm:cxn modelId="{E1898776-500D-4008-9147-84C510B819DF}" type="presParOf" srcId="{A207C99A-26B1-4EAF-BDD6-BFCF06BCD42E}" destId="{E7122916-451F-4F71-B809-118A671FF1E5}" srcOrd="0" destOrd="0" presId="urn:microsoft.com/office/officeart/2005/8/layout/hierarchy1"/>
    <dgm:cxn modelId="{A2951C75-D3E8-4D27-AB60-BB575F07CB66}" type="presParOf" srcId="{A207C99A-26B1-4EAF-BDD6-BFCF06BCD42E}" destId="{19BED8C5-781F-4015-AE6D-3CDDE6224FD3}" srcOrd="1" destOrd="0" presId="urn:microsoft.com/office/officeart/2005/8/layout/hierarchy1"/>
    <dgm:cxn modelId="{A58D5239-F67E-4F5B-8459-5D42F99A5E32}" type="presParOf" srcId="{DB24DBD5-2E0F-4BE1-9EB8-B8E357737FB0}" destId="{80D88D14-C8A1-488D-B1CA-341ABB7F36C5}" srcOrd="1" destOrd="0" presId="urn:microsoft.com/office/officeart/2005/8/layout/hierarchy1"/>
    <dgm:cxn modelId="{21E6166C-BB15-4A9D-9BA8-3EE0FBC975F8}" type="presParOf" srcId="{EF337F9F-29D0-4BF2-9DD5-0B29E1C154EC}" destId="{645ED8B1-5E96-473B-AA23-D316EBED0923}" srcOrd="2" destOrd="0" presId="urn:microsoft.com/office/officeart/2005/8/layout/hierarchy1"/>
    <dgm:cxn modelId="{49134B9E-222F-4E77-A6FA-F2FD7E8CCEB9}" type="presParOf" srcId="{EF337F9F-29D0-4BF2-9DD5-0B29E1C154EC}" destId="{3664CB06-1BF2-4F87-88EC-7F3A613F216A}" srcOrd="3" destOrd="0" presId="urn:microsoft.com/office/officeart/2005/8/layout/hierarchy1"/>
    <dgm:cxn modelId="{81385182-7F9A-4479-8C8B-D6DD6C7DCF16}" type="presParOf" srcId="{3664CB06-1BF2-4F87-88EC-7F3A613F216A}" destId="{CE225D9A-D68F-484B-989A-AE927810BF42}" srcOrd="0" destOrd="0" presId="urn:microsoft.com/office/officeart/2005/8/layout/hierarchy1"/>
    <dgm:cxn modelId="{86F43705-5515-47C9-B911-B68C8CAA54A4}" type="presParOf" srcId="{CE225D9A-D68F-484B-989A-AE927810BF42}" destId="{A8C67FA6-7ABD-4618-B377-927EC3884E24}" srcOrd="0" destOrd="0" presId="urn:microsoft.com/office/officeart/2005/8/layout/hierarchy1"/>
    <dgm:cxn modelId="{B6A92E95-9684-4A6A-A27D-A9B5E293767E}" type="presParOf" srcId="{CE225D9A-D68F-484B-989A-AE927810BF42}" destId="{15C394E3-2F48-457A-8810-B39903F4222F}" srcOrd="1" destOrd="0" presId="urn:microsoft.com/office/officeart/2005/8/layout/hierarchy1"/>
    <dgm:cxn modelId="{F10170FD-E8A6-46D4-8B09-E50C7B47298B}" type="presParOf" srcId="{3664CB06-1BF2-4F87-88EC-7F3A613F216A}" destId="{CA9302BB-7C05-470D-89A4-582741ADBBA0}" srcOrd="1" destOrd="0" presId="urn:microsoft.com/office/officeart/2005/8/layout/hierarchy1"/>
    <dgm:cxn modelId="{FBB587E8-CD3D-478B-AF80-35AE2AB865AA}" type="presParOf" srcId="{CA9302BB-7C05-470D-89A4-582741ADBBA0}" destId="{8D4834AA-BE9C-445D-AEB4-FC39536D94E1}" srcOrd="0" destOrd="0" presId="urn:microsoft.com/office/officeart/2005/8/layout/hierarchy1"/>
    <dgm:cxn modelId="{C6BC2266-7F19-4BC6-97C4-1AB459EEFCA7}" type="presParOf" srcId="{CA9302BB-7C05-470D-89A4-582741ADBBA0}" destId="{CF09EE53-1413-46C2-ADA2-9A14EED231C4}" srcOrd="1" destOrd="0" presId="urn:microsoft.com/office/officeart/2005/8/layout/hierarchy1"/>
    <dgm:cxn modelId="{FAF84659-18A5-404A-B45D-4DCF3201FD39}" type="presParOf" srcId="{CF09EE53-1413-46C2-ADA2-9A14EED231C4}" destId="{C5BC64E9-7896-4C8F-99CB-F797682F6EC4}" srcOrd="0" destOrd="0" presId="urn:microsoft.com/office/officeart/2005/8/layout/hierarchy1"/>
    <dgm:cxn modelId="{31D7761D-CC25-47FB-8E2F-0CFE2863E0AB}" type="presParOf" srcId="{C5BC64E9-7896-4C8F-99CB-F797682F6EC4}" destId="{E9B3408C-50B8-4856-A4C3-CF930E3AC9F0}" srcOrd="0" destOrd="0" presId="urn:microsoft.com/office/officeart/2005/8/layout/hierarchy1"/>
    <dgm:cxn modelId="{596CD238-3858-4037-8FCF-60E1843C850B}" type="presParOf" srcId="{C5BC64E9-7896-4C8F-99CB-F797682F6EC4}" destId="{E304D56B-239A-4D0C-A7D2-813502A91E7F}" srcOrd="1" destOrd="0" presId="urn:microsoft.com/office/officeart/2005/8/layout/hierarchy1"/>
    <dgm:cxn modelId="{7A5D65B6-01C2-42B4-8F96-A550F0878B4C}" type="presParOf" srcId="{CF09EE53-1413-46C2-ADA2-9A14EED231C4}" destId="{B3F67780-1390-42BA-974B-89B15A64F22E}" srcOrd="1" destOrd="0" presId="urn:microsoft.com/office/officeart/2005/8/layout/hierarchy1"/>
    <dgm:cxn modelId="{C1DA2FD5-9647-404F-AADB-FE744E327928}" type="presParOf" srcId="{52AA0C46-8C79-49A1-ABAA-5C3DAF34B49E}" destId="{E8E3A2DF-7361-404C-A61F-02C3FC78834E}" srcOrd="2" destOrd="0" presId="urn:microsoft.com/office/officeart/2005/8/layout/hierarchy1"/>
    <dgm:cxn modelId="{F415F0D7-5D8A-4FCD-A6DD-73DACF0D07B8}" type="presParOf" srcId="{52AA0C46-8C79-49A1-ABAA-5C3DAF34B49E}" destId="{D8957EF7-3CB9-49E5-BD5D-ED4DEFB7F48D}" srcOrd="3" destOrd="0" presId="urn:microsoft.com/office/officeart/2005/8/layout/hierarchy1"/>
    <dgm:cxn modelId="{3B1ABC37-E758-4D88-9DF1-D965A7599B8E}" type="presParOf" srcId="{D8957EF7-3CB9-49E5-BD5D-ED4DEFB7F48D}" destId="{4DB13304-2B2F-4ADF-AC29-A572FE68047F}" srcOrd="0" destOrd="0" presId="urn:microsoft.com/office/officeart/2005/8/layout/hierarchy1"/>
    <dgm:cxn modelId="{C8778845-5419-431E-8DA7-5FE98761DC4E}" type="presParOf" srcId="{4DB13304-2B2F-4ADF-AC29-A572FE68047F}" destId="{C99AF00D-587A-4D2F-9DF3-F086B60B49B6}" srcOrd="0" destOrd="0" presId="urn:microsoft.com/office/officeart/2005/8/layout/hierarchy1"/>
    <dgm:cxn modelId="{FE40235F-F2E0-44C2-B52F-8F86A159AD6B}" type="presParOf" srcId="{4DB13304-2B2F-4ADF-AC29-A572FE68047F}" destId="{24C9B9A5-4725-4D4B-8B2A-6E0660D30F18}" srcOrd="1" destOrd="0" presId="urn:microsoft.com/office/officeart/2005/8/layout/hierarchy1"/>
    <dgm:cxn modelId="{95E0E9D3-94D5-4745-BEF5-4CBB5A302EBF}" type="presParOf" srcId="{D8957EF7-3CB9-49E5-BD5D-ED4DEFB7F48D}" destId="{ADFE5AE9-6515-4DCB-81BA-C2F2C20F5CEE}" srcOrd="1" destOrd="0" presId="urn:microsoft.com/office/officeart/2005/8/layout/hierarchy1"/>
    <dgm:cxn modelId="{700B1F71-46BE-433E-9723-804F44BE49D8}" type="presParOf" srcId="{ADFE5AE9-6515-4DCB-81BA-C2F2C20F5CEE}" destId="{0CDB784D-B2D7-4E33-AB5E-42DED4D3DF95}" srcOrd="0" destOrd="0" presId="urn:microsoft.com/office/officeart/2005/8/layout/hierarchy1"/>
    <dgm:cxn modelId="{1288B410-BB36-4747-B0FA-A809EBC16170}" type="presParOf" srcId="{ADFE5AE9-6515-4DCB-81BA-C2F2C20F5CEE}" destId="{1E24F256-6879-4031-8DEB-4A56A67D8B76}" srcOrd="1" destOrd="0" presId="urn:microsoft.com/office/officeart/2005/8/layout/hierarchy1"/>
    <dgm:cxn modelId="{52C48E2D-9A0F-4D2E-88ED-A506519929FC}" type="presParOf" srcId="{1E24F256-6879-4031-8DEB-4A56A67D8B76}" destId="{946AF80A-242A-4866-A0A3-F4EE4FEAD3E3}" srcOrd="0" destOrd="0" presId="urn:microsoft.com/office/officeart/2005/8/layout/hierarchy1"/>
    <dgm:cxn modelId="{66339D02-17B3-4C33-A3E1-89B9879AD203}" type="presParOf" srcId="{946AF80A-242A-4866-A0A3-F4EE4FEAD3E3}" destId="{A8ABF9B4-AFFB-4B89-A425-BBEDF4894B77}" srcOrd="0" destOrd="0" presId="urn:microsoft.com/office/officeart/2005/8/layout/hierarchy1"/>
    <dgm:cxn modelId="{32DEACAF-4926-4BF8-8F6A-64648C92E7CF}" type="presParOf" srcId="{946AF80A-242A-4866-A0A3-F4EE4FEAD3E3}" destId="{446059D9-CC56-492D-BFE3-1297E163E248}" srcOrd="1" destOrd="0" presId="urn:microsoft.com/office/officeart/2005/8/layout/hierarchy1"/>
    <dgm:cxn modelId="{C51C7558-3EA1-4F75-B13A-395E81B506C5}" type="presParOf" srcId="{1E24F256-6879-4031-8DEB-4A56A67D8B76}" destId="{A4C84C6C-C7E0-4692-AFDA-6E72D6001B0B}" srcOrd="1" destOrd="0" presId="urn:microsoft.com/office/officeart/2005/8/layout/hierarchy1"/>
    <dgm:cxn modelId="{8A389258-C835-4737-8BF0-DD978A6C16E4}" type="presParOf" srcId="{A4C84C6C-C7E0-4692-AFDA-6E72D6001B0B}" destId="{97C435D1-BB08-4A46-BEE0-F112D1C689B4}" srcOrd="0" destOrd="0" presId="urn:microsoft.com/office/officeart/2005/8/layout/hierarchy1"/>
    <dgm:cxn modelId="{DCF3A14A-8964-4BAB-B05E-D822AD4B410A}" type="presParOf" srcId="{A4C84C6C-C7E0-4692-AFDA-6E72D6001B0B}" destId="{C11E8BBD-4861-46F7-BC6A-5AEB8CE643D6}" srcOrd="1" destOrd="0" presId="urn:microsoft.com/office/officeart/2005/8/layout/hierarchy1"/>
    <dgm:cxn modelId="{3DC1CBB2-1C02-49E8-97D5-D6219E701A3D}" type="presParOf" srcId="{C11E8BBD-4861-46F7-BC6A-5AEB8CE643D6}" destId="{DFC26B8E-9B07-42A2-93C9-1BF0B5621432}" srcOrd="0" destOrd="0" presId="urn:microsoft.com/office/officeart/2005/8/layout/hierarchy1"/>
    <dgm:cxn modelId="{EFF4DA78-5673-4F88-A9BE-1920D60E912E}" type="presParOf" srcId="{DFC26B8E-9B07-42A2-93C9-1BF0B5621432}" destId="{8DAE1D9F-ABE0-4BE8-A7DC-F41ADEE0AB61}" srcOrd="0" destOrd="0" presId="urn:microsoft.com/office/officeart/2005/8/layout/hierarchy1"/>
    <dgm:cxn modelId="{C79DC2FD-8F5F-4580-AC1F-9FDCAD9C01A3}" type="presParOf" srcId="{DFC26B8E-9B07-42A2-93C9-1BF0B5621432}" destId="{09058E97-2D6D-4460-A61E-5F994535679C}" srcOrd="1" destOrd="0" presId="urn:microsoft.com/office/officeart/2005/8/layout/hierarchy1"/>
    <dgm:cxn modelId="{07EE4654-3BBA-4925-90A9-61F8E0AD6C36}" type="presParOf" srcId="{C11E8BBD-4861-46F7-BC6A-5AEB8CE643D6}" destId="{8D1218E8-395E-42C9-B1C0-6C0787840B64}" srcOrd="1" destOrd="0" presId="urn:microsoft.com/office/officeart/2005/8/layout/hierarchy1"/>
    <dgm:cxn modelId="{9E0E0E97-FA1A-44E0-9A21-72DAEFB46EB1}" type="presParOf" srcId="{8D1218E8-395E-42C9-B1C0-6C0787840B64}" destId="{17B001EF-43E7-4A81-AACC-C07B339B7E2E}" srcOrd="0" destOrd="0" presId="urn:microsoft.com/office/officeart/2005/8/layout/hierarchy1"/>
    <dgm:cxn modelId="{1C10C201-02E3-4A76-A3CF-021AF02F2F96}" type="presParOf" srcId="{8D1218E8-395E-42C9-B1C0-6C0787840B64}" destId="{8249328F-A1E9-4F84-A095-183301BECBCC}" srcOrd="1" destOrd="0" presId="urn:microsoft.com/office/officeart/2005/8/layout/hierarchy1"/>
    <dgm:cxn modelId="{D30C88F6-EBA6-4EC4-A640-EDDA8AEC74EA}" type="presParOf" srcId="{8249328F-A1E9-4F84-A095-183301BECBCC}" destId="{9AFF083F-06E8-4278-A82D-959C56A150EE}" srcOrd="0" destOrd="0" presId="urn:microsoft.com/office/officeart/2005/8/layout/hierarchy1"/>
    <dgm:cxn modelId="{A7270722-874E-4524-A829-3C2E1C6F85D7}" type="presParOf" srcId="{9AFF083F-06E8-4278-A82D-959C56A150EE}" destId="{648F769D-2066-4046-9CF2-1858CA164EA5}" srcOrd="0" destOrd="0" presId="urn:microsoft.com/office/officeart/2005/8/layout/hierarchy1"/>
    <dgm:cxn modelId="{F0D1CDAD-28D6-4DE4-BF39-3DE084FEF911}" type="presParOf" srcId="{9AFF083F-06E8-4278-A82D-959C56A150EE}" destId="{4E021796-B6ED-4381-AC19-E9574AAC2B64}" srcOrd="1" destOrd="0" presId="urn:microsoft.com/office/officeart/2005/8/layout/hierarchy1"/>
    <dgm:cxn modelId="{B826F691-6566-4898-B306-4CCC547804D6}" type="presParOf" srcId="{8249328F-A1E9-4F84-A095-183301BECBCC}" destId="{A144A888-5C9A-424F-8FCC-B97F58ADB18C}" srcOrd="1" destOrd="0" presId="urn:microsoft.com/office/officeart/2005/8/layout/hierarchy1"/>
    <dgm:cxn modelId="{0C4C48B4-506E-442E-8244-128F64FEED7A}" type="presParOf" srcId="{A4C84C6C-C7E0-4692-AFDA-6E72D6001B0B}" destId="{DC1818A1-8AB6-473A-A5A4-EA999F57E701}" srcOrd="2" destOrd="0" presId="urn:microsoft.com/office/officeart/2005/8/layout/hierarchy1"/>
    <dgm:cxn modelId="{E781E07C-E632-4DFF-8E72-8699821B29E2}" type="presParOf" srcId="{A4C84C6C-C7E0-4692-AFDA-6E72D6001B0B}" destId="{984723F0-2234-4E84-98C5-60DFCA74ABB2}" srcOrd="3" destOrd="0" presId="urn:microsoft.com/office/officeart/2005/8/layout/hierarchy1"/>
    <dgm:cxn modelId="{02F1A06F-6C5F-4C9D-8EFD-8CD0A56D8C60}" type="presParOf" srcId="{984723F0-2234-4E84-98C5-60DFCA74ABB2}" destId="{0317DB76-02A7-4C59-8B80-E0759B3F4380}" srcOrd="0" destOrd="0" presId="urn:microsoft.com/office/officeart/2005/8/layout/hierarchy1"/>
    <dgm:cxn modelId="{B86EA480-274E-4CF9-BC62-123B0A1EFF1F}" type="presParOf" srcId="{0317DB76-02A7-4C59-8B80-E0759B3F4380}" destId="{E541C4D3-3AF5-40A0-80FD-347ECB125216}" srcOrd="0" destOrd="0" presId="urn:microsoft.com/office/officeart/2005/8/layout/hierarchy1"/>
    <dgm:cxn modelId="{0A2DC273-8F82-4F5F-B46D-E1ACCC503062}" type="presParOf" srcId="{0317DB76-02A7-4C59-8B80-E0759B3F4380}" destId="{2FB6FAE6-9D9F-492E-ABEC-12E6F3F155BE}" srcOrd="1" destOrd="0" presId="urn:microsoft.com/office/officeart/2005/8/layout/hierarchy1"/>
    <dgm:cxn modelId="{A09E9125-2371-47CE-B09C-F92682F336B3}" type="presParOf" srcId="{984723F0-2234-4E84-98C5-60DFCA74ABB2}" destId="{666EFC0D-B25C-4A05-91EF-2ECB498A2309}" srcOrd="1" destOrd="0" presId="urn:microsoft.com/office/officeart/2005/8/layout/hierarchy1"/>
    <dgm:cxn modelId="{7CDFA2E2-1167-4DF3-A866-8CDB882AEE14}" type="presParOf" srcId="{666EFC0D-B25C-4A05-91EF-2ECB498A2309}" destId="{D9AD552E-FC1D-434E-A335-98EF42B4C86D}" srcOrd="0" destOrd="0" presId="urn:microsoft.com/office/officeart/2005/8/layout/hierarchy1"/>
    <dgm:cxn modelId="{07C12412-34E4-4136-90D4-E8BE11D97BC2}" type="presParOf" srcId="{666EFC0D-B25C-4A05-91EF-2ECB498A2309}" destId="{279685FB-56E6-4C98-AC48-31C0C78958DD}" srcOrd="1" destOrd="0" presId="urn:microsoft.com/office/officeart/2005/8/layout/hierarchy1"/>
    <dgm:cxn modelId="{AB4D33C1-451D-4BB6-94E8-23BDC45E272D}" type="presParOf" srcId="{279685FB-56E6-4C98-AC48-31C0C78958DD}" destId="{2CA25493-C730-43FE-9697-FE71E1E44266}" srcOrd="0" destOrd="0" presId="urn:microsoft.com/office/officeart/2005/8/layout/hierarchy1"/>
    <dgm:cxn modelId="{FAA461DB-0E4D-4AAC-A828-5257C6C500E8}" type="presParOf" srcId="{2CA25493-C730-43FE-9697-FE71E1E44266}" destId="{E84A5936-E6A8-4F4B-9A83-7B870C875F16}" srcOrd="0" destOrd="0" presId="urn:microsoft.com/office/officeart/2005/8/layout/hierarchy1"/>
    <dgm:cxn modelId="{5C6E5DC6-699F-4A43-BEFD-492893D244EA}" type="presParOf" srcId="{2CA25493-C730-43FE-9697-FE71E1E44266}" destId="{6DB0DA46-1BAB-42C2-A7C4-33D5622E2D03}" srcOrd="1" destOrd="0" presId="urn:microsoft.com/office/officeart/2005/8/layout/hierarchy1"/>
    <dgm:cxn modelId="{28EA5F90-86EF-49A4-B1B1-71B4A4A1C334}" type="presParOf" srcId="{279685FB-56E6-4C98-AC48-31C0C78958DD}" destId="{93CA90D4-9549-488A-BEBC-29EB31045020}" srcOrd="1" destOrd="0" presId="urn:microsoft.com/office/officeart/2005/8/layout/hierarchy1"/>
    <dgm:cxn modelId="{B371F029-AF99-4A51-9174-B398DFD280EE}" type="presParOf" srcId="{666EFC0D-B25C-4A05-91EF-2ECB498A2309}" destId="{BAC56988-1386-491E-8938-C9685485574C}" srcOrd="2" destOrd="0" presId="urn:microsoft.com/office/officeart/2005/8/layout/hierarchy1"/>
    <dgm:cxn modelId="{55E12DC0-4AF0-47E0-8365-51AF7D1EB2FF}" type="presParOf" srcId="{666EFC0D-B25C-4A05-91EF-2ECB498A2309}" destId="{DB424721-C508-48F3-ACFA-206175FFF1E9}" srcOrd="3" destOrd="0" presId="urn:microsoft.com/office/officeart/2005/8/layout/hierarchy1"/>
    <dgm:cxn modelId="{9CD122F4-E6E5-4E64-BC15-21C7A0ECAD9E}" type="presParOf" srcId="{DB424721-C508-48F3-ACFA-206175FFF1E9}" destId="{1CA40EFA-22F5-4CD6-9821-9F985C05BADF}" srcOrd="0" destOrd="0" presId="urn:microsoft.com/office/officeart/2005/8/layout/hierarchy1"/>
    <dgm:cxn modelId="{246EC1FB-7EB6-4436-945F-4CD51F529283}" type="presParOf" srcId="{1CA40EFA-22F5-4CD6-9821-9F985C05BADF}" destId="{FB66B440-AA4E-46A3-BAC8-0F211619BC38}" srcOrd="0" destOrd="0" presId="urn:microsoft.com/office/officeart/2005/8/layout/hierarchy1"/>
    <dgm:cxn modelId="{707D939E-F173-427C-B08C-C668ABA827D4}" type="presParOf" srcId="{1CA40EFA-22F5-4CD6-9821-9F985C05BADF}" destId="{88FF6A0A-51CC-42C6-9F66-A7A8F3AC026E}" srcOrd="1" destOrd="0" presId="urn:microsoft.com/office/officeart/2005/8/layout/hierarchy1"/>
    <dgm:cxn modelId="{10866DEE-BD89-4B28-B506-4F744EFD69D8}" type="presParOf" srcId="{DB424721-C508-48F3-ACFA-206175FFF1E9}" destId="{4C8B7C56-19C9-488D-A0F7-54B065597211}" srcOrd="1" destOrd="0" presId="urn:microsoft.com/office/officeart/2005/8/layout/hierarchy1"/>
    <dgm:cxn modelId="{A0FC257F-27D6-4570-9C52-82D7F871DA5E}" type="presParOf" srcId="{A4C84C6C-C7E0-4692-AFDA-6E72D6001B0B}" destId="{D3F3B892-FA73-4D2F-A520-CBCD94FBA092}" srcOrd="4" destOrd="0" presId="urn:microsoft.com/office/officeart/2005/8/layout/hierarchy1"/>
    <dgm:cxn modelId="{D48C73F4-9586-4464-BAA1-2EEC99F29C6B}" type="presParOf" srcId="{A4C84C6C-C7E0-4692-AFDA-6E72D6001B0B}" destId="{58EBDCDC-330D-44A5-AAEB-22A2095080CA}" srcOrd="5" destOrd="0" presId="urn:microsoft.com/office/officeart/2005/8/layout/hierarchy1"/>
    <dgm:cxn modelId="{563D82D3-1401-4A95-973D-3E136F9FAD00}" type="presParOf" srcId="{58EBDCDC-330D-44A5-AAEB-22A2095080CA}" destId="{669EE684-F6E5-4412-8483-7663EFCE67EF}" srcOrd="0" destOrd="0" presId="urn:microsoft.com/office/officeart/2005/8/layout/hierarchy1"/>
    <dgm:cxn modelId="{E36B46AB-AF10-43E0-8B1A-8788CDE11FAC}" type="presParOf" srcId="{669EE684-F6E5-4412-8483-7663EFCE67EF}" destId="{89B39358-69F2-4193-9042-E43528B8883B}" srcOrd="0" destOrd="0" presId="urn:microsoft.com/office/officeart/2005/8/layout/hierarchy1"/>
    <dgm:cxn modelId="{98EE186E-4DE1-4DE6-9AF9-8BB0E56E2F16}" type="presParOf" srcId="{669EE684-F6E5-4412-8483-7663EFCE67EF}" destId="{0143F746-8F68-4CD2-B250-8EDF9E90B3D6}" srcOrd="1" destOrd="0" presId="urn:microsoft.com/office/officeart/2005/8/layout/hierarchy1"/>
    <dgm:cxn modelId="{842918AD-AC1F-480B-97E0-F92790A39586}" type="presParOf" srcId="{58EBDCDC-330D-44A5-AAEB-22A2095080CA}" destId="{CFEA40F2-6C27-4BAA-9E02-5330A4A781EF}" srcOrd="1" destOrd="0" presId="urn:microsoft.com/office/officeart/2005/8/layout/hierarchy1"/>
    <dgm:cxn modelId="{517B2307-5853-4B82-81D4-E9EA2DB436A4}" type="presParOf" srcId="{CFEA40F2-6C27-4BAA-9E02-5330A4A781EF}" destId="{B42B82DD-8903-4ADC-BBF8-C33C7DA119BD}" srcOrd="0" destOrd="0" presId="urn:microsoft.com/office/officeart/2005/8/layout/hierarchy1"/>
    <dgm:cxn modelId="{310521DC-2E6C-4B0B-A3C6-19189566C7A7}" type="presParOf" srcId="{CFEA40F2-6C27-4BAA-9E02-5330A4A781EF}" destId="{3835AB44-BD41-45CC-A967-12E1A159A330}" srcOrd="1" destOrd="0" presId="urn:microsoft.com/office/officeart/2005/8/layout/hierarchy1"/>
    <dgm:cxn modelId="{5EB46E60-4402-421C-8C8F-7231DB1FD59A}" type="presParOf" srcId="{3835AB44-BD41-45CC-A967-12E1A159A330}" destId="{DD78A782-FD25-4B35-AEC4-EC306701D056}" srcOrd="0" destOrd="0" presId="urn:microsoft.com/office/officeart/2005/8/layout/hierarchy1"/>
    <dgm:cxn modelId="{CF105281-47CC-4721-B4DB-39A4B89C61A7}" type="presParOf" srcId="{DD78A782-FD25-4B35-AEC4-EC306701D056}" destId="{0A81C4EB-7780-4229-9EB4-19924D58645C}" srcOrd="0" destOrd="0" presId="urn:microsoft.com/office/officeart/2005/8/layout/hierarchy1"/>
    <dgm:cxn modelId="{5C6BD5CD-B3A3-4D4C-8520-CD60E1C9D437}" type="presParOf" srcId="{DD78A782-FD25-4B35-AEC4-EC306701D056}" destId="{E42356FF-58C7-440A-B959-C30985DFBEE3}" srcOrd="1" destOrd="0" presId="urn:microsoft.com/office/officeart/2005/8/layout/hierarchy1"/>
    <dgm:cxn modelId="{14105587-7DDB-4296-80E9-C1A1A7CD6E82}" type="presParOf" srcId="{3835AB44-BD41-45CC-A967-12E1A159A330}" destId="{7715AAAA-BAAF-419F-A2A8-9B22B847B133}" srcOrd="1" destOrd="0" presId="urn:microsoft.com/office/officeart/2005/8/layout/hierarchy1"/>
    <dgm:cxn modelId="{0DDE56B1-5FB1-452D-8EA2-B4738C26B79A}" type="presParOf" srcId="{ADFE5AE9-6515-4DCB-81BA-C2F2C20F5CEE}" destId="{BD27327A-06BF-435F-8CB3-6A761FDEB7BB}" srcOrd="2" destOrd="0" presId="urn:microsoft.com/office/officeart/2005/8/layout/hierarchy1"/>
    <dgm:cxn modelId="{1B0F341C-3F76-4314-89B0-151159E1FF41}" type="presParOf" srcId="{ADFE5AE9-6515-4DCB-81BA-C2F2C20F5CEE}" destId="{E60FEF18-BCBB-43CD-A5A6-0DD55DB78C3F}" srcOrd="3" destOrd="0" presId="urn:microsoft.com/office/officeart/2005/8/layout/hierarchy1"/>
    <dgm:cxn modelId="{9629CC95-4489-4C1B-9D7B-AF84713CF173}" type="presParOf" srcId="{E60FEF18-BCBB-43CD-A5A6-0DD55DB78C3F}" destId="{5EF20D70-0105-455B-8986-D1BF133A1224}" srcOrd="0" destOrd="0" presId="urn:microsoft.com/office/officeart/2005/8/layout/hierarchy1"/>
    <dgm:cxn modelId="{B6C0FF6B-65E0-47D5-943A-236A8467AFB2}" type="presParOf" srcId="{5EF20D70-0105-455B-8986-D1BF133A1224}" destId="{47C1611A-EDE7-4C57-BCEA-3C5CC43D2E79}" srcOrd="0" destOrd="0" presId="urn:microsoft.com/office/officeart/2005/8/layout/hierarchy1"/>
    <dgm:cxn modelId="{49D577C4-1533-4F01-B3E2-CC902A5E74FE}" type="presParOf" srcId="{5EF20D70-0105-455B-8986-D1BF133A1224}" destId="{45CB2D9B-2243-4B5A-AEA2-98DDC4085B53}" srcOrd="1" destOrd="0" presId="urn:microsoft.com/office/officeart/2005/8/layout/hierarchy1"/>
    <dgm:cxn modelId="{890C0369-923C-4F52-A2A5-09365D7C8142}" type="presParOf" srcId="{E60FEF18-BCBB-43CD-A5A6-0DD55DB78C3F}" destId="{DC6D1A84-77D5-43D3-B281-C7C32047BC23}" srcOrd="1" destOrd="0" presId="urn:microsoft.com/office/officeart/2005/8/layout/hierarchy1"/>
    <dgm:cxn modelId="{16C5EB26-E4A9-4844-83B1-5D5607CFDA0C}" type="presParOf" srcId="{DC6D1A84-77D5-43D3-B281-C7C32047BC23}" destId="{E525DCC1-3BC7-47D1-AC65-301B5222563F}" srcOrd="0" destOrd="0" presId="urn:microsoft.com/office/officeart/2005/8/layout/hierarchy1"/>
    <dgm:cxn modelId="{3BC1C122-0B42-4F77-AE31-BE3A29E340A0}" type="presParOf" srcId="{DC6D1A84-77D5-43D3-B281-C7C32047BC23}" destId="{BC435716-F7E3-4985-81DC-41E888057E59}" srcOrd="1" destOrd="0" presId="urn:microsoft.com/office/officeart/2005/8/layout/hierarchy1"/>
    <dgm:cxn modelId="{430CA613-811C-47EB-BC65-838E2AD5D23D}" type="presParOf" srcId="{BC435716-F7E3-4985-81DC-41E888057E59}" destId="{2FC41D7C-C8B8-4AFC-BC78-802B614C9F74}" srcOrd="0" destOrd="0" presId="urn:microsoft.com/office/officeart/2005/8/layout/hierarchy1"/>
    <dgm:cxn modelId="{D0A3C688-3B7B-4F13-A926-E53EC1B32ECD}" type="presParOf" srcId="{2FC41D7C-C8B8-4AFC-BC78-802B614C9F74}" destId="{8C1FFC2C-1870-4ACF-B3DD-F6BD7876679C}" srcOrd="0" destOrd="0" presId="urn:microsoft.com/office/officeart/2005/8/layout/hierarchy1"/>
    <dgm:cxn modelId="{2CCCD3C7-EC37-4359-892D-947AB06A43FE}" type="presParOf" srcId="{2FC41D7C-C8B8-4AFC-BC78-802B614C9F74}" destId="{3440022A-236A-4742-BC0C-6B63B7BC556B}" srcOrd="1" destOrd="0" presId="urn:microsoft.com/office/officeart/2005/8/layout/hierarchy1"/>
    <dgm:cxn modelId="{EFC45375-E29D-4B70-B2F8-2A65C3924772}" type="presParOf" srcId="{BC435716-F7E3-4985-81DC-41E888057E59}" destId="{3C19709A-4105-4C9A-BAFB-155F11B29109}" srcOrd="1" destOrd="0" presId="urn:microsoft.com/office/officeart/2005/8/layout/hierarchy1"/>
    <dgm:cxn modelId="{7ACFAB4A-3315-4A75-A7BE-02221B39C766}" type="presParOf" srcId="{52AA0C46-8C79-49A1-ABAA-5C3DAF34B49E}" destId="{9E87AAC7-8FA1-409C-B59B-DAC474A3D7F6}" srcOrd="4" destOrd="0" presId="urn:microsoft.com/office/officeart/2005/8/layout/hierarchy1"/>
    <dgm:cxn modelId="{A0261FB0-6CAC-4B59-B9FB-AB4B9AFEF1CB}" type="presParOf" srcId="{52AA0C46-8C79-49A1-ABAA-5C3DAF34B49E}" destId="{FEF2345E-B4B3-4E99-9388-336871168A0D}" srcOrd="5" destOrd="0" presId="urn:microsoft.com/office/officeart/2005/8/layout/hierarchy1"/>
    <dgm:cxn modelId="{EA822C80-2A31-4332-9360-C10F5F44886D}" type="presParOf" srcId="{FEF2345E-B4B3-4E99-9388-336871168A0D}" destId="{4A4057BD-2F30-4775-8ABE-72BEA8D32653}" srcOrd="0" destOrd="0" presId="urn:microsoft.com/office/officeart/2005/8/layout/hierarchy1"/>
    <dgm:cxn modelId="{D14FB828-0512-4AA1-9D15-022F916BD23B}" type="presParOf" srcId="{4A4057BD-2F30-4775-8ABE-72BEA8D32653}" destId="{5EFDDE5A-6F9D-46CC-B23E-F60ECB0E7FB3}" srcOrd="0" destOrd="0" presId="urn:microsoft.com/office/officeart/2005/8/layout/hierarchy1"/>
    <dgm:cxn modelId="{A574D78F-E423-4CD6-A676-C2F693EE3B37}" type="presParOf" srcId="{4A4057BD-2F30-4775-8ABE-72BEA8D32653}" destId="{E4CBA675-5A23-4057-8F16-C25872D649DA}" srcOrd="1" destOrd="0" presId="urn:microsoft.com/office/officeart/2005/8/layout/hierarchy1"/>
    <dgm:cxn modelId="{6E65954F-F3BA-47FC-A9F1-5445C4D3A618}" type="presParOf" srcId="{FEF2345E-B4B3-4E99-9388-336871168A0D}" destId="{4EEB33F1-6AAA-4CCB-B7CE-F79BC615F05F}" srcOrd="1" destOrd="0" presId="urn:microsoft.com/office/officeart/2005/8/layout/hierarchy1"/>
    <dgm:cxn modelId="{02F970C4-53CD-423A-B282-9733442CAF18}" type="presParOf" srcId="{4EEB33F1-6AAA-4CCB-B7CE-F79BC615F05F}" destId="{82E2CC74-6ABE-4BD3-943F-73DE1FEB3111}" srcOrd="0" destOrd="0" presId="urn:microsoft.com/office/officeart/2005/8/layout/hierarchy1"/>
    <dgm:cxn modelId="{C4DCACCC-24C6-4868-97D4-682EFFDB9001}" type="presParOf" srcId="{4EEB33F1-6AAA-4CCB-B7CE-F79BC615F05F}" destId="{867A494C-826F-4A64-A889-A21EE7C547D3}" srcOrd="1" destOrd="0" presId="urn:microsoft.com/office/officeart/2005/8/layout/hierarchy1"/>
    <dgm:cxn modelId="{234E7909-E014-498D-A502-60DE8E74D666}" type="presParOf" srcId="{867A494C-826F-4A64-A889-A21EE7C547D3}" destId="{870E5C4A-3039-47B9-B03E-0BEEC5B70F6E}" srcOrd="0" destOrd="0" presId="urn:microsoft.com/office/officeart/2005/8/layout/hierarchy1"/>
    <dgm:cxn modelId="{2C971992-AB2F-4C8D-9FB3-4599F72891DE}" type="presParOf" srcId="{870E5C4A-3039-47B9-B03E-0BEEC5B70F6E}" destId="{9A1D49D8-154A-4D1B-8DEF-0F840E31818F}" srcOrd="0" destOrd="0" presId="urn:microsoft.com/office/officeart/2005/8/layout/hierarchy1"/>
    <dgm:cxn modelId="{E22D2C75-61CD-4C85-921F-CFD26D132511}" type="presParOf" srcId="{870E5C4A-3039-47B9-B03E-0BEEC5B70F6E}" destId="{27B970F7-5AA8-4DC5-AB98-FA6D447E05B9}" srcOrd="1" destOrd="0" presId="urn:microsoft.com/office/officeart/2005/8/layout/hierarchy1"/>
    <dgm:cxn modelId="{81E06D8D-C35D-4F3A-B03F-A6A02F0C4D21}" type="presParOf" srcId="{867A494C-826F-4A64-A889-A21EE7C547D3}" destId="{AC626106-6C88-46F4-A99D-80B02ED12EC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CBE605A-6D5A-481F-A89F-96253053BC8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s-PE"/>
        </a:p>
      </dgm:t>
    </dgm:pt>
    <dgm:pt modelId="{0AF064BC-4EDA-444F-988F-3ABD24DC688B}">
      <dgm:prSet phldrT="[Texto]" custT="1"/>
      <dgm:spPr>
        <a:solidFill>
          <a:schemeClr val="accent1">
            <a:alpha val="90000"/>
          </a:schemeClr>
        </a:solidFill>
      </dgm:spPr>
      <dgm:t>
        <a:bodyPr/>
        <a:lstStyle/>
        <a:p>
          <a:r>
            <a:rPr lang="es-ES" sz="1400" dirty="0"/>
            <a:t>Manufactura Aditiva</a:t>
          </a:r>
          <a:endParaRPr lang="es-PE" sz="1400" dirty="0"/>
        </a:p>
      </dgm:t>
    </dgm:pt>
    <dgm:pt modelId="{39ED2AA1-05AE-48C4-9F67-020291445D66}" type="parTrans" cxnId="{9E75F5BA-A6C3-4024-B1E6-C508EA71B9BF}">
      <dgm:prSet/>
      <dgm:spPr/>
      <dgm:t>
        <a:bodyPr/>
        <a:lstStyle/>
        <a:p>
          <a:endParaRPr lang="es-PE"/>
        </a:p>
      </dgm:t>
    </dgm:pt>
    <dgm:pt modelId="{95517898-53B1-4846-A3FE-D85634DE074E}" type="sibTrans" cxnId="{9E75F5BA-A6C3-4024-B1E6-C508EA71B9BF}">
      <dgm:prSet/>
      <dgm:spPr/>
      <dgm:t>
        <a:bodyPr/>
        <a:lstStyle/>
        <a:p>
          <a:endParaRPr lang="es-PE"/>
        </a:p>
      </dgm:t>
    </dgm:pt>
    <dgm:pt modelId="{41C92E46-08EE-4CE1-B0AF-A6E59FEC40B6}">
      <dgm:prSet phldrT="[Texto]" custT="1"/>
      <dgm:spPr/>
      <dgm:t>
        <a:bodyPr/>
        <a:lstStyle/>
        <a:p>
          <a:r>
            <a:rPr lang="es-ES" sz="1400" dirty="0"/>
            <a:t>Líquido</a:t>
          </a:r>
          <a:endParaRPr lang="es-PE" sz="1400" dirty="0"/>
        </a:p>
      </dgm:t>
    </dgm:pt>
    <dgm:pt modelId="{286327CA-ACE8-4653-9998-D88FA69E35F5}" type="parTrans" cxnId="{E42F6B24-4A58-44BC-B8C2-3E53E30040E4}">
      <dgm:prSet/>
      <dgm:spPr/>
      <dgm:t>
        <a:bodyPr/>
        <a:lstStyle/>
        <a:p>
          <a:endParaRPr lang="es-PE"/>
        </a:p>
      </dgm:t>
    </dgm:pt>
    <dgm:pt modelId="{70B076B7-3E89-4805-A144-E68838E10A2E}" type="sibTrans" cxnId="{E42F6B24-4A58-44BC-B8C2-3E53E30040E4}">
      <dgm:prSet/>
      <dgm:spPr/>
      <dgm:t>
        <a:bodyPr/>
        <a:lstStyle/>
        <a:p>
          <a:endParaRPr lang="es-PE"/>
        </a:p>
      </dgm:t>
    </dgm:pt>
    <dgm:pt modelId="{C7F9B29B-48B0-4B3C-ACCA-998A7002C2B6}">
      <dgm:prSet phldrT="[Texto]" custT="1"/>
      <dgm:spPr/>
      <dgm:t>
        <a:bodyPr/>
        <a:lstStyle/>
        <a:p>
          <a:r>
            <a:rPr lang="es-ES" sz="1400" dirty="0"/>
            <a:t>Fotopolímeros</a:t>
          </a:r>
          <a:endParaRPr lang="es-PE" sz="1400" dirty="0"/>
        </a:p>
      </dgm:t>
    </dgm:pt>
    <dgm:pt modelId="{17DB124A-9C1A-4AB0-9B6D-52C56C9BAF61}" type="parTrans" cxnId="{759F1201-9E9F-4349-89DB-E512E44CBE0D}">
      <dgm:prSet/>
      <dgm:spPr/>
      <dgm:t>
        <a:bodyPr/>
        <a:lstStyle/>
        <a:p>
          <a:endParaRPr lang="es-PE"/>
        </a:p>
      </dgm:t>
    </dgm:pt>
    <dgm:pt modelId="{6566DB26-19C9-4E70-92C0-FD3EE1CBFE17}" type="sibTrans" cxnId="{759F1201-9E9F-4349-89DB-E512E44CBE0D}">
      <dgm:prSet/>
      <dgm:spPr/>
      <dgm:t>
        <a:bodyPr/>
        <a:lstStyle/>
        <a:p>
          <a:endParaRPr lang="es-PE"/>
        </a:p>
      </dgm:t>
    </dgm:pt>
    <dgm:pt modelId="{773620B6-72BD-4AA7-AD3E-C840BE0AB8D5}">
      <dgm:prSet phldrT="[Texto]" custT="1"/>
      <dgm:spPr/>
      <dgm:t>
        <a:bodyPr/>
        <a:lstStyle/>
        <a:p>
          <a:r>
            <a:rPr lang="es-ES" sz="1400" dirty="0"/>
            <a:t>Materiales fundidos</a:t>
          </a:r>
          <a:endParaRPr lang="es-PE" sz="1400" dirty="0"/>
        </a:p>
      </dgm:t>
    </dgm:pt>
    <dgm:pt modelId="{DF9BBC3C-0CDC-47A3-8442-253F6FB492D9}" type="parTrans" cxnId="{BA88FDA5-011F-4002-B4A4-151DF55876E7}">
      <dgm:prSet/>
      <dgm:spPr/>
      <dgm:t>
        <a:bodyPr/>
        <a:lstStyle/>
        <a:p>
          <a:endParaRPr lang="es-PE"/>
        </a:p>
      </dgm:t>
    </dgm:pt>
    <dgm:pt modelId="{175EAD08-F79E-4105-A06D-E5ABC96BE0E9}" type="sibTrans" cxnId="{BA88FDA5-011F-4002-B4A4-151DF55876E7}">
      <dgm:prSet/>
      <dgm:spPr/>
      <dgm:t>
        <a:bodyPr/>
        <a:lstStyle/>
        <a:p>
          <a:endParaRPr lang="es-PE"/>
        </a:p>
      </dgm:t>
    </dgm:pt>
    <dgm:pt modelId="{E79CF8BC-1C1A-4A8F-B396-55A629151831}">
      <dgm:prSet phldrT="[Texto]" custT="1"/>
      <dgm:spPr/>
      <dgm:t>
        <a:bodyPr/>
        <a:lstStyle/>
        <a:p>
          <a:r>
            <a:rPr lang="es-ES" sz="1400" dirty="0"/>
            <a:t>Láminas</a:t>
          </a:r>
          <a:endParaRPr lang="es-PE" sz="1400" dirty="0"/>
        </a:p>
      </dgm:t>
    </dgm:pt>
    <dgm:pt modelId="{75BD56C0-FF3C-48A9-BEB3-10EBF2FC0C71}" type="parTrans" cxnId="{2FC09E09-8682-4480-980F-95F6E492E1E9}">
      <dgm:prSet/>
      <dgm:spPr/>
      <dgm:t>
        <a:bodyPr/>
        <a:lstStyle/>
        <a:p>
          <a:endParaRPr lang="es-PE"/>
        </a:p>
      </dgm:t>
    </dgm:pt>
    <dgm:pt modelId="{1C86DAB6-B300-44C7-A218-90441DA0E67B}" type="sibTrans" cxnId="{2FC09E09-8682-4480-980F-95F6E492E1E9}">
      <dgm:prSet/>
      <dgm:spPr/>
      <dgm:t>
        <a:bodyPr/>
        <a:lstStyle/>
        <a:p>
          <a:endParaRPr lang="es-PE"/>
        </a:p>
      </dgm:t>
    </dgm:pt>
    <dgm:pt modelId="{C9ACDB2E-5201-482E-BCF7-D69DA68C9F89}">
      <dgm:prSet phldrT="[Texto]" custT="1"/>
      <dgm:spPr/>
      <dgm:t>
        <a:bodyPr/>
        <a:lstStyle/>
        <a:p>
          <a:r>
            <a:rPr lang="es-ES" sz="1200" dirty="0" err="1"/>
            <a:t>Laminated</a:t>
          </a:r>
          <a:r>
            <a:rPr lang="es-ES" sz="1200" dirty="0"/>
            <a:t> </a:t>
          </a:r>
          <a:r>
            <a:rPr lang="es-ES" sz="1200" dirty="0" err="1"/>
            <a:t>Object</a:t>
          </a:r>
          <a:r>
            <a:rPr lang="es-ES" sz="1200" dirty="0"/>
            <a:t> </a:t>
          </a:r>
          <a:r>
            <a:rPr lang="es-ES" sz="1200" dirty="0" err="1"/>
            <a:t>Manufacturing</a:t>
          </a:r>
          <a:endParaRPr lang="es-ES" sz="1200" dirty="0"/>
        </a:p>
        <a:p>
          <a:r>
            <a:rPr lang="es-ES" sz="1200" dirty="0"/>
            <a:t>(LOM)</a:t>
          </a:r>
          <a:endParaRPr lang="es-PE" sz="1200" dirty="0"/>
        </a:p>
      </dgm:t>
    </dgm:pt>
    <dgm:pt modelId="{DE1AD62E-E082-436D-9A97-63321B4A7612}" type="parTrans" cxnId="{0D1136F5-BCE9-4ED3-982C-5575778C6422}">
      <dgm:prSet/>
      <dgm:spPr/>
      <dgm:t>
        <a:bodyPr/>
        <a:lstStyle/>
        <a:p>
          <a:endParaRPr lang="es-PE"/>
        </a:p>
      </dgm:t>
    </dgm:pt>
    <dgm:pt modelId="{AA815CD0-3328-4CFD-B71E-3DE13ADC19CF}" type="sibTrans" cxnId="{0D1136F5-BCE9-4ED3-982C-5575778C6422}">
      <dgm:prSet/>
      <dgm:spPr/>
      <dgm:t>
        <a:bodyPr/>
        <a:lstStyle/>
        <a:p>
          <a:endParaRPr lang="es-PE"/>
        </a:p>
      </dgm:t>
    </dgm:pt>
    <dgm:pt modelId="{D3164122-362F-4780-87EA-5452179970C9}">
      <dgm:prSet custT="1"/>
      <dgm:spPr/>
      <dgm:t>
        <a:bodyPr/>
        <a:lstStyle/>
        <a:p>
          <a:r>
            <a:rPr lang="es-ES" sz="1400" dirty="0"/>
            <a:t>Polvos</a:t>
          </a:r>
          <a:endParaRPr lang="es-PE" sz="1400" dirty="0"/>
        </a:p>
      </dgm:t>
    </dgm:pt>
    <dgm:pt modelId="{2D2E37F3-7FF9-4529-BB9C-5F572877A8AB}" type="parTrans" cxnId="{CEEFA4CE-42C1-480B-9119-59D254F0314C}">
      <dgm:prSet/>
      <dgm:spPr/>
      <dgm:t>
        <a:bodyPr/>
        <a:lstStyle/>
        <a:p>
          <a:endParaRPr lang="es-PE"/>
        </a:p>
      </dgm:t>
    </dgm:pt>
    <dgm:pt modelId="{B3C0564D-CA70-4A91-ACA6-7FEF05F19782}" type="sibTrans" cxnId="{CEEFA4CE-42C1-480B-9119-59D254F0314C}">
      <dgm:prSet/>
      <dgm:spPr/>
      <dgm:t>
        <a:bodyPr/>
        <a:lstStyle/>
        <a:p>
          <a:endParaRPr lang="es-PE"/>
        </a:p>
      </dgm:t>
    </dgm:pt>
    <dgm:pt modelId="{0A6511AE-F9DE-48E7-9EB3-8B12207F7B10}">
      <dgm:prSet custT="1"/>
      <dgm:spPr/>
      <dgm:t>
        <a:bodyPr/>
        <a:lstStyle/>
        <a:p>
          <a:r>
            <a:rPr lang="es-ES" sz="1400" dirty="0"/>
            <a:t>Deposición de laser coaxial</a:t>
          </a:r>
          <a:endParaRPr lang="es-PE" sz="1400" dirty="0"/>
        </a:p>
      </dgm:t>
    </dgm:pt>
    <dgm:pt modelId="{EDA735B4-803E-46FC-824B-ACE907A50C97}" type="parTrans" cxnId="{073CF303-8103-4797-BEB4-606AD9BEA295}">
      <dgm:prSet/>
      <dgm:spPr/>
      <dgm:t>
        <a:bodyPr/>
        <a:lstStyle/>
        <a:p>
          <a:endParaRPr lang="es-PE"/>
        </a:p>
      </dgm:t>
    </dgm:pt>
    <dgm:pt modelId="{5EE1AA29-1C27-4D95-8748-0B702C1312E2}" type="sibTrans" cxnId="{073CF303-8103-4797-BEB4-606AD9BEA295}">
      <dgm:prSet/>
      <dgm:spPr/>
      <dgm:t>
        <a:bodyPr/>
        <a:lstStyle/>
        <a:p>
          <a:endParaRPr lang="es-PE"/>
        </a:p>
      </dgm:t>
    </dgm:pt>
    <dgm:pt modelId="{DF406A71-B3C2-4AE6-8AB9-0D8055C5DF58}">
      <dgm:prSet custT="1"/>
      <dgm:spPr/>
      <dgm:t>
        <a:bodyPr/>
        <a:lstStyle/>
        <a:p>
          <a:r>
            <a:rPr lang="es-ES" sz="1400" dirty="0"/>
            <a:t>Fusión de lecho de polvo</a:t>
          </a:r>
          <a:endParaRPr lang="es-PE" sz="1400" dirty="0"/>
        </a:p>
      </dgm:t>
    </dgm:pt>
    <dgm:pt modelId="{AE66FE3E-D9EC-4BD9-968E-1FDAE6F3B630}" type="parTrans" cxnId="{73A00727-ADEC-475E-9709-504AA6425822}">
      <dgm:prSet/>
      <dgm:spPr/>
      <dgm:t>
        <a:bodyPr/>
        <a:lstStyle/>
        <a:p>
          <a:endParaRPr lang="es-PE"/>
        </a:p>
      </dgm:t>
    </dgm:pt>
    <dgm:pt modelId="{02FC9910-B082-4CDD-8A3D-079A791A92D6}" type="sibTrans" cxnId="{73A00727-ADEC-475E-9709-504AA6425822}">
      <dgm:prSet/>
      <dgm:spPr/>
      <dgm:t>
        <a:bodyPr/>
        <a:lstStyle/>
        <a:p>
          <a:endParaRPr lang="es-PE"/>
        </a:p>
      </dgm:t>
    </dgm:pt>
    <dgm:pt modelId="{7A90E594-363B-402B-A060-DC5DAA2D68D4}">
      <dgm:prSet custT="1"/>
      <dgm:spPr/>
      <dgm:t>
        <a:bodyPr/>
        <a:lstStyle/>
        <a:p>
          <a:r>
            <a:rPr lang="es-ES" sz="1200" dirty="0"/>
            <a:t>Cura mediante escaneo vectorial (láser)</a:t>
          </a:r>
          <a:endParaRPr lang="es-PE" sz="1200" dirty="0"/>
        </a:p>
      </dgm:t>
    </dgm:pt>
    <dgm:pt modelId="{9469052E-40C3-4755-9A73-167758021D10}" type="parTrans" cxnId="{10F4705C-6D94-4FB0-B4A1-CF0CB6B7E599}">
      <dgm:prSet/>
      <dgm:spPr/>
      <dgm:t>
        <a:bodyPr/>
        <a:lstStyle/>
        <a:p>
          <a:endParaRPr lang="es-PE"/>
        </a:p>
      </dgm:t>
    </dgm:pt>
    <dgm:pt modelId="{02C2E2F2-40B4-4430-9534-FE1C13152C7E}" type="sibTrans" cxnId="{10F4705C-6D94-4FB0-B4A1-CF0CB6B7E599}">
      <dgm:prSet/>
      <dgm:spPr/>
      <dgm:t>
        <a:bodyPr/>
        <a:lstStyle/>
        <a:p>
          <a:endParaRPr lang="es-PE"/>
        </a:p>
      </dgm:t>
    </dgm:pt>
    <dgm:pt modelId="{126DD4E3-A4E4-476A-B60E-A35A6BA727B2}">
      <dgm:prSet custT="1"/>
      <dgm:spPr/>
      <dgm:t>
        <a:bodyPr/>
        <a:lstStyle/>
        <a:p>
          <a:r>
            <a:rPr lang="es-ES" sz="1200" dirty="0"/>
            <a:t>Cura mediante escaneo de trama(proyector</a:t>
          </a:r>
          <a:r>
            <a:rPr lang="es-ES" sz="700" dirty="0"/>
            <a:t>)</a:t>
          </a:r>
          <a:endParaRPr lang="es-PE" sz="700" dirty="0"/>
        </a:p>
      </dgm:t>
    </dgm:pt>
    <dgm:pt modelId="{526D28C0-141A-4DC8-9BED-57A1F0807525}" type="parTrans" cxnId="{4AE81EC1-6C4D-4C56-B6C7-B6FA8A0E60C2}">
      <dgm:prSet/>
      <dgm:spPr/>
      <dgm:t>
        <a:bodyPr/>
        <a:lstStyle/>
        <a:p>
          <a:endParaRPr lang="es-PE"/>
        </a:p>
      </dgm:t>
    </dgm:pt>
    <dgm:pt modelId="{40FCC1B4-D9FE-4E33-A45C-BC9CD82DE789}" type="sibTrans" cxnId="{4AE81EC1-6C4D-4C56-B6C7-B6FA8A0E60C2}">
      <dgm:prSet/>
      <dgm:spPr/>
      <dgm:t>
        <a:bodyPr/>
        <a:lstStyle/>
        <a:p>
          <a:endParaRPr lang="es-PE"/>
        </a:p>
      </dgm:t>
    </dgm:pt>
    <dgm:pt modelId="{00C11182-5807-44AB-9985-431CAC2E5275}">
      <dgm:prSet custT="1"/>
      <dgm:spPr/>
      <dgm:t>
        <a:bodyPr/>
        <a:lstStyle/>
        <a:p>
          <a:r>
            <a:rPr lang="es-ES" sz="1200" dirty="0"/>
            <a:t>Curado con lámpara después de deposición selectiva</a:t>
          </a:r>
          <a:endParaRPr lang="es-PE" sz="1200" dirty="0"/>
        </a:p>
      </dgm:t>
    </dgm:pt>
    <dgm:pt modelId="{4D70C2E6-4F2B-40B4-98FC-0991C8A7645E}" type="parTrans" cxnId="{B184B353-9DCD-4C0D-B267-F31A57F47037}">
      <dgm:prSet/>
      <dgm:spPr/>
      <dgm:t>
        <a:bodyPr/>
        <a:lstStyle/>
        <a:p>
          <a:endParaRPr lang="es-PE"/>
        </a:p>
      </dgm:t>
    </dgm:pt>
    <dgm:pt modelId="{56F6BA3C-CE1E-46DD-B7C7-9B91B5B3A478}" type="sibTrans" cxnId="{B184B353-9DCD-4C0D-B267-F31A57F47037}">
      <dgm:prSet/>
      <dgm:spPr/>
      <dgm:t>
        <a:bodyPr/>
        <a:lstStyle/>
        <a:p>
          <a:endParaRPr lang="es-PE"/>
        </a:p>
      </dgm:t>
    </dgm:pt>
    <dgm:pt modelId="{9640E334-9480-4A84-BC70-D24BCF153D52}">
      <dgm:prSet custT="1"/>
      <dgm:spPr/>
      <dgm:t>
        <a:bodyPr/>
        <a:lstStyle/>
        <a:p>
          <a:r>
            <a:rPr lang="es-ES" sz="1200" dirty="0"/>
            <a:t>Estereolitografía</a:t>
          </a:r>
        </a:p>
        <a:p>
          <a:r>
            <a:rPr lang="es-ES" sz="1200" dirty="0"/>
            <a:t>(SLA)</a:t>
          </a:r>
          <a:endParaRPr lang="es-PE" sz="1200" dirty="0"/>
        </a:p>
      </dgm:t>
    </dgm:pt>
    <dgm:pt modelId="{3594922D-EAA2-49B3-BCEC-FA7D0F48F81E}" type="parTrans" cxnId="{F5D547F4-476A-4CAC-97CD-EF4157ED8D44}">
      <dgm:prSet/>
      <dgm:spPr/>
      <dgm:t>
        <a:bodyPr/>
        <a:lstStyle/>
        <a:p>
          <a:endParaRPr lang="es-PE"/>
        </a:p>
      </dgm:t>
    </dgm:pt>
    <dgm:pt modelId="{7F8BCA58-E7ED-410E-8AC5-97143C6F6617}" type="sibTrans" cxnId="{F5D547F4-476A-4CAC-97CD-EF4157ED8D44}">
      <dgm:prSet/>
      <dgm:spPr/>
      <dgm:t>
        <a:bodyPr/>
        <a:lstStyle/>
        <a:p>
          <a:endParaRPr lang="es-PE"/>
        </a:p>
      </dgm:t>
    </dgm:pt>
    <dgm:pt modelId="{A53CC60E-10C3-415E-93A8-9C128720BE0A}">
      <dgm:prSet custT="1"/>
      <dgm:spPr/>
      <dgm:t>
        <a:bodyPr/>
        <a:lstStyle/>
        <a:p>
          <a:r>
            <a:rPr lang="es-ES" sz="1200" dirty="0"/>
            <a:t>Digital Light </a:t>
          </a:r>
          <a:r>
            <a:rPr lang="es-ES" sz="1200" dirty="0" err="1"/>
            <a:t>Projection</a:t>
          </a:r>
          <a:r>
            <a:rPr lang="es-ES" sz="1200" dirty="0"/>
            <a:t> </a:t>
          </a:r>
        </a:p>
        <a:p>
          <a:r>
            <a:rPr lang="es-ES" sz="1200" dirty="0"/>
            <a:t>(DLP)</a:t>
          </a:r>
          <a:endParaRPr lang="es-PE" sz="1200" dirty="0"/>
        </a:p>
      </dgm:t>
    </dgm:pt>
    <dgm:pt modelId="{24F581BF-2B7B-4CEC-98D1-35DD8213987E}" type="parTrans" cxnId="{45873EEB-C9E7-4883-8EA8-C2C0D6D19ADB}">
      <dgm:prSet/>
      <dgm:spPr/>
      <dgm:t>
        <a:bodyPr/>
        <a:lstStyle/>
        <a:p>
          <a:endParaRPr lang="es-PE"/>
        </a:p>
      </dgm:t>
    </dgm:pt>
    <dgm:pt modelId="{7C717820-9FE7-4191-9BF6-117175890E0E}" type="sibTrans" cxnId="{45873EEB-C9E7-4883-8EA8-C2C0D6D19ADB}">
      <dgm:prSet/>
      <dgm:spPr/>
      <dgm:t>
        <a:bodyPr/>
        <a:lstStyle/>
        <a:p>
          <a:endParaRPr lang="es-PE"/>
        </a:p>
      </dgm:t>
    </dgm:pt>
    <dgm:pt modelId="{C670D8F7-BD99-49EB-9E63-876022F745D6}">
      <dgm:prSet custT="1"/>
      <dgm:spPr/>
      <dgm:t>
        <a:bodyPr/>
        <a:lstStyle/>
        <a:p>
          <a:r>
            <a:rPr lang="es-ES" sz="1400" dirty="0"/>
            <a:t>Multi-Jet </a:t>
          </a:r>
          <a:r>
            <a:rPr lang="es-ES" sz="1400" dirty="0" err="1"/>
            <a:t>Modeling</a:t>
          </a:r>
          <a:r>
            <a:rPr lang="es-ES" sz="1400" dirty="0"/>
            <a:t> </a:t>
          </a:r>
        </a:p>
        <a:p>
          <a:r>
            <a:rPr lang="es-ES" sz="1400" dirty="0"/>
            <a:t>(MJM)</a:t>
          </a:r>
          <a:endParaRPr lang="es-PE" sz="1400" dirty="0"/>
        </a:p>
      </dgm:t>
    </dgm:pt>
    <dgm:pt modelId="{3B9BE9A6-0E02-421D-B781-839188EF02AD}" type="parTrans" cxnId="{53F04D4F-8AAB-49D0-AD9B-2864006667AA}">
      <dgm:prSet/>
      <dgm:spPr/>
      <dgm:t>
        <a:bodyPr/>
        <a:lstStyle/>
        <a:p>
          <a:endParaRPr lang="es-PE"/>
        </a:p>
      </dgm:t>
    </dgm:pt>
    <dgm:pt modelId="{F9016663-845B-421E-BF72-43F127870D87}" type="sibTrans" cxnId="{53F04D4F-8AAB-49D0-AD9B-2864006667AA}">
      <dgm:prSet/>
      <dgm:spPr/>
      <dgm:t>
        <a:bodyPr/>
        <a:lstStyle/>
        <a:p>
          <a:endParaRPr lang="es-PE"/>
        </a:p>
      </dgm:t>
    </dgm:pt>
    <dgm:pt modelId="{0513EC31-AAD5-4437-9EE4-F154488A0BD7}">
      <dgm:prSet custT="1"/>
      <dgm:spPr/>
      <dgm:t>
        <a:bodyPr/>
        <a:lstStyle/>
        <a:p>
          <a:r>
            <a:rPr lang="es-ES" sz="1200" dirty="0"/>
            <a:t>Fusión por rayo electrónico</a:t>
          </a:r>
          <a:endParaRPr lang="es-PE" sz="1200" dirty="0"/>
        </a:p>
      </dgm:t>
    </dgm:pt>
    <dgm:pt modelId="{CFB0213E-D365-40F3-9054-6D11DFC6D814}" type="parTrans" cxnId="{C7BF0E12-1FBD-4797-B08D-ED303FBCC745}">
      <dgm:prSet/>
      <dgm:spPr/>
      <dgm:t>
        <a:bodyPr/>
        <a:lstStyle/>
        <a:p>
          <a:endParaRPr lang="es-PE"/>
        </a:p>
      </dgm:t>
    </dgm:pt>
    <dgm:pt modelId="{82A08F32-08F0-4D78-A5A8-52ED076FE9CD}" type="sibTrans" cxnId="{C7BF0E12-1FBD-4797-B08D-ED303FBCC745}">
      <dgm:prSet/>
      <dgm:spPr/>
      <dgm:t>
        <a:bodyPr/>
        <a:lstStyle/>
        <a:p>
          <a:endParaRPr lang="es-PE"/>
        </a:p>
      </dgm:t>
    </dgm:pt>
    <dgm:pt modelId="{00BCEA8F-F653-44D6-88EA-98CFE7C798AD}">
      <dgm:prSet custT="1"/>
      <dgm:spPr/>
      <dgm:t>
        <a:bodyPr/>
        <a:lstStyle/>
        <a:p>
          <a:r>
            <a:rPr lang="es-ES" sz="1400" dirty="0"/>
            <a:t>Fusión por láser</a:t>
          </a:r>
          <a:endParaRPr lang="es-PE" sz="1400" dirty="0"/>
        </a:p>
      </dgm:t>
    </dgm:pt>
    <dgm:pt modelId="{D0CD1F33-805C-4A27-97CA-C3DAF4F16E95}" type="parTrans" cxnId="{8BAB527A-BC46-4A72-81DE-FD40C698BD20}">
      <dgm:prSet/>
      <dgm:spPr/>
      <dgm:t>
        <a:bodyPr/>
        <a:lstStyle/>
        <a:p>
          <a:endParaRPr lang="es-PE"/>
        </a:p>
      </dgm:t>
    </dgm:pt>
    <dgm:pt modelId="{C1D04897-9445-4127-9423-9166C2DA4AEE}" type="sibTrans" cxnId="{8BAB527A-BC46-4A72-81DE-FD40C698BD20}">
      <dgm:prSet/>
      <dgm:spPr/>
      <dgm:t>
        <a:bodyPr/>
        <a:lstStyle/>
        <a:p>
          <a:endParaRPr lang="es-PE"/>
        </a:p>
      </dgm:t>
    </dgm:pt>
    <dgm:pt modelId="{A5B832BC-031F-4639-8F8A-3944F0CDFD20}">
      <dgm:prSet custT="1"/>
      <dgm:spPr/>
      <dgm:t>
        <a:bodyPr/>
        <a:lstStyle/>
        <a:p>
          <a:r>
            <a:rPr lang="es-ES" sz="1200" dirty="0"/>
            <a:t>Laser Metal </a:t>
          </a:r>
          <a:r>
            <a:rPr lang="es-ES" sz="1200" dirty="0" err="1"/>
            <a:t>Deposition</a:t>
          </a:r>
          <a:endParaRPr lang="es-ES" sz="1200" dirty="0"/>
        </a:p>
        <a:p>
          <a:r>
            <a:rPr lang="es-ES" sz="1200" dirty="0"/>
            <a:t>(LMD)</a:t>
          </a:r>
          <a:endParaRPr lang="es-PE" sz="1200" dirty="0"/>
        </a:p>
      </dgm:t>
    </dgm:pt>
    <dgm:pt modelId="{A92D2089-C1CC-417A-BADF-B25EA19CCCA9}" type="parTrans" cxnId="{88A0BAAD-E6D6-4C33-A412-89050EFF5A33}">
      <dgm:prSet/>
      <dgm:spPr/>
      <dgm:t>
        <a:bodyPr/>
        <a:lstStyle/>
        <a:p>
          <a:endParaRPr lang="es-PE"/>
        </a:p>
      </dgm:t>
    </dgm:pt>
    <dgm:pt modelId="{362836F0-F6BA-4C0A-B1F4-A9232C13FF31}" type="sibTrans" cxnId="{88A0BAAD-E6D6-4C33-A412-89050EFF5A33}">
      <dgm:prSet/>
      <dgm:spPr/>
      <dgm:t>
        <a:bodyPr/>
        <a:lstStyle/>
        <a:p>
          <a:endParaRPr lang="es-PE"/>
        </a:p>
      </dgm:t>
    </dgm:pt>
    <dgm:pt modelId="{45A1285D-03E2-4FC5-B63F-CC73CA1A4BEE}">
      <dgm:prSet custT="1"/>
      <dgm:spPr/>
      <dgm:t>
        <a:bodyPr/>
        <a:lstStyle/>
        <a:p>
          <a:r>
            <a:rPr lang="es-ES" sz="1400" dirty="0"/>
            <a:t>Extrusión</a:t>
          </a:r>
          <a:endParaRPr lang="es-PE" sz="1400" dirty="0"/>
        </a:p>
      </dgm:t>
    </dgm:pt>
    <dgm:pt modelId="{EC686701-50BE-4237-AA68-42564EA1EB32}" type="parTrans" cxnId="{C46C6D37-9A27-46A6-96B0-2A5AFD32C6D7}">
      <dgm:prSet/>
      <dgm:spPr/>
      <dgm:t>
        <a:bodyPr/>
        <a:lstStyle/>
        <a:p>
          <a:endParaRPr lang="es-PE"/>
        </a:p>
      </dgm:t>
    </dgm:pt>
    <dgm:pt modelId="{AC3DA7D4-B83A-4B35-A29C-D18EB3BC8726}" type="sibTrans" cxnId="{C46C6D37-9A27-46A6-96B0-2A5AFD32C6D7}">
      <dgm:prSet/>
      <dgm:spPr/>
      <dgm:t>
        <a:bodyPr/>
        <a:lstStyle/>
        <a:p>
          <a:endParaRPr lang="es-PE"/>
        </a:p>
      </dgm:t>
    </dgm:pt>
    <dgm:pt modelId="{5A62F4D5-3144-46CD-9F40-8843616F1D79}">
      <dgm:prSet custT="1"/>
      <dgm:spPr/>
      <dgm:t>
        <a:bodyPr/>
        <a:lstStyle/>
        <a:p>
          <a:r>
            <a:rPr lang="es-ES" sz="1200" dirty="0"/>
            <a:t>Inyección de tinta</a:t>
          </a:r>
        </a:p>
        <a:p>
          <a:r>
            <a:rPr lang="es-ES" sz="1200" dirty="0"/>
            <a:t>(</a:t>
          </a:r>
          <a:r>
            <a:rPr lang="es-ES" sz="1200" dirty="0" err="1"/>
            <a:t>Ink</a:t>
          </a:r>
          <a:r>
            <a:rPr lang="es-ES" sz="1200" dirty="0"/>
            <a:t> </a:t>
          </a:r>
          <a:r>
            <a:rPr lang="es-ES" sz="1200" dirty="0" err="1"/>
            <a:t>Jetting</a:t>
          </a:r>
          <a:r>
            <a:rPr lang="es-ES" sz="1200" dirty="0"/>
            <a:t>)</a:t>
          </a:r>
          <a:endParaRPr lang="es-PE" sz="1200" dirty="0"/>
        </a:p>
      </dgm:t>
    </dgm:pt>
    <dgm:pt modelId="{47FA4421-05FC-4814-959A-7D1222FA097E}" type="parTrans" cxnId="{F6E8CA80-686F-447F-A1A3-6F653AE3AA4A}">
      <dgm:prSet/>
      <dgm:spPr/>
      <dgm:t>
        <a:bodyPr/>
        <a:lstStyle/>
        <a:p>
          <a:endParaRPr lang="es-PE"/>
        </a:p>
      </dgm:t>
    </dgm:pt>
    <dgm:pt modelId="{1A585383-E495-4F8C-993D-6BF4EADA7021}" type="sibTrans" cxnId="{F6E8CA80-686F-447F-A1A3-6F653AE3AA4A}">
      <dgm:prSet/>
      <dgm:spPr/>
      <dgm:t>
        <a:bodyPr/>
        <a:lstStyle/>
        <a:p>
          <a:endParaRPr lang="es-PE"/>
        </a:p>
      </dgm:t>
    </dgm:pt>
    <dgm:pt modelId="{84A31C80-1FE0-4754-AF50-EE9A157A60F6}">
      <dgm:prSet custT="1"/>
      <dgm:spPr/>
      <dgm:t>
        <a:bodyPr/>
        <a:lstStyle/>
        <a:p>
          <a:r>
            <a:rPr lang="es-ES" sz="1200" dirty="0" err="1"/>
            <a:t>Fusion</a:t>
          </a:r>
          <a:r>
            <a:rPr lang="es-ES" sz="1200" dirty="0"/>
            <a:t> </a:t>
          </a:r>
          <a:r>
            <a:rPr lang="es-ES" sz="1200" dirty="0" err="1"/>
            <a:t>Deposition</a:t>
          </a:r>
          <a:r>
            <a:rPr lang="es-ES" sz="1200" dirty="0"/>
            <a:t> </a:t>
          </a:r>
          <a:r>
            <a:rPr lang="es-ES" sz="1200" dirty="0" err="1"/>
            <a:t>Modelling</a:t>
          </a:r>
          <a:r>
            <a:rPr lang="es-ES" sz="1200" dirty="0"/>
            <a:t> </a:t>
          </a:r>
        </a:p>
        <a:p>
          <a:r>
            <a:rPr lang="es-ES" sz="1200" dirty="0"/>
            <a:t>(FDM)</a:t>
          </a:r>
          <a:endParaRPr lang="es-PE" sz="1200" dirty="0"/>
        </a:p>
      </dgm:t>
    </dgm:pt>
    <dgm:pt modelId="{77A40671-9BCE-464B-8290-9F8E4615F3E3}" type="parTrans" cxnId="{4C6E49A7-90D0-4E27-9BCD-4101E185979C}">
      <dgm:prSet/>
      <dgm:spPr/>
      <dgm:t>
        <a:bodyPr/>
        <a:lstStyle/>
        <a:p>
          <a:endParaRPr lang="es-PE"/>
        </a:p>
      </dgm:t>
    </dgm:pt>
    <dgm:pt modelId="{FA6C771B-2C35-42C9-B948-47B2DCC922B6}" type="sibTrans" cxnId="{4C6E49A7-90D0-4E27-9BCD-4101E185979C}">
      <dgm:prSet/>
      <dgm:spPr/>
      <dgm:t>
        <a:bodyPr/>
        <a:lstStyle/>
        <a:p>
          <a:endParaRPr lang="es-PE"/>
        </a:p>
      </dgm:t>
    </dgm:pt>
    <dgm:pt modelId="{268D4E39-0CDB-40D6-B715-717E2E617DEF}">
      <dgm:prSet custT="1"/>
      <dgm:spPr/>
      <dgm:t>
        <a:bodyPr/>
        <a:lstStyle/>
        <a:p>
          <a:r>
            <a:rPr lang="es-ES" sz="1200" dirty="0" err="1"/>
            <a:t>Drop</a:t>
          </a:r>
          <a:r>
            <a:rPr lang="es-ES" sz="1200" dirty="0"/>
            <a:t> </a:t>
          </a:r>
          <a:r>
            <a:rPr lang="es-ES" sz="1200" dirty="0" err="1"/>
            <a:t>on</a:t>
          </a:r>
          <a:r>
            <a:rPr lang="es-ES" sz="1200" dirty="0"/>
            <a:t> </a:t>
          </a:r>
          <a:r>
            <a:rPr lang="es-ES" sz="1200" dirty="0" err="1"/>
            <a:t>Demand</a:t>
          </a:r>
          <a:endParaRPr lang="es-ES" sz="1200" dirty="0"/>
        </a:p>
        <a:p>
          <a:r>
            <a:rPr lang="es-ES" sz="1200" dirty="0"/>
            <a:t>(</a:t>
          </a:r>
          <a:r>
            <a:rPr lang="es-ES" sz="1200" dirty="0" err="1"/>
            <a:t>DoD</a:t>
          </a:r>
          <a:r>
            <a:rPr lang="es-ES" sz="1200" dirty="0"/>
            <a:t>)</a:t>
          </a:r>
          <a:endParaRPr lang="es-PE" sz="1200" dirty="0"/>
        </a:p>
      </dgm:t>
    </dgm:pt>
    <dgm:pt modelId="{010C120B-AC4B-4CDB-A3BC-E70DEE42375E}" type="parTrans" cxnId="{B1FEDAEB-3F47-48C4-8DC9-C0D820161F8E}">
      <dgm:prSet/>
      <dgm:spPr/>
      <dgm:t>
        <a:bodyPr/>
        <a:lstStyle/>
        <a:p>
          <a:endParaRPr lang="es-PE"/>
        </a:p>
      </dgm:t>
    </dgm:pt>
    <dgm:pt modelId="{C9662D08-79E0-4ABC-9DA1-966C50D2329B}" type="sibTrans" cxnId="{B1FEDAEB-3F47-48C4-8DC9-C0D820161F8E}">
      <dgm:prSet/>
      <dgm:spPr/>
      <dgm:t>
        <a:bodyPr/>
        <a:lstStyle/>
        <a:p>
          <a:endParaRPr lang="es-PE"/>
        </a:p>
      </dgm:t>
    </dgm:pt>
    <dgm:pt modelId="{52AA8B8A-83AC-475C-BCDE-6198406BCF2D}">
      <dgm:prSet custT="1"/>
      <dgm:spPr/>
      <dgm:t>
        <a:bodyPr/>
        <a:lstStyle/>
        <a:p>
          <a:r>
            <a:rPr lang="es-ES" sz="1400" dirty="0"/>
            <a:t>Fusión por aglutinante</a:t>
          </a:r>
          <a:endParaRPr lang="es-PE" sz="1400" dirty="0"/>
        </a:p>
      </dgm:t>
    </dgm:pt>
    <dgm:pt modelId="{7CD4D9AA-038E-4AB0-A05A-0F3540D2B4F0}" type="parTrans" cxnId="{E7E7C302-41AE-47E0-A139-6C3B1BABF28C}">
      <dgm:prSet/>
      <dgm:spPr/>
      <dgm:t>
        <a:bodyPr/>
        <a:lstStyle/>
        <a:p>
          <a:endParaRPr lang="es-PE"/>
        </a:p>
      </dgm:t>
    </dgm:pt>
    <dgm:pt modelId="{84FF4F00-7A11-40A7-93E9-FD531293D9DC}" type="sibTrans" cxnId="{E7E7C302-41AE-47E0-A139-6C3B1BABF28C}">
      <dgm:prSet/>
      <dgm:spPr/>
      <dgm:t>
        <a:bodyPr/>
        <a:lstStyle/>
        <a:p>
          <a:endParaRPr lang="es-PE"/>
        </a:p>
      </dgm:t>
    </dgm:pt>
    <dgm:pt modelId="{562EACE6-FC7B-4591-94DE-DAFBC20EC355}">
      <dgm:prSet custT="1"/>
      <dgm:spPr/>
      <dgm:t>
        <a:bodyPr/>
        <a:lstStyle/>
        <a:p>
          <a:r>
            <a:rPr lang="es-ES" sz="1200" dirty="0" err="1"/>
            <a:t>Electron</a:t>
          </a:r>
          <a:r>
            <a:rPr lang="es-ES" sz="1200" dirty="0"/>
            <a:t> Beam </a:t>
          </a:r>
          <a:r>
            <a:rPr lang="es-ES" sz="1200" dirty="0" err="1"/>
            <a:t>Melting</a:t>
          </a:r>
          <a:r>
            <a:rPr lang="es-ES" sz="1200" dirty="0"/>
            <a:t> </a:t>
          </a:r>
        </a:p>
        <a:p>
          <a:r>
            <a:rPr lang="es-ES" sz="1200" dirty="0"/>
            <a:t>(EBM)</a:t>
          </a:r>
          <a:endParaRPr lang="es-PE" sz="1200" dirty="0"/>
        </a:p>
      </dgm:t>
    </dgm:pt>
    <dgm:pt modelId="{52253047-0489-4A13-A1AF-649C4DC0F3AE}" type="parTrans" cxnId="{D8B92F5C-3928-4032-9F53-5507E9E15785}">
      <dgm:prSet/>
      <dgm:spPr/>
      <dgm:t>
        <a:bodyPr/>
        <a:lstStyle/>
        <a:p>
          <a:endParaRPr lang="es-PE"/>
        </a:p>
      </dgm:t>
    </dgm:pt>
    <dgm:pt modelId="{C2E82E2E-12E2-45C2-B612-0E2F55E1579E}" type="sibTrans" cxnId="{D8B92F5C-3928-4032-9F53-5507E9E15785}">
      <dgm:prSet/>
      <dgm:spPr/>
      <dgm:t>
        <a:bodyPr/>
        <a:lstStyle/>
        <a:p>
          <a:endParaRPr lang="es-PE"/>
        </a:p>
      </dgm:t>
    </dgm:pt>
    <dgm:pt modelId="{22520C4F-F507-4C3D-AC8A-BB3E73A4F915}">
      <dgm:prSet custT="1"/>
      <dgm:spPr/>
      <dgm:t>
        <a:bodyPr/>
        <a:lstStyle/>
        <a:p>
          <a:r>
            <a:rPr lang="es-ES" sz="1200" dirty="0" err="1"/>
            <a:t>Selective</a:t>
          </a:r>
          <a:r>
            <a:rPr lang="es-ES" sz="1200" dirty="0"/>
            <a:t> Laser </a:t>
          </a:r>
          <a:r>
            <a:rPr lang="es-ES" sz="1200" dirty="0" err="1"/>
            <a:t>Sintering</a:t>
          </a:r>
          <a:r>
            <a:rPr lang="es-ES" sz="1200" dirty="0"/>
            <a:t> </a:t>
          </a:r>
        </a:p>
        <a:p>
          <a:r>
            <a:rPr lang="es-ES" sz="1200" dirty="0"/>
            <a:t>(SLS)</a:t>
          </a:r>
          <a:endParaRPr lang="es-PE" sz="1200" dirty="0"/>
        </a:p>
      </dgm:t>
    </dgm:pt>
    <dgm:pt modelId="{B8CD523F-C125-4FED-9040-AA05AAE6539F}" type="parTrans" cxnId="{70FCC8C1-4AB0-4F53-B1CE-E6FE95D46ABD}">
      <dgm:prSet/>
      <dgm:spPr/>
      <dgm:t>
        <a:bodyPr/>
        <a:lstStyle/>
        <a:p>
          <a:endParaRPr lang="es-PE"/>
        </a:p>
      </dgm:t>
    </dgm:pt>
    <dgm:pt modelId="{F3812D61-215A-4E48-B00B-2410023302E9}" type="sibTrans" cxnId="{70FCC8C1-4AB0-4F53-B1CE-E6FE95D46ABD}">
      <dgm:prSet/>
      <dgm:spPr/>
      <dgm:t>
        <a:bodyPr/>
        <a:lstStyle/>
        <a:p>
          <a:endParaRPr lang="es-PE"/>
        </a:p>
      </dgm:t>
    </dgm:pt>
    <dgm:pt modelId="{B24432E6-165B-413C-8840-C51C572E5465}">
      <dgm:prSet custT="1"/>
      <dgm:spPr/>
      <dgm:t>
        <a:bodyPr/>
        <a:lstStyle/>
        <a:p>
          <a:r>
            <a:rPr lang="es-ES" sz="1200" dirty="0"/>
            <a:t>Direct Metal Laser </a:t>
          </a:r>
          <a:r>
            <a:rPr lang="es-ES" sz="1200" dirty="0" err="1"/>
            <a:t>Sintering</a:t>
          </a:r>
          <a:endParaRPr lang="es-ES" sz="1200" dirty="0"/>
        </a:p>
        <a:p>
          <a:r>
            <a:rPr lang="es-ES" sz="1200" dirty="0"/>
            <a:t>(DMLS)</a:t>
          </a:r>
          <a:endParaRPr lang="es-PE" sz="1200" dirty="0"/>
        </a:p>
      </dgm:t>
    </dgm:pt>
    <dgm:pt modelId="{032E8684-C34A-4B1E-9057-8170360BAFAF}" type="parTrans" cxnId="{7CB04309-162B-4AB6-BCF3-D0CB43E43FB2}">
      <dgm:prSet/>
      <dgm:spPr/>
      <dgm:t>
        <a:bodyPr/>
        <a:lstStyle/>
        <a:p>
          <a:endParaRPr lang="es-PE"/>
        </a:p>
      </dgm:t>
    </dgm:pt>
    <dgm:pt modelId="{8CCAC0A4-7A04-44AE-AEBA-C56890E35A9E}" type="sibTrans" cxnId="{7CB04309-162B-4AB6-BCF3-D0CB43E43FB2}">
      <dgm:prSet/>
      <dgm:spPr/>
      <dgm:t>
        <a:bodyPr/>
        <a:lstStyle/>
        <a:p>
          <a:endParaRPr lang="es-PE"/>
        </a:p>
      </dgm:t>
    </dgm:pt>
    <dgm:pt modelId="{192A8348-DEA3-487C-91D6-F1498586A4BC}">
      <dgm:prSet custT="1"/>
      <dgm:spPr/>
      <dgm:t>
        <a:bodyPr/>
        <a:lstStyle/>
        <a:p>
          <a:r>
            <a:rPr lang="es-ES" sz="1200" dirty="0" err="1"/>
            <a:t>Binder</a:t>
          </a:r>
          <a:r>
            <a:rPr lang="es-ES" sz="1200" dirty="0"/>
            <a:t> </a:t>
          </a:r>
          <a:r>
            <a:rPr lang="es-ES" sz="1200" dirty="0" err="1"/>
            <a:t>Jetting</a:t>
          </a:r>
          <a:endParaRPr lang="es-ES" sz="1200" dirty="0"/>
        </a:p>
        <a:p>
          <a:r>
            <a:rPr lang="es-ES" sz="1200" dirty="0"/>
            <a:t>(BJ)</a:t>
          </a:r>
          <a:endParaRPr lang="es-PE" sz="1200" dirty="0"/>
        </a:p>
      </dgm:t>
    </dgm:pt>
    <dgm:pt modelId="{28936F62-E7AD-40E4-B032-CE9E9A348FA9}" type="parTrans" cxnId="{7FA058C0-8548-4F04-B25B-5FB9B3952262}">
      <dgm:prSet/>
      <dgm:spPr/>
      <dgm:t>
        <a:bodyPr/>
        <a:lstStyle/>
        <a:p>
          <a:endParaRPr lang="es-PE"/>
        </a:p>
      </dgm:t>
    </dgm:pt>
    <dgm:pt modelId="{FB827B7F-9381-4A4A-8BCA-32C89CF2B91C}" type="sibTrans" cxnId="{7FA058C0-8548-4F04-B25B-5FB9B3952262}">
      <dgm:prSet/>
      <dgm:spPr/>
      <dgm:t>
        <a:bodyPr/>
        <a:lstStyle/>
        <a:p>
          <a:endParaRPr lang="es-PE"/>
        </a:p>
      </dgm:t>
    </dgm:pt>
    <dgm:pt modelId="{9527C100-3346-4D8C-AEF2-3493117146B9}" type="pres">
      <dgm:prSet presAssocID="{6CBE605A-6D5A-481F-A89F-96253053BC8F}" presName="hierChild1" presStyleCnt="0">
        <dgm:presLayoutVars>
          <dgm:chPref val="1"/>
          <dgm:dir/>
          <dgm:animOne val="branch"/>
          <dgm:animLvl val="lvl"/>
          <dgm:resizeHandles/>
        </dgm:presLayoutVars>
      </dgm:prSet>
      <dgm:spPr/>
    </dgm:pt>
    <dgm:pt modelId="{F4659643-A17D-4730-B5C8-8AA9619ADD02}" type="pres">
      <dgm:prSet presAssocID="{0AF064BC-4EDA-444F-988F-3ABD24DC688B}" presName="hierRoot1" presStyleCnt="0"/>
      <dgm:spPr/>
    </dgm:pt>
    <dgm:pt modelId="{DDC2FE42-A3F3-4FFD-99B2-CBB8B1F77803}" type="pres">
      <dgm:prSet presAssocID="{0AF064BC-4EDA-444F-988F-3ABD24DC688B}" presName="composite" presStyleCnt="0"/>
      <dgm:spPr/>
    </dgm:pt>
    <dgm:pt modelId="{5F5B63A1-87FB-4EFC-BE4B-DA4F05642682}" type="pres">
      <dgm:prSet presAssocID="{0AF064BC-4EDA-444F-988F-3ABD24DC688B}" presName="background" presStyleLbl="node0" presStyleIdx="0" presStyleCnt="1"/>
      <dgm:spPr/>
    </dgm:pt>
    <dgm:pt modelId="{ADADA60F-19B2-4074-B728-71723E606108}" type="pres">
      <dgm:prSet presAssocID="{0AF064BC-4EDA-444F-988F-3ABD24DC688B}" presName="text" presStyleLbl="fgAcc0" presStyleIdx="0" presStyleCnt="1" custScaleX="172596" custScaleY="168399">
        <dgm:presLayoutVars>
          <dgm:chPref val="3"/>
        </dgm:presLayoutVars>
      </dgm:prSet>
      <dgm:spPr/>
    </dgm:pt>
    <dgm:pt modelId="{52AA0C46-8C79-49A1-ABAA-5C3DAF34B49E}" type="pres">
      <dgm:prSet presAssocID="{0AF064BC-4EDA-444F-988F-3ABD24DC688B}" presName="hierChild2" presStyleCnt="0"/>
      <dgm:spPr/>
    </dgm:pt>
    <dgm:pt modelId="{54C5C67C-4C45-4216-A95E-F6F65EC96C8D}" type="pres">
      <dgm:prSet presAssocID="{286327CA-ACE8-4653-9998-D88FA69E35F5}" presName="Name10" presStyleLbl="parChTrans1D2" presStyleIdx="0" presStyleCnt="3"/>
      <dgm:spPr/>
    </dgm:pt>
    <dgm:pt modelId="{C510BAC4-CE52-4258-AB8C-5006EE97AE16}" type="pres">
      <dgm:prSet presAssocID="{41C92E46-08EE-4CE1-B0AF-A6E59FEC40B6}" presName="hierRoot2" presStyleCnt="0"/>
      <dgm:spPr/>
    </dgm:pt>
    <dgm:pt modelId="{35F2A059-171D-4730-9AB8-28E703E9A94F}" type="pres">
      <dgm:prSet presAssocID="{41C92E46-08EE-4CE1-B0AF-A6E59FEC40B6}" presName="composite2" presStyleCnt="0"/>
      <dgm:spPr/>
    </dgm:pt>
    <dgm:pt modelId="{FB0B6571-93CA-44A5-8E24-4103747CA439}" type="pres">
      <dgm:prSet presAssocID="{41C92E46-08EE-4CE1-B0AF-A6E59FEC40B6}" presName="background2" presStyleLbl="node2" presStyleIdx="0" presStyleCnt="3"/>
      <dgm:spPr/>
    </dgm:pt>
    <dgm:pt modelId="{741352B3-95C7-4E61-A55A-302221A248CF}" type="pres">
      <dgm:prSet presAssocID="{41C92E46-08EE-4CE1-B0AF-A6E59FEC40B6}" presName="text2" presStyleLbl="fgAcc2" presStyleIdx="0" presStyleCnt="3">
        <dgm:presLayoutVars>
          <dgm:chPref val="3"/>
        </dgm:presLayoutVars>
      </dgm:prSet>
      <dgm:spPr/>
    </dgm:pt>
    <dgm:pt modelId="{2988F7B9-BB18-49BE-9599-F662950AE806}" type="pres">
      <dgm:prSet presAssocID="{41C92E46-08EE-4CE1-B0AF-A6E59FEC40B6}" presName="hierChild3" presStyleCnt="0"/>
      <dgm:spPr/>
    </dgm:pt>
    <dgm:pt modelId="{05C2727E-D197-4DD7-81D1-57296E128183}" type="pres">
      <dgm:prSet presAssocID="{17DB124A-9C1A-4AB0-9B6D-52C56C9BAF61}" presName="Name17" presStyleLbl="parChTrans1D3" presStyleIdx="0" presStyleCnt="5"/>
      <dgm:spPr/>
    </dgm:pt>
    <dgm:pt modelId="{49FB0E29-7663-4067-91E2-E9BC0AFCCA35}" type="pres">
      <dgm:prSet presAssocID="{C7F9B29B-48B0-4B3C-ACCA-998A7002C2B6}" presName="hierRoot3" presStyleCnt="0"/>
      <dgm:spPr/>
    </dgm:pt>
    <dgm:pt modelId="{66EA0B94-9B82-4A79-944B-03BB8CB8B85A}" type="pres">
      <dgm:prSet presAssocID="{C7F9B29B-48B0-4B3C-ACCA-998A7002C2B6}" presName="composite3" presStyleCnt="0"/>
      <dgm:spPr/>
    </dgm:pt>
    <dgm:pt modelId="{A7B26193-12D5-40E4-9F11-56B852E28DEE}" type="pres">
      <dgm:prSet presAssocID="{C7F9B29B-48B0-4B3C-ACCA-998A7002C2B6}" presName="background3" presStyleLbl="node3" presStyleIdx="0" presStyleCnt="5"/>
      <dgm:spPr/>
    </dgm:pt>
    <dgm:pt modelId="{BC64DDE1-F996-4F72-B5DC-77AEEC0E1908}" type="pres">
      <dgm:prSet presAssocID="{C7F9B29B-48B0-4B3C-ACCA-998A7002C2B6}" presName="text3" presStyleLbl="fgAcc3" presStyleIdx="0" presStyleCnt="5" custScaleX="199867">
        <dgm:presLayoutVars>
          <dgm:chPref val="3"/>
        </dgm:presLayoutVars>
      </dgm:prSet>
      <dgm:spPr/>
    </dgm:pt>
    <dgm:pt modelId="{3FD22C9F-3BC3-417A-B9B3-88E5999338C0}" type="pres">
      <dgm:prSet presAssocID="{C7F9B29B-48B0-4B3C-ACCA-998A7002C2B6}" presName="hierChild4" presStyleCnt="0"/>
      <dgm:spPr/>
    </dgm:pt>
    <dgm:pt modelId="{F59AEC80-C586-41AF-BAD5-BA797DDE0228}" type="pres">
      <dgm:prSet presAssocID="{526D28C0-141A-4DC8-9BED-57A1F0807525}" presName="Name23" presStyleLbl="parChTrans1D4" presStyleIdx="0" presStyleCnt="18"/>
      <dgm:spPr/>
    </dgm:pt>
    <dgm:pt modelId="{2DA195EF-3E84-40F4-BA05-1C18069E68E5}" type="pres">
      <dgm:prSet presAssocID="{126DD4E3-A4E4-476A-B60E-A35A6BA727B2}" presName="hierRoot4" presStyleCnt="0"/>
      <dgm:spPr/>
    </dgm:pt>
    <dgm:pt modelId="{D3DFAA3D-2288-4548-BC65-1C9680FC53C7}" type="pres">
      <dgm:prSet presAssocID="{126DD4E3-A4E4-476A-B60E-A35A6BA727B2}" presName="composite4" presStyleCnt="0"/>
      <dgm:spPr/>
    </dgm:pt>
    <dgm:pt modelId="{9D15A430-DBED-4797-9883-CEA48FB9795A}" type="pres">
      <dgm:prSet presAssocID="{126DD4E3-A4E4-476A-B60E-A35A6BA727B2}" presName="background4" presStyleLbl="node4" presStyleIdx="0" presStyleCnt="18"/>
      <dgm:spPr/>
    </dgm:pt>
    <dgm:pt modelId="{629D5326-99B1-4621-B91F-43D37B11416E}" type="pres">
      <dgm:prSet presAssocID="{126DD4E3-A4E4-476A-B60E-A35A6BA727B2}" presName="text4" presStyleLbl="fgAcc4" presStyleIdx="0" presStyleCnt="18" custScaleX="123166" custScaleY="238148">
        <dgm:presLayoutVars>
          <dgm:chPref val="3"/>
        </dgm:presLayoutVars>
      </dgm:prSet>
      <dgm:spPr/>
    </dgm:pt>
    <dgm:pt modelId="{53432F6C-5D03-4E38-88D0-BD54FE22DD8C}" type="pres">
      <dgm:prSet presAssocID="{126DD4E3-A4E4-476A-B60E-A35A6BA727B2}" presName="hierChild5" presStyleCnt="0"/>
      <dgm:spPr/>
    </dgm:pt>
    <dgm:pt modelId="{C8D251E3-F7AA-416B-8430-B41CA48EA1D5}" type="pres">
      <dgm:prSet presAssocID="{24F581BF-2B7B-4CEC-98D1-35DD8213987E}" presName="Name23" presStyleLbl="parChTrans1D4" presStyleIdx="1" presStyleCnt="18"/>
      <dgm:spPr/>
    </dgm:pt>
    <dgm:pt modelId="{EF46DC86-082B-47A7-BB04-34FF2C66B831}" type="pres">
      <dgm:prSet presAssocID="{A53CC60E-10C3-415E-93A8-9C128720BE0A}" presName="hierRoot4" presStyleCnt="0"/>
      <dgm:spPr/>
    </dgm:pt>
    <dgm:pt modelId="{5940F53F-1C6C-4AB0-AF06-359AF1C2E348}" type="pres">
      <dgm:prSet presAssocID="{A53CC60E-10C3-415E-93A8-9C128720BE0A}" presName="composite4" presStyleCnt="0"/>
      <dgm:spPr/>
    </dgm:pt>
    <dgm:pt modelId="{6F31B42E-D7FE-4F79-B77D-9F7F5361E59E}" type="pres">
      <dgm:prSet presAssocID="{A53CC60E-10C3-415E-93A8-9C128720BE0A}" presName="background4" presStyleLbl="node4" presStyleIdx="1" presStyleCnt="18"/>
      <dgm:spPr/>
    </dgm:pt>
    <dgm:pt modelId="{7618D471-BC2F-4BBB-A5F6-A73C03F07BA5}" type="pres">
      <dgm:prSet presAssocID="{A53CC60E-10C3-415E-93A8-9C128720BE0A}" presName="text4" presStyleLbl="fgAcc4" presStyleIdx="1" presStyleCnt="18" custScaleX="116740" custScaleY="230333">
        <dgm:presLayoutVars>
          <dgm:chPref val="3"/>
        </dgm:presLayoutVars>
      </dgm:prSet>
      <dgm:spPr/>
    </dgm:pt>
    <dgm:pt modelId="{774A7530-D5BB-4927-A351-665AFF8D7A62}" type="pres">
      <dgm:prSet presAssocID="{A53CC60E-10C3-415E-93A8-9C128720BE0A}" presName="hierChild5" presStyleCnt="0"/>
      <dgm:spPr/>
    </dgm:pt>
    <dgm:pt modelId="{4DDB5832-6258-4634-B0DA-4E3D86752BE0}" type="pres">
      <dgm:prSet presAssocID="{9469052E-40C3-4755-9A73-167758021D10}" presName="Name23" presStyleLbl="parChTrans1D4" presStyleIdx="2" presStyleCnt="18"/>
      <dgm:spPr/>
    </dgm:pt>
    <dgm:pt modelId="{1367761A-F0E9-49D9-9BC5-B139AC537713}" type="pres">
      <dgm:prSet presAssocID="{7A90E594-363B-402B-A060-DC5DAA2D68D4}" presName="hierRoot4" presStyleCnt="0"/>
      <dgm:spPr/>
    </dgm:pt>
    <dgm:pt modelId="{561C8962-14BE-41ED-857F-2C7E04BB6E10}" type="pres">
      <dgm:prSet presAssocID="{7A90E594-363B-402B-A060-DC5DAA2D68D4}" presName="composite4" presStyleCnt="0"/>
      <dgm:spPr/>
    </dgm:pt>
    <dgm:pt modelId="{CD9AC1F0-7200-4377-83E2-2953F0C8DE9D}" type="pres">
      <dgm:prSet presAssocID="{7A90E594-363B-402B-A060-DC5DAA2D68D4}" presName="background4" presStyleLbl="node4" presStyleIdx="2" presStyleCnt="18"/>
      <dgm:spPr/>
    </dgm:pt>
    <dgm:pt modelId="{99B99B29-7B4C-4D52-98EB-EB40583810FE}" type="pres">
      <dgm:prSet presAssocID="{7A90E594-363B-402B-A060-DC5DAA2D68D4}" presName="text4" presStyleLbl="fgAcc4" presStyleIdx="2" presStyleCnt="18" custScaleY="184627">
        <dgm:presLayoutVars>
          <dgm:chPref val="3"/>
        </dgm:presLayoutVars>
      </dgm:prSet>
      <dgm:spPr/>
    </dgm:pt>
    <dgm:pt modelId="{DFDD2FD3-5015-47A3-AC31-05FF4CF0562F}" type="pres">
      <dgm:prSet presAssocID="{7A90E594-363B-402B-A060-DC5DAA2D68D4}" presName="hierChild5" presStyleCnt="0"/>
      <dgm:spPr/>
    </dgm:pt>
    <dgm:pt modelId="{03F8D7D9-9430-479F-9DAF-1C10E6B9B1FA}" type="pres">
      <dgm:prSet presAssocID="{3594922D-EAA2-49B3-BCEC-FA7D0F48F81E}" presName="Name23" presStyleLbl="parChTrans1D4" presStyleIdx="3" presStyleCnt="18"/>
      <dgm:spPr/>
    </dgm:pt>
    <dgm:pt modelId="{07F7AC54-86E9-4AF5-AD4A-23D40C2F6609}" type="pres">
      <dgm:prSet presAssocID="{9640E334-9480-4A84-BC70-D24BCF153D52}" presName="hierRoot4" presStyleCnt="0"/>
      <dgm:spPr/>
    </dgm:pt>
    <dgm:pt modelId="{2396085E-1BCB-4A29-B06C-842D13319228}" type="pres">
      <dgm:prSet presAssocID="{9640E334-9480-4A84-BC70-D24BCF153D52}" presName="composite4" presStyleCnt="0"/>
      <dgm:spPr/>
    </dgm:pt>
    <dgm:pt modelId="{5150BB15-1346-483E-AF7D-70E2640A7E40}" type="pres">
      <dgm:prSet presAssocID="{9640E334-9480-4A84-BC70-D24BCF153D52}" presName="background4" presStyleLbl="node4" presStyleIdx="3" presStyleCnt="18"/>
      <dgm:spPr/>
    </dgm:pt>
    <dgm:pt modelId="{CDDF574B-1D82-4FB8-8077-5F85A7CEF7B9}" type="pres">
      <dgm:prSet presAssocID="{9640E334-9480-4A84-BC70-D24BCF153D52}" presName="text4" presStyleLbl="fgAcc4" presStyleIdx="3" presStyleCnt="18" custScaleX="114039" custScaleY="167913">
        <dgm:presLayoutVars>
          <dgm:chPref val="3"/>
        </dgm:presLayoutVars>
      </dgm:prSet>
      <dgm:spPr/>
    </dgm:pt>
    <dgm:pt modelId="{933DDD88-8DD9-4E5E-9806-8B09BE811C9B}" type="pres">
      <dgm:prSet presAssocID="{9640E334-9480-4A84-BC70-D24BCF153D52}" presName="hierChild5" presStyleCnt="0"/>
      <dgm:spPr/>
    </dgm:pt>
    <dgm:pt modelId="{3CBDBA62-4C7E-435D-BC9D-239044301547}" type="pres">
      <dgm:prSet presAssocID="{4D70C2E6-4F2B-40B4-98FC-0991C8A7645E}" presName="Name23" presStyleLbl="parChTrans1D4" presStyleIdx="4" presStyleCnt="18"/>
      <dgm:spPr/>
    </dgm:pt>
    <dgm:pt modelId="{0C985457-ABEA-4543-9E67-3CEAEBACA288}" type="pres">
      <dgm:prSet presAssocID="{00C11182-5807-44AB-9985-431CAC2E5275}" presName="hierRoot4" presStyleCnt="0"/>
      <dgm:spPr/>
    </dgm:pt>
    <dgm:pt modelId="{1583A36E-A3F3-4BD5-939E-C762C960AEBA}" type="pres">
      <dgm:prSet presAssocID="{00C11182-5807-44AB-9985-431CAC2E5275}" presName="composite4" presStyleCnt="0"/>
      <dgm:spPr/>
    </dgm:pt>
    <dgm:pt modelId="{37D316C6-5040-4D74-8864-132E6BA9BBFC}" type="pres">
      <dgm:prSet presAssocID="{00C11182-5807-44AB-9985-431CAC2E5275}" presName="background4" presStyleLbl="node4" presStyleIdx="4" presStyleCnt="18"/>
      <dgm:spPr/>
    </dgm:pt>
    <dgm:pt modelId="{5B81F4FF-90E0-473F-AA26-0933966D080F}" type="pres">
      <dgm:prSet presAssocID="{00C11182-5807-44AB-9985-431CAC2E5275}" presName="text4" presStyleLbl="fgAcc4" presStyleIdx="4" presStyleCnt="18" custScaleY="289991">
        <dgm:presLayoutVars>
          <dgm:chPref val="3"/>
        </dgm:presLayoutVars>
      </dgm:prSet>
      <dgm:spPr/>
    </dgm:pt>
    <dgm:pt modelId="{F7224FD9-C049-4084-8DA9-9FD6F0D3816E}" type="pres">
      <dgm:prSet presAssocID="{00C11182-5807-44AB-9985-431CAC2E5275}" presName="hierChild5" presStyleCnt="0"/>
      <dgm:spPr/>
    </dgm:pt>
    <dgm:pt modelId="{D11D003C-CB16-47A8-9BF7-F56F919A5E74}" type="pres">
      <dgm:prSet presAssocID="{3B9BE9A6-0E02-421D-B781-839188EF02AD}" presName="Name23" presStyleLbl="parChTrans1D4" presStyleIdx="5" presStyleCnt="18"/>
      <dgm:spPr/>
    </dgm:pt>
    <dgm:pt modelId="{4F047DB4-C4BA-4D93-A18F-4C41B3003984}" type="pres">
      <dgm:prSet presAssocID="{C670D8F7-BD99-49EB-9E63-876022F745D6}" presName="hierRoot4" presStyleCnt="0"/>
      <dgm:spPr/>
    </dgm:pt>
    <dgm:pt modelId="{5C8802A8-13CB-4672-98FC-B20CD74DF89D}" type="pres">
      <dgm:prSet presAssocID="{C670D8F7-BD99-49EB-9E63-876022F745D6}" presName="composite4" presStyleCnt="0"/>
      <dgm:spPr/>
    </dgm:pt>
    <dgm:pt modelId="{B3AB75D9-CAB8-4D3E-ADC7-4B8D7ABDFAD3}" type="pres">
      <dgm:prSet presAssocID="{C670D8F7-BD99-49EB-9E63-876022F745D6}" presName="background4" presStyleLbl="node4" presStyleIdx="5" presStyleCnt="18"/>
      <dgm:spPr/>
    </dgm:pt>
    <dgm:pt modelId="{924979AF-3A37-49B4-8161-920557516DF4}" type="pres">
      <dgm:prSet presAssocID="{C670D8F7-BD99-49EB-9E63-876022F745D6}" presName="text4" presStyleLbl="fgAcc4" presStyleIdx="5" presStyleCnt="18" custScaleX="118081" custScaleY="142119">
        <dgm:presLayoutVars>
          <dgm:chPref val="3"/>
        </dgm:presLayoutVars>
      </dgm:prSet>
      <dgm:spPr/>
    </dgm:pt>
    <dgm:pt modelId="{A7191729-F617-4AA6-8763-44492C6750E5}" type="pres">
      <dgm:prSet presAssocID="{C670D8F7-BD99-49EB-9E63-876022F745D6}" presName="hierChild5" presStyleCnt="0"/>
      <dgm:spPr/>
    </dgm:pt>
    <dgm:pt modelId="{E16E5A0E-C98A-486A-A822-BCB1515D6D73}" type="pres">
      <dgm:prSet presAssocID="{DF9BBC3C-0CDC-47A3-8442-253F6FB492D9}" presName="Name17" presStyleLbl="parChTrans1D3" presStyleIdx="1" presStyleCnt="5"/>
      <dgm:spPr/>
    </dgm:pt>
    <dgm:pt modelId="{B9CB67D4-ED5B-47A9-B2C7-641C3D8CC0D1}" type="pres">
      <dgm:prSet presAssocID="{773620B6-72BD-4AA7-AD3E-C840BE0AB8D5}" presName="hierRoot3" presStyleCnt="0"/>
      <dgm:spPr/>
    </dgm:pt>
    <dgm:pt modelId="{830343D5-0977-419B-A2D5-AC6B488CE6A2}" type="pres">
      <dgm:prSet presAssocID="{773620B6-72BD-4AA7-AD3E-C840BE0AB8D5}" presName="composite3" presStyleCnt="0"/>
      <dgm:spPr/>
    </dgm:pt>
    <dgm:pt modelId="{4243BF0C-15AF-4355-BD68-7D01430782DD}" type="pres">
      <dgm:prSet presAssocID="{773620B6-72BD-4AA7-AD3E-C840BE0AB8D5}" presName="background3" presStyleLbl="node3" presStyleIdx="1" presStyleCnt="5"/>
      <dgm:spPr/>
    </dgm:pt>
    <dgm:pt modelId="{EBC58B70-D1C5-47CF-B55B-1F05A54A9968}" type="pres">
      <dgm:prSet presAssocID="{773620B6-72BD-4AA7-AD3E-C840BE0AB8D5}" presName="text3" presStyleLbl="fgAcc3" presStyleIdx="1" presStyleCnt="5" custScaleX="157943">
        <dgm:presLayoutVars>
          <dgm:chPref val="3"/>
        </dgm:presLayoutVars>
      </dgm:prSet>
      <dgm:spPr/>
    </dgm:pt>
    <dgm:pt modelId="{EF337F9F-29D0-4BF2-9DD5-0B29E1C154EC}" type="pres">
      <dgm:prSet presAssocID="{773620B6-72BD-4AA7-AD3E-C840BE0AB8D5}" presName="hierChild4" presStyleCnt="0"/>
      <dgm:spPr/>
    </dgm:pt>
    <dgm:pt modelId="{2691E219-C375-4042-B2EB-189263EA8A4F}" type="pres">
      <dgm:prSet presAssocID="{EC686701-50BE-4237-AA68-42564EA1EB32}" presName="Name23" presStyleLbl="parChTrans1D4" presStyleIdx="6" presStyleCnt="18"/>
      <dgm:spPr/>
    </dgm:pt>
    <dgm:pt modelId="{9FDBE04E-7C00-4DAC-9A4C-165C3F588959}" type="pres">
      <dgm:prSet presAssocID="{45A1285D-03E2-4FC5-B63F-CC73CA1A4BEE}" presName="hierRoot4" presStyleCnt="0"/>
      <dgm:spPr/>
    </dgm:pt>
    <dgm:pt modelId="{57FE2EFC-2652-4F1D-A351-83DF6E670686}" type="pres">
      <dgm:prSet presAssocID="{45A1285D-03E2-4FC5-B63F-CC73CA1A4BEE}" presName="composite4" presStyleCnt="0"/>
      <dgm:spPr/>
    </dgm:pt>
    <dgm:pt modelId="{3060C2E0-FED7-4E6A-A92C-E15167EB816D}" type="pres">
      <dgm:prSet presAssocID="{45A1285D-03E2-4FC5-B63F-CC73CA1A4BEE}" presName="background4" presStyleLbl="node4" presStyleIdx="6" presStyleCnt="18"/>
      <dgm:spPr/>
    </dgm:pt>
    <dgm:pt modelId="{EBAF6D40-DDAF-45A2-A156-DA61074E76FD}" type="pres">
      <dgm:prSet presAssocID="{45A1285D-03E2-4FC5-B63F-CC73CA1A4BEE}" presName="text4" presStyleLbl="fgAcc4" presStyleIdx="6" presStyleCnt="18">
        <dgm:presLayoutVars>
          <dgm:chPref val="3"/>
        </dgm:presLayoutVars>
      </dgm:prSet>
      <dgm:spPr/>
    </dgm:pt>
    <dgm:pt modelId="{865DB349-E5AF-46C0-B0AC-E9D0A52F9C7D}" type="pres">
      <dgm:prSet presAssocID="{45A1285D-03E2-4FC5-B63F-CC73CA1A4BEE}" presName="hierChild5" presStyleCnt="0"/>
      <dgm:spPr/>
    </dgm:pt>
    <dgm:pt modelId="{BB4D565B-F6FC-4706-8990-80151501AC5A}" type="pres">
      <dgm:prSet presAssocID="{77A40671-9BCE-464B-8290-9F8E4615F3E3}" presName="Name23" presStyleLbl="parChTrans1D4" presStyleIdx="7" presStyleCnt="18"/>
      <dgm:spPr/>
    </dgm:pt>
    <dgm:pt modelId="{DB24DBD5-2E0F-4BE1-9EB8-B8E357737FB0}" type="pres">
      <dgm:prSet presAssocID="{84A31C80-1FE0-4754-AF50-EE9A157A60F6}" presName="hierRoot4" presStyleCnt="0"/>
      <dgm:spPr/>
    </dgm:pt>
    <dgm:pt modelId="{A207C99A-26B1-4EAF-BDD6-BFCF06BCD42E}" type="pres">
      <dgm:prSet presAssocID="{84A31C80-1FE0-4754-AF50-EE9A157A60F6}" presName="composite4" presStyleCnt="0"/>
      <dgm:spPr/>
    </dgm:pt>
    <dgm:pt modelId="{E7122916-451F-4F71-B809-118A671FF1E5}" type="pres">
      <dgm:prSet presAssocID="{84A31C80-1FE0-4754-AF50-EE9A157A60F6}" presName="background4" presStyleLbl="node4" presStyleIdx="7" presStyleCnt="18"/>
      <dgm:spPr/>
    </dgm:pt>
    <dgm:pt modelId="{19BED8C5-781F-4015-AE6D-3CDDE6224FD3}" type="pres">
      <dgm:prSet presAssocID="{84A31C80-1FE0-4754-AF50-EE9A157A60F6}" presName="text4" presStyleLbl="fgAcc4" presStyleIdx="7" presStyleCnt="18" custScaleX="119852" custScaleY="248584">
        <dgm:presLayoutVars>
          <dgm:chPref val="3"/>
        </dgm:presLayoutVars>
      </dgm:prSet>
      <dgm:spPr/>
    </dgm:pt>
    <dgm:pt modelId="{80D88D14-C8A1-488D-B1CA-341ABB7F36C5}" type="pres">
      <dgm:prSet presAssocID="{84A31C80-1FE0-4754-AF50-EE9A157A60F6}" presName="hierChild5" presStyleCnt="0"/>
      <dgm:spPr/>
    </dgm:pt>
    <dgm:pt modelId="{645ED8B1-5E96-473B-AA23-D316EBED0923}" type="pres">
      <dgm:prSet presAssocID="{47FA4421-05FC-4814-959A-7D1222FA097E}" presName="Name23" presStyleLbl="parChTrans1D4" presStyleIdx="8" presStyleCnt="18"/>
      <dgm:spPr/>
    </dgm:pt>
    <dgm:pt modelId="{3664CB06-1BF2-4F87-88EC-7F3A613F216A}" type="pres">
      <dgm:prSet presAssocID="{5A62F4D5-3144-46CD-9F40-8843616F1D79}" presName="hierRoot4" presStyleCnt="0"/>
      <dgm:spPr/>
    </dgm:pt>
    <dgm:pt modelId="{CE225D9A-D68F-484B-989A-AE927810BF42}" type="pres">
      <dgm:prSet presAssocID="{5A62F4D5-3144-46CD-9F40-8843616F1D79}" presName="composite4" presStyleCnt="0"/>
      <dgm:spPr/>
    </dgm:pt>
    <dgm:pt modelId="{A8C67FA6-7ABD-4618-B377-927EC3884E24}" type="pres">
      <dgm:prSet presAssocID="{5A62F4D5-3144-46CD-9F40-8843616F1D79}" presName="background4" presStyleLbl="node4" presStyleIdx="8" presStyleCnt="18"/>
      <dgm:spPr/>
    </dgm:pt>
    <dgm:pt modelId="{15C394E3-2F48-457A-8810-B39903F4222F}" type="pres">
      <dgm:prSet presAssocID="{5A62F4D5-3144-46CD-9F40-8843616F1D79}" presName="text4" presStyleLbl="fgAcc4" presStyleIdx="8" presStyleCnt="18" custScaleY="179056">
        <dgm:presLayoutVars>
          <dgm:chPref val="3"/>
        </dgm:presLayoutVars>
      </dgm:prSet>
      <dgm:spPr/>
    </dgm:pt>
    <dgm:pt modelId="{CA9302BB-7C05-470D-89A4-582741ADBBA0}" type="pres">
      <dgm:prSet presAssocID="{5A62F4D5-3144-46CD-9F40-8843616F1D79}" presName="hierChild5" presStyleCnt="0"/>
      <dgm:spPr/>
    </dgm:pt>
    <dgm:pt modelId="{8D4834AA-BE9C-445D-AEB4-FC39536D94E1}" type="pres">
      <dgm:prSet presAssocID="{010C120B-AC4B-4CDB-A3BC-E70DEE42375E}" presName="Name23" presStyleLbl="parChTrans1D4" presStyleIdx="9" presStyleCnt="18"/>
      <dgm:spPr/>
    </dgm:pt>
    <dgm:pt modelId="{CF09EE53-1413-46C2-ADA2-9A14EED231C4}" type="pres">
      <dgm:prSet presAssocID="{268D4E39-0CDB-40D6-B715-717E2E617DEF}" presName="hierRoot4" presStyleCnt="0"/>
      <dgm:spPr/>
    </dgm:pt>
    <dgm:pt modelId="{C5BC64E9-7896-4C8F-99CB-F797682F6EC4}" type="pres">
      <dgm:prSet presAssocID="{268D4E39-0CDB-40D6-B715-717E2E617DEF}" presName="composite4" presStyleCnt="0"/>
      <dgm:spPr/>
    </dgm:pt>
    <dgm:pt modelId="{E9B3408C-50B8-4856-A4C3-CF930E3AC9F0}" type="pres">
      <dgm:prSet presAssocID="{268D4E39-0CDB-40D6-B715-717E2E617DEF}" presName="background4" presStyleLbl="node4" presStyleIdx="9" presStyleCnt="18"/>
      <dgm:spPr/>
    </dgm:pt>
    <dgm:pt modelId="{E304D56B-239A-4D0C-A7D2-813502A91E7F}" type="pres">
      <dgm:prSet presAssocID="{268D4E39-0CDB-40D6-B715-717E2E617DEF}" presName="text4" presStyleLbl="fgAcc4" presStyleIdx="9" presStyleCnt="18" custScaleY="208622">
        <dgm:presLayoutVars>
          <dgm:chPref val="3"/>
        </dgm:presLayoutVars>
      </dgm:prSet>
      <dgm:spPr/>
    </dgm:pt>
    <dgm:pt modelId="{B3F67780-1390-42BA-974B-89B15A64F22E}" type="pres">
      <dgm:prSet presAssocID="{268D4E39-0CDB-40D6-B715-717E2E617DEF}" presName="hierChild5" presStyleCnt="0"/>
      <dgm:spPr/>
    </dgm:pt>
    <dgm:pt modelId="{E8E3A2DF-7361-404C-A61F-02C3FC78834E}" type="pres">
      <dgm:prSet presAssocID="{2D2E37F3-7FF9-4529-BB9C-5F572877A8AB}" presName="Name10" presStyleLbl="parChTrans1D2" presStyleIdx="1" presStyleCnt="3"/>
      <dgm:spPr/>
    </dgm:pt>
    <dgm:pt modelId="{D8957EF7-3CB9-49E5-BD5D-ED4DEFB7F48D}" type="pres">
      <dgm:prSet presAssocID="{D3164122-362F-4780-87EA-5452179970C9}" presName="hierRoot2" presStyleCnt="0"/>
      <dgm:spPr/>
    </dgm:pt>
    <dgm:pt modelId="{4DB13304-2B2F-4ADF-AC29-A572FE68047F}" type="pres">
      <dgm:prSet presAssocID="{D3164122-362F-4780-87EA-5452179970C9}" presName="composite2" presStyleCnt="0"/>
      <dgm:spPr/>
    </dgm:pt>
    <dgm:pt modelId="{C99AF00D-587A-4D2F-9DF3-F086B60B49B6}" type="pres">
      <dgm:prSet presAssocID="{D3164122-362F-4780-87EA-5452179970C9}" presName="background2" presStyleLbl="node2" presStyleIdx="1" presStyleCnt="3"/>
      <dgm:spPr/>
    </dgm:pt>
    <dgm:pt modelId="{24C9B9A5-4725-4D4B-8B2A-6E0660D30F18}" type="pres">
      <dgm:prSet presAssocID="{D3164122-362F-4780-87EA-5452179970C9}" presName="text2" presStyleLbl="fgAcc2" presStyleIdx="1" presStyleCnt="3">
        <dgm:presLayoutVars>
          <dgm:chPref val="3"/>
        </dgm:presLayoutVars>
      </dgm:prSet>
      <dgm:spPr/>
    </dgm:pt>
    <dgm:pt modelId="{ADFE5AE9-6515-4DCB-81BA-C2F2C20F5CEE}" type="pres">
      <dgm:prSet presAssocID="{D3164122-362F-4780-87EA-5452179970C9}" presName="hierChild3" presStyleCnt="0"/>
      <dgm:spPr/>
    </dgm:pt>
    <dgm:pt modelId="{0CDB784D-B2D7-4E33-AB5E-42DED4D3DF95}" type="pres">
      <dgm:prSet presAssocID="{AE66FE3E-D9EC-4BD9-968E-1FDAE6F3B630}" presName="Name17" presStyleLbl="parChTrans1D3" presStyleIdx="2" presStyleCnt="5"/>
      <dgm:spPr/>
    </dgm:pt>
    <dgm:pt modelId="{1E24F256-6879-4031-8DEB-4A56A67D8B76}" type="pres">
      <dgm:prSet presAssocID="{DF406A71-B3C2-4AE6-8AB9-0D8055C5DF58}" presName="hierRoot3" presStyleCnt="0"/>
      <dgm:spPr/>
    </dgm:pt>
    <dgm:pt modelId="{946AF80A-242A-4866-A0A3-F4EE4FEAD3E3}" type="pres">
      <dgm:prSet presAssocID="{DF406A71-B3C2-4AE6-8AB9-0D8055C5DF58}" presName="composite3" presStyleCnt="0"/>
      <dgm:spPr/>
    </dgm:pt>
    <dgm:pt modelId="{A8ABF9B4-AFFB-4B89-A425-BBEDF4894B77}" type="pres">
      <dgm:prSet presAssocID="{DF406A71-B3C2-4AE6-8AB9-0D8055C5DF58}" presName="background3" presStyleLbl="node3" presStyleIdx="2" presStyleCnt="5"/>
      <dgm:spPr/>
    </dgm:pt>
    <dgm:pt modelId="{446059D9-CC56-492D-BFE3-1297E163E248}" type="pres">
      <dgm:prSet presAssocID="{DF406A71-B3C2-4AE6-8AB9-0D8055C5DF58}" presName="text3" presStyleLbl="fgAcc3" presStyleIdx="2" presStyleCnt="5" custScaleX="181299">
        <dgm:presLayoutVars>
          <dgm:chPref val="3"/>
        </dgm:presLayoutVars>
      </dgm:prSet>
      <dgm:spPr/>
    </dgm:pt>
    <dgm:pt modelId="{A4C84C6C-C7E0-4692-AFDA-6E72D6001B0B}" type="pres">
      <dgm:prSet presAssocID="{DF406A71-B3C2-4AE6-8AB9-0D8055C5DF58}" presName="hierChild4" presStyleCnt="0"/>
      <dgm:spPr/>
    </dgm:pt>
    <dgm:pt modelId="{97C435D1-BB08-4A46-BEE0-F112D1C689B4}" type="pres">
      <dgm:prSet presAssocID="{CFB0213E-D365-40F3-9054-6D11DFC6D814}" presName="Name23" presStyleLbl="parChTrans1D4" presStyleIdx="10" presStyleCnt="18"/>
      <dgm:spPr/>
    </dgm:pt>
    <dgm:pt modelId="{C11E8BBD-4861-46F7-BC6A-5AEB8CE643D6}" type="pres">
      <dgm:prSet presAssocID="{0513EC31-AAD5-4437-9EE4-F154488A0BD7}" presName="hierRoot4" presStyleCnt="0"/>
      <dgm:spPr/>
    </dgm:pt>
    <dgm:pt modelId="{DFC26B8E-9B07-42A2-93C9-1BF0B5621432}" type="pres">
      <dgm:prSet presAssocID="{0513EC31-AAD5-4437-9EE4-F154488A0BD7}" presName="composite4" presStyleCnt="0"/>
      <dgm:spPr/>
    </dgm:pt>
    <dgm:pt modelId="{8DAE1D9F-ABE0-4BE8-A7DC-F41ADEE0AB61}" type="pres">
      <dgm:prSet presAssocID="{0513EC31-AAD5-4437-9EE4-F154488A0BD7}" presName="background4" presStyleLbl="node4" presStyleIdx="10" presStyleCnt="18"/>
      <dgm:spPr/>
    </dgm:pt>
    <dgm:pt modelId="{09058E97-2D6D-4460-A61E-5F994535679C}" type="pres">
      <dgm:prSet presAssocID="{0513EC31-AAD5-4437-9EE4-F154488A0BD7}" presName="text4" presStyleLbl="fgAcc4" presStyleIdx="10" presStyleCnt="18" custScaleX="114945" custScaleY="138821">
        <dgm:presLayoutVars>
          <dgm:chPref val="3"/>
        </dgm:presLayoutVars>
      </dgm:prSet>
      <dgm:spPr/>
    </dgm:pt>
    <dgm:pt modelId="{8D1218E8-395E-42C9-B1C0-6C0787840B64}" type="pres">
      <dgm:prSet presAssocID="{0513EC31-AAD5-4437-9EE4-F154488A0BD7}" presName="hierChild5" presStyleCnt="0"/>
      <dgm:spPr/>
    </dgm:pt>
    <dgm:pt modelId="{17B001EF-43E7-4A81-AACC-C07B339B7E2E}" type="pres">
      <dgm:prSet presAssocID="{52253047-0489-4A13-A1AF-649C4DC0F3AE}" presName="Name23" presStyleLbl="parChTrans1D4" presStyleIdx="11" presStyleCnt="18"/>
      <dgm:spPr/>
    </dgm:pt>
    <dgm:pt modelId="{8249328F-A1E9-4F84-A095-183301BECBCC}" type="pres">
      <dgm:prSet presAssocID="{562EACE6-FC7B-4591-94DE-DAFBC20EC355}" presName="hierRoot4" presStyleCnt="0"/>
      <dgm:spPr/>
    </dgm:pt>
    <dgm:pt modelId="{9AFF083F-06E8-4278-A82D-959C56A150EE}" type="pres">
      <dgm:prSet presAssocID="{562EACE6-FC7B-4591-94DE-DAFBC20EC355}" presName="composite4" presStyleCnt="0"/>
      <dgm:spPr/>
    </dgm:pt>
    <dgm:pt modelId="{648F769D-2066-4046-9CF2-1858CA164EA5}" type="pres">
      <dgm:prSet presAssocID="{562EACE6-FC7B-4591-94DE-DAFBC20EC355}" presName="background4" presStyleLbl="node4" presStyleIdx="11" presStyleCnt="18"/>
      <dgm:spPr/>
    </dgm:pt>
    <dgm:pt modelId="{4E021796-B6ED-4381-AC19-E9574AAC2B64}" type="pres">
      <dgm:prSet presAssocID="{562EACE6-FC7B-4591-94DE-DAFBC20EC355}" presName="text4" presStyleLbl="fgAcc4" presStyleIdx="11" presStyleCnt="18" custScaleY="187448">
        <dgm:presLayoutVars>
          <dgm:chPref val="3"/>
        </dgm:presLayoutVars>
      </dgm:prSet>
      <dgm:spPr/>
    </dgm:pt>
    <dgm:pt modelId="{A144A888-5C9A-424F-8FCC-B97F58ADB18C}" type="pres">
      <dgm:prSet presAssocID="{562EACE6-FC7B-4591-94DE-DAFBC20EC355}" presName="hierChild5" presStyleCnt="0"/>
      <dgm:spPr/>
    </dgm:pt>
    <dgm:pt modelId="{DC1818A1-8AB6-473A-A5A4-EA999F57E701}" type="pres">
      <dgm:prSet presAssocID="{D0CD1F33-805C-4A27-97CA-C3DAF4F16E95}" presName="Name23" presStyleLbl="parChTrans1D4" presStyleIdx="12" presStyleCnt="18"/>
      <dgm:spPr/>
    </dgm:pt>
    <dgm:pt modelId="{984723F0-2234-4E84-98C5-60DFCA74ABB2}" type="pres">
      <dgm:prSet presAssocID="{00BCEA8F-F653-44D6-88EA-98CFE7C798AD}" presName="hierRoot4" presStyleCnt="0"/>
      <dgm:spPr/>
    </dgm:pt>
    <dgm:pt modelId="{0317DB76-02A7-4C59-8B80-E0759B3F4380}" type="pres">
      <dgm:prSet presAssocID="{00BCEA8F-F653-44D6-88EA-98CFE7C798AD}" presName="composite4" presStyleCnt="0"/>
      <dgm:spPr/>
    </dgm:pt>
    <dgm:pt modelId="{E541C4D3-3AF5-40A0-80FD-347ECB125216}" type="pres">
      <dgm:prSet presAssocID="{00BCEA8F-F653-44D6-88EA-98CFE7C798AD}" presName="background4" presStyleLbl="node4" presStyleIdx="12" presStyleCnt="18"/>
      <dgm:spPr/>
    </dgm:pt>
    <dgm:pt modelId="{2FB6FAE6-9D9F-492E-ABEC-12E6F3F155BE}" type="pres">
      <dgm:prSet presAssocID="{00BCEA8F-F653-44D6-88EA-98CFE7C798AD}" presName="text4" presStyleLbl="fgAcc4" presStyleIdx="12" presStyleCnt="18" custScaleY="136885">
        <dgm:presLayoutVars>
          <dgm:chPref val="3"/>
        </dgm:presLayoutVars>
      </dgm:prSet>
      <dgm:spPr/>
    </dgm:pt>
    <dgm:pt modelId="{666EFC0D-B25C-4A05-91EF-2ECB498A2309}" type="pres">
      <dgm:prSet presAssocID="{00BCEA8F-F653-44D6-88EA-98CFE7C798AD}" presName="hierChild5" presStyleCnt="0"/>
      <dgm:spPr/>
    </dgm:pt>
    <dgm:pt modelId="{D9AD552E-FC1D-434E-A335-98EF42B4C86D}" type="pres">
      <dgm:prSet presAssocID="{B8CD523F-C125-4FED-9040-AA05AAE6539F}" presName="Name23" presStyleLbl="parChTrans1D4" presStyleIdx="13" presStyleCnt="18"/>
      <dgm:spPr/>
    </dgm:pt>
    <dgm:pt modelId="{279685FB-56E6-4C98-AC48-31C0C78958DD}" type="pres">
      <dgm:prSet presAssocID="{22520C4F-F507-4C3D-AC8A-BB3E73A4F915}" presName="hierRoot4" presStyleCnt="0"/>
      <dgm:spPr/>
    </dgm:pt>
    <dgm:pt modelId="{2CA25493-C730-43FE-9697-FE71E1E44266}" type="pres">
      <dgm:prSet presAssocID="{22520C4F-F507-4C3D-AC8A-BB3E73A4F915}" presName="composite4" presStyleCnt="0"/>
      <dgm:spPr/>
    </dgm:pt>
    <dgm:pt modelId="{E84A5936-E6A8-4F4B-9A83-7B870C875F16}" type="pres">
      <dgm:prSet presAssocID="{22520C4F-F507-4C3D-AC8A-BB3E73A4F915}" presName="background4" presStyleLbl="node4" presStyleIdx="13" presStyleCnt="18"/>
      <dgm:spPr/>
    </dgm:pt>
    <dgm:pt modelId="{6DB0DA46-1BAB-42C2-A7C4-33D5622E2D03}" type="pres">
      <dgm:prSet presAssocID="{22520C4F-F507-4C3D-AC8A-BB3E73A4F915}" presName="text4" presStyleLbl="fgAcc4" presStyleIdx="13" presStyleCnt="18" custScaleY="163446">
        <dgm:presLayoutVars>
          <dgm:chPref val="3"/>
        </dgm:presLayoutVars>
      </dgm:prSet>
      <dgm:spPr/>
    </dgm:pt>
    <dgm:pt modelId="{93CA90D4-9549-488A-BEBC-29EB31045020}" type="pres">
      <dgm:prSet presAssocID="{22520C4F-F507-4C3D-AC8A-BB3E73A4F915}" presName="hierChild5" presStyleCnt="0"/>
      <dgm:spPr/>
    </dgm:pt>
    <dgm:pt modelId="{BAC56988-1386-491E-8938-C9685485574C}" type="pres">
      <dgm:prSet presAssocID="{032E8684-C34A-4B1E-9057-8170360BAFAF}" presName="Name23" presStyleLbl="parChTrans1D4" presStyleIdx="14" presStyleCnt="18"/>
      <dgm:spPr/>
    </dgm:pt>
    <dgm:pt modelId="{DB424721-C508-48F3-ACFA-206175FFF1E9}" type="pres">
      <dgm:prSet presAssocID="{B24432E6-165B-413C-8840-C51C572E5465}" presName="hierRoot4" presStyleCnt="0"/>
      <dgm:spPr/>
    </dgm:pt>
    <dgm:pt modelId="{1CA40EFA-22F5-4CD6-9821-9F985C05BADF}" type="pres">
      <dgm:prSet presAssocID="{B24432E6-165B-413C-8840-C51C572E5465}" presName="composite4" presStyleCnt="0"/>
      <dgm:spPr/>
    </dgm:pt>
    <dgm:pt modelId="{FB66B440-AA4E-46A3-BAC8-0F211619BC38}" type="pres">
      <dgm:prSet presAssocID="{B24432E6-165B-413C-8840-C51C572E5465}" presName="background4" presStyleLbl="node4" presStyleIdx="14" presStyleCnt="18"/>
      <dgm:spPr/>
    </dgm:pt>
    <dgm:pt modelId="{88FF6A0A-51CC-42C6-9F66-A7A8F3AC026E}" type="pres">
      <dgm:prSet presAssocID="{B24432E6-165B-413C-8840-C51C572E5465}" presName="text4" presStyleLbl="fgAcc4" presStyleIdx="14" presStyleCnt="18" custScaleY="202974">
        <dgm:presLayoutVars>
          <dgm:chPref val="3"/>
        </dgm:presLayoutVars>
      </dgm:prSet>
      <dgm:spPr/>
    </dgm:pt>
    <dgm:pt modelId="{4C8B7C56-19C9-488D-A0F7-54B065597211}" type="pres">
      <dgm:prSet presAssocID="{B24432E6-165B-413C-8840-C51C572E5465}" presName="hierChild5" presStyleCnt="0"/>
      <dgm:spPr/>
    </dgm:pt>
    <dgm:pt modelId="{D3F3B892-FA73-4D2F-A520-CBCD94FBA092}" type="pres">
      <dgm:prSet presAssocID="{7CD4D9AA-038E-4AB0-A05A-0F3540D2B4F0}" presName="Name23" presStyleLbl="parChTrans1D4" presStyleIdx="15" presStyleCnt="18"/>
      <dgm:spPr/>
    </dgm:pt>
    <dgm:pt modelId="{58EBDCDC-330D-44A5-AAEB-22A2095080CA}" type="pres">
      <dgm:prSet presAssocID="{52AA8B8A-83AC-475C-BCDE-6198406BCF2D}" presName="hierRoot4" presStyleCnt="0"/>
      <dgm:spPr/>
    </dgm:pt>
    <dgm:pt modelId="{669EE684-F6E5-4412-8483-7663EFCE67EF}" type="pres">
      <dgm:prSet presAssocID="{52AA8B8A-83AC-475C-BCDE-6198406BCF2D}" presName="composite4" presStyleCnt="0"/>
      <dgm:spPr/>
    </dgm:pt>
    <dgm:pt modelId="{89B39358-69F2-4193-9042-E43528B8883B}" type="pres">
      <dgm:prSet presAssocID="{52AA8B8A-83AC-475C-BCDE-6198406BCF2D}" presName="background4" presStyleLbl="node4" presStyleIdx="15" presStyleCnt="18"/>
      <dgm:spPr/>
    </dgm:pt>
    <dgm:pt modelId="{0143F746-8F68-4CD2-B250-8EDF9E90B3D6}" type="pres">
      <dgm:prSet presAssocID="{52AA8B8A-83AC-475C-BCDE-6198406BCF2D}" presName="text4" presStyleLbl="fgAcc4" presStyleIdx="15" presStyleCnt="18" custScaleX="112795" custScaleY="206584">
        <dgm:presLayoutVars>
          <dgm:chPref val="3"/>
        </dgm:presLayoutVars>
      </dgm:prSet>
      <dgm:spPr/>
    </dgm:pt>
    <dgm:pt modelId="{CFEA40F2-6C27-4BAA-9E02-5330A4A781EF}" type="pres">
      <dgm:prSet presAssocID="{52AA8B8A-83AC-475C-BCDE-6198406BCF2D}" presName="hierChild5" presStyleCnt="0"/>
      <dgm:spPr/>
    </dgm:pt>
    <dgm:pt modelId="{B42B82DD-8903-4ADC-BBF8-C33C7DA119BD}" type="pres">
      <dgm:prSet presAssocID="{28936F62-E7AD-40E4-B032-CE9E9A348FA9}" presName="Name23" presStyleLbl="parChTrans1D4" presStyleIdx="16" presStyleCnt="18"/>
      <dgm:spPr/>
    </dgm:pt>
    <dgm:pt modelId="{3835AB44-BD41-45CC-A967-12E1A159A330}" type="pres">
      <dgm:prSet presAssocID="{192A8348-DEA3-487C-91D6-F1498586A4BC}" presName="hierRoot4" presStyleCnt="0"/>
      <dgm:spPr/>
    </dgm:pt>
    <dgm:pt modelId="{DD78A782-FD25-4B35-AEC4-EC306701D056}" type="pres">
      <dgm:prSet presAssocID="{192A8348-DEA3-487C-91D6-F1498586A4BC}" presName="composite4" presStyleCnt="0"/>
      <dgm:spPr/>
    </dgm:pt>
    <dgm:pt modelId="{0A81C4EB-7780-4229-9EB4-19924D58645C}" type="pres">
      <dgm:prSet presAssocID="{192A8348-DEA3-487C-91D6-F1498586A4BC}" presName="background4" presStyleLbl="node4" presStyleIdx="16" presStyleCnt="18"/>
      <dgm:spPr/>
    </dgm:pt>
    <dgm:pt modelId="{E42356FF-58C7-440A-B959-C30985DFBEE3}" type="pres">
      <dgm:prSet presAssocID="{192A8348-DEA3-487C-91D6-F1498586A4BC}" presName="text4" presStyleLbl="fgAcc4" presStyleIdx="16" presStyleCnt="18" custScaleY="169093">
        <dgm:presLayoutVars>
          <dgm:chPref val="3"/>
        </dgm:presLayoutVars>
      </dgm:prSet>
      <dgm:spPr/>
    </dgm:pt>
    <dgm:pt modelId="{7715AAAA-BAAF-419F-A2A8-9B22B847B133}" type="pres">
      <dgm:prSet presAssocID="{192A8348-DEA3-487C-91D6-F1498586A4BC}" presName="hierChild5" presStyleCnt="0"/>
      <dgm:spPr/>
    </dgm:pt>
    <dgm:pt modelId="{BD27327A-06BF-435F-8CB3-6A761FDEB7BB}" type="pres">
      <dgm:prSet presAssocID="{EDA735B4-803E-46FC-824B-ACE907A50C97}" presName="Name17" presStyleLbl="parChTrans1D3" presStyleIdx="3" presStyleCnt="5"/>
      <dgm:spPr/>
    </dgm:pt>
    <dgm:pt modelId="{E60FEF18-BCBB-43CD-A5A6-0DD55DB78C3F}" type="pres">
      <dgm:prSet presAssocID="{0A6511AE-F9DE-48E7-9EB3-8B12207F7B10}" presName="hierRoot3" presStyleCnt="0"/>
      <dgm:spPr/>
    </dgm:pt>
    <dgm:pt modelId="{5EF20D70-0105-455B-8986-D1BF133A1224}" type="pres">
      <dgm:prSet presAssocID="{0A6511AE-F9DE-48E7-9EB3-8B12207F7B10}" presName="composite3" presStyleCnt="0"/>
      <dgm:spPr/>
    </dgm:pt>
    <dgm:pt modelId="{47C1611A-EDE7-4C57-BCEA-3C5CC43D2E79}" type="pres">
      <dgm:prSet presAssocID="{0A6511AE-F9DE-48E7-9EB3-8B12207F7B10}" presName="background3" presStyleLbl="node3" presStyleIdx="3" presStyleCnt="5"/>
      <dgm:spPr/>
    </dgm:pt>
    <dgm:pt modelId="{45CB2D9B-2243-4B5A-AEA2-98DDC4085B53}" type="pres">
      <dgm:prSet presAssocID="{0A6511AE-F9DE-48E7-9EB3-8B12207F7B10}" presName="text3" presStyleLbl="fgAcc3" presStyleIdx="3" presStyleCnt="5" custScaleX="173277">
        <dgm:presLayoutVars>
          <dgm:chPref val="3"/>
        </dgm:presLayoutVars>
      </dgm:prSet>
      <dgm:spPr/>
    </dgm:pt>
    <dgm:pt modelId="{DC6D1A84-77D5-43D3-B281-C7C32047BC23}" type="pres">
      <dgm:prSet presAssocID="{0A6511AE-F9DE-48E7-9EB3-8B12207F7B10}" presName="hierChild4" presStyleCnt="0"/>
      <dgm:spPr/>
    </dgm:pt>
    <dgm:pt modelId="{E525DCC1-3BC7-47D1-AC65-301B5222563F}" type="pres">
      <dgm:prSet presAssocID="{A92D2089-C1CC-417A-BADF-B25EA19CCCA9}" presName="Name23" presStyleLbl="parChTrans1D4" presStyleIdx="17" presStyleCnt="18"/>
      <dgm:spPr/>
    </dgm:pt>
    <dgm:pt modelId="{BC435716-F7E3-4985-81DC-41E888057E59}" type="pres">
      <dgm:prSet presAssocID="{A5B832BC-031F-4639-8F8A-3944F0CDFD20}" presName="hierRoot4" presStyleCnt="0"/>
      <dgm:spPr/>
    </dgm:pt>
    <dgm:pt modelId="{2FC41D7C-C8B8-4AFC-BC78-802B614C9F74}" type="pres">
      <dgm:prSet presAssocID="{A5B832BC-031F-4639-8F8A-3944F0CDFD20}" presName="composite4" presStyleCnt="0"/>
      <dgm:spPr/>
    </dgm:pt>
    <dgm:pt modelId="{8C1FFC2C-1870-4ACF-B3DD-F6BD7876679C}" type="pres">
      <dgm:prSet presAssocID="{A5B832BC-031F-4639-8F8A-3944F0CDFD20}" presName="background4" presStyleLbl="node4" presStyleIdx="17" presStyleCnt="18"/>
      <dgm:spPr/>
    </dgm:pt>
    <dgm:pt modelId="{3440022A-236A-4742-BC0C-6B63B7BC556B}" type="pres">
      <dgm:prSet presAssocID="{A5B832BC-031F-4639-8F8A-3944F0CDFD20}" presName="text4" presStyleLbl="fgAcc4" presStyleIdx="17" presStyleCnt="18" custScaleY="201973" custLinFactY="46301" custLinFactNeighborX="3925" custLinFactNeighborY="100000">
        <dgm:presLayoutVars>
          <dgm:chPref val="3"/>
        </dgm:presLayoutVars>
      </dgm:prSet>
      <dgm:spPr/>
    </dgm:pt>
    <dgm:pt modelId="{3C19709A-4105-4C9A-BAFB-155F11B29109}" type="pres">
      <dgm:prSet presAssocID="{A5B832BC-031F-4639-8F8A-3944F0CDFD20}" presName="hierChild5" presStyleCnt="0"/>
      <dgm:spPr/>
    </dgm:pt>
    <dgm:pt modelId="{9E87AAC7-8FA1-409C-B59B-DAC474A3D7F6}" type="pres">
      <dgm:prSet presAssocID="{75BD56C0-FF3C-48A9-BEB3-10EBF2FC0C71}" presName="Name10" presStyleLbl="parChTrans1D2" presStyleIdx="2" presStyleCnt="3"/>
      <dgm:spPr/>
    </dgm:pt>
    <dgm:pt modelId="{FEF2345E-B4B3-4E99-9388-336871168A0D}" type="pres">
      <dgm:prSet presAssocID="{E79CF8BC-1C1A-4A8F-B396-55A629151831}" presName="hierRoot2" presStyleCnt="0"/>
      <dgm:spPr/>
    </dgm:pt>
    <dgm:pt modelId="{4A4057BD-2F30-4775-8ABE-72BEA8D32653}" type="pres">
      <dgm:prSet presAssocID="{E79CF8BC-1C1A-4A8F-B396-55A629151831}" presName="composite2" presStyleCnt="0"/>
      <dgm:spPr/>
    </dgm:pt>
    <dgm:pt modelId="{5EFDDE5A-6F9D-46CC-B23E-F60ECB0E7FB3}" type="pres">
      <dgm:prSet presAssocID="{E79CF8BC-1C1A-4A8F-B396-55A629151831}" presName="background2" presStyleLbl="node2" presStyleIdx="2" presStyleCnt="3"/>
      <dgm:spPr/>
    </dgm:pt>
    <dgm:pt modelId="{E4CBA675-5A23-4057-8F16-C25872D649DA}" type="pres">
      <dgm:prSet presAssocID="{E79CF8BC-1C1A-4A8F-B396-55A629151831}" presName="text2" presStyleLbl="fgAcc2" presStyleIdx="2" presStyleCnt="3" custScaleX="177025">
        <dgm:presLayoutVars>
          <dgm:chPref val="3"/>
        </dgm:presLayoutVars>
      </dgm:prSet>
      <dgm:spPr/>
    </dgm:pt>
    <dgm:pt modelId="{4EEB33F1-6AAA-4CCB-B7CE-F79BC615F05F}" type="pres">
      <dgm:prSet presAssocID="{E79CF8BC-1C1A-4A8F-B396-55A629151831}" presName="hierChild3" presStyleCnt="0"/>
      <dgm:spPr/>
    </dgm:pt>
    <dgm:pt modelId="{82E2CC74-6ABE-4BD3-943F-73DE1FEB3111}" type="pres">
      <dgm:prSet presAssocID="{DE1AD62E-E082-436D-9A97-63321B4A7612}" presName="Name17" presStyleLbl="parChTrans1D3" presStyleIdx="4" presStyleCnt="5"/>
      <dgm:spPr/>
    </dgm:pt>
    <dgm:pt modelId="{867A494C-826F-4A64-A889-A21EE7C547D3}" type="pres">
      <dgm:prSet presAssocID="{C9ACDB2E-5201-482E-BCF7-D69DA68C9F89}" presName="hierRoot3" presStyleCnt="0"/>
      <dgm:spPr/>
    </dgm:pt>
    <dgm:pt modelId="{870E5C4A-3039-47B9-B03E-0BEEC5B70F6E}" type="pres">
      <dgm:prSet presAssocID="{C9ACDB2E-5201-482E-BCF7-D69DA68C9F89}" presName="composite3" presStyleCnt="0"/>
      <dgm:spPr/>
    </dgm:pt>
    <dgm:pt modelId="{9A1D49D8-154A-4D1B-8DEF-0F840E31818F}" type="pres">
      <dgm:prSet presAssocID="{C9ACDB2E-5201-482E-BCF7-D69DA68C9F89}" presName="background3" presStyleLbl="node3" presStyleIdx="4" presStyleCnt="5"/>
      <dgm:spPr/>
    </dgm:pt>
    <dgm:pt modelId="{27B970F7-5AA8-4DC5-AB98-FA6D447E05B9}" type="pres">
      <dgm:prSet presAssocID="{C9ACDB2E-5201-482E-BCF7-D69DA68C9F89}" presName="text3" presStyleLbl="fgAcc3" presStyleIdx="4" presStyleCnt="5" custScaleX="125058" custScaleY="264615" custLinFactY="100000" custLinFactNeighborX="3269" custLinFactNeighborY="194662">
        <dgm:presLayoutVars>
          <dgm:chPref val="3"/>
        </dgm:presLayoutVars>
      </dgm:prSet>
      <dgm:spPr/>
    </dgm:pt>
    <dgm:pt modelId="{AC626106-6C88-46F4-A99D-80B02ED12ECA}" type="pres">
      <dgm:prSet presAssocID="{C9ACDB2E-5201-482E-BCF7-D69DA68C9F89}" presName="hierChild4" presStyleCnt="0"/>
      <dgm:spPr/>
    </dgm:pt>
  </dgm:ptLst>
  <dgm:cxnLst>
    <dgm:cxn modelId="{759F1201-9E9F-4349-89DB-E512E44CBE0D}" srcId="{41C92E46-08EE-4CE1-B0AF-A6E59FEC40B6}" destId="{C7F9B29B-48B0-4B3C-ACCA-998A7002C2B6}" srcOrd="0" destOrd="0" parTransId="{17DB124A-9C1A-4AB0-9B6D-52C56C9BAF61}" sibTransId="{6566DB26-19C9-4E70-92C0-FD3EE1CBFE17}"/>
    <dgm:cxn modelId="{E7E7C302-41AE-47E0-A139-6C3B1BABF28C}" srcId="{DF406A71-B3C2-4AE6-8AB9-0D8055C5DF58}" destId="{52AA8B8A-83AC-475C-BCDE-6198406BCF2D}" srcOrd="2" destOrd="0" parTransId="{7CD4D9AA-038E-4AB0-A05A-0F3540D2B4F0}" sibTransId="{84FF4F00-7A11-40A7-93E9-FD531293D9DC}"/>
    <dgm:cxn modelId="{073CF303-8103-4797-BEB4-606AD9BEA295}" srcId="{D3164122-362F-4780-87EA-5452179970C9}" destId="{0A6511AE-F9DE-48E7-9EB3-8B12207F7B10}" srcOrd="1" destOrd="0" parTransId="{EDA735B4-803E-46FC-824B-ACE907A50C97}" sibTransId="{5EE1AA29-1C27-4D95-8748-0B702C1312E2}"/>
    <dgm:cxn modelId="{62E39605-3E59-4759-9717-14D7234569D8}" type="presOf" srcId="{22520C4F-F507-4C3D-AC8A-BB3E73A4F915}" destId="{6DB0DA46-1BAB-42C2-A7C4-33D5622E2D03}" srcOrd="0" destOrd="0" presId="urn:microsoft.com/office/officeart/2005/8/layout/hierarchy1"/>
    <dgm:cxn modelId="{D20D2A07-8B07-4DB9-B3A9-B93C80521383}" type="presOf" srcId="{A92D2089-C1CC-417A-BADF-B25EA19CCCA9}" destId="{E525DCC1-3BC7-47D1-AC65-301B5222563F}" srcOrd="0" destOrd="0" presId="urn:microsoft.com/office/officeart/2005/8/layout/hierarchy1"/>
    <dgm:cxn modelId="{3AB35507-5D11-4EDD-906C-524CA3D71581}" type="presOf" srcId="{0A6511AE-F9DE-48E7-9EB3-8B12207F7B10}" destId="{45CB2D9B-2243-4B5A-AEA2-98DDC4085B53}" srcOrd="0" destOrd="0" presId="urn:microsoft.com/office/officeart/2005/8/layout/hierarchy1"/>
    <dgm:cxn modelId="{0D08FC08-9400-447A-B0EF-77700C35ABC2}" type="presOf" srcId="{9640E334-9480-4A84-BC70-D24BCF153D52}" destId="{CDDF574B-1D82-4FB8-8077-5F85A7CEF7B9}" srcOrd="0" destOrd="0" presId="urn:microsoft.com/office/officeart/2005/8/layout/hierarchy1"/>
    <dgm:cxn modelId="{7CB04309-162B-4AB6-BCF3-D0CB43E43FB2}" srcId="{00BCEA8F-F653-44D6-88EA-98CFE7C798AD}" destId="{B24432E6-165B-413C-8840-C51C572E5465}" srcOrd="1" destOrd="0" parTransId="{032E8684-C34A-4B1E-9057-8170360BAFAF}" sibTransId="{8CCAC0A4-7A04-44AE-AEBA-C56890E35A9E}"/>
    <dgm:cxn modelId="{2FC09E09-8682-4480-980F-95F6E492E1E9}" srcId="{0AF064BC-4EDA-444F-988F-3ABD24DC688B}" destId="{E79CF8BC-1C1A-4A8F-B396-55A629151831}" srcOrd="2" destOrd="0" parTransId="{75BD56C0-FF3C-48A9-BEB3-10EBF2FC0C71}" sibTransId="{1C86DAB6-B300-44C7-A218-90441DA0E67B}"/>
    <dgm:cxn modelId="{BA04FC0A-F50F-4EF7-999C-E6CDCF9F3479}" type="presOf" srcId="{5A62F4D5-3144-46CD-9F40-8843616F1D79}" destId="{15C394E3-2F48-457A-8810-B39903F4222F}" srcOrd="0" destOrd="0" presId="urn:microsoft.com/office/officeart/2005/8/layout/hierarchy1"/>
    <dgm:cxn modelId="{F468680C-47BB-4038-8B9D-9F2B42857069}" type="presOf" srcId="{84A31C80-1FE0-4754-AF50-EE9A157A60F6}" destId="{19BED8C5-781F-4015-AE6D-3CDDE6224FD3}" srcOrd="0" destOrd="0" presId="urn:microsoft.com/office/officeart/2005/8/layout/hierarchy1"/>
    <dgm:cxn modelId="{C7BF0E12-1FBD-4797-B08D-ED303FBCC745}" srcId="{DF406A71-B3C2-4AE6-8AB9-0D8055C5DF58}" destId="{0513EC31-AAD5-4437-9EE4-F154488A0BD7}" srcOrd="0" destOrd="0" parTransId="{CFB0213E-D365-40F3-9054-6D11DFC6D814}" sibTransId="{82A08F32-08F0-4D78-A5A8-52ED076FE9CD}"/>
    <dgm:cxn modelId="{B6A62B12-9934-447E-8549-CC404711AD7D}" type="presOf" srcId="{C9ACDB2E-5201-482E-BCF7-D69DA68C9F89}" destId="{27B970F7-5AA8-4DC5-AB98-FA6D447E05B9}" srcOrd="0" destOrd="0" presId="urn:microsoft.com/office/officeart/2005/8/layout/hierarchy1"/>
    <dgm:cxn modelId="{90484F18-79E9-40E2-BEF3-29380C05DF99}" type="presOf" srcId="{00C11182-5807-44AB-9985-431CAC2E5275}" destId="{5B81F4FF-90E0-473F-AA26-0933966D080F}" srcOrd="0" destOrd="0" presId="urn:microsoft.com/office/officeart/2005/8/layout/hierarchy1"/>
    <dgm:cxn modelId="{E1A38119-E4B5-46F5-8956-95863616365C}" type="presOf" srcId="{00BCEA8F-F653-44D6-88EA-98CFE7C798AD}" destId="{2FB6FAE6-9D9F-492E-ABEC-12E6F3F155BE}" srcOrd="0" destOrd="0" presId="urn:microsoft.com/office/officeart/2005/8/layout/hierarchy1"/>
    <dgm:cxn modelId="{E42F6B24-4A58-44BC-B8C2-3E53E30040E4}" srcId="{0AF064BC-4EDA-444F-988F-3ABD24DC688B}" destId="{41C92E46-08EE-4CE1-B0AF-A6E59FEC40B6}" srcOrd="0" destOrd="0" parTransId="{286327CA-ACE8-4653-9998-D88FA69E35F5}" sibTransId="{70B076B7-3E89-4805-A144-E68838E10A2E}"/>
    <dgm:cxn modelId="{73A00727-ADEC-475E-9709-504AA6425822}" srcId="{D3164122-362F-4780-87EA-5452179970C9}" destId="{DF406A71-B3C2-4AE6-8AB9-0D8055C5DF58}" srcOrd="0" destOrd="0" parTransId="{AE66FE3E-D9EC-4BD9-968E-1FDAE6F3B630}" sibTransId="{02FC9910-B082-4CDD-8A3D-079A791A92D6}"/>
    <dgm:cxn modelId="{A6F8C229-478F-4139-A64A-7F87EDCF89AF}" type="presOf" srcId="{47FA4421-05FC-4814-959A-7D1222FA097E}" destId="{645ED8B1-5E96-473B-AA23-D316EBED0923}" srcOrd="0" destOrd="0" presId="urn:microsoft.com/office/officeart/2005/8/layout/hierarchy1"/>
    <dgm:cxn modelId="{83D7CF2A-8ED3-48A2-9C63-B549421EEAEB}" type="presOf" srcId="{0AF064BC-4EDA-444F-988F-3ABD24DC688B}" destId="{ADADA60F-19B2-4074-B728-71723E606108}" srcOrd="0" destOrd="0" presId="urn:microsoft.com/office/officeart/2005/8/layout/hierarchy1"/>
    <dgm:cxn modelId="{0DB7442C-1A62-4772-84D4-E6AD39EFD46A}" type="presOf" srcId="{6CBE605A-6D5A-481F-A89F-96253053BC8F}" destId="{9527C100-3346-4D8C-AEF2-3493117146B9}" srcOrd="0" destOrd="0" presId="urn:microsoft.com/office/officeart/2005/8/layout/hierarchy1"/>
    <dgm:cxn modelId="{C3A14530-C2F5-4C58-8B88-3B5127F10CE8}" type="presOf" srcId="{526D28C0-141A-4DC8-9BED-57A1F0807525}" destId="{F59AEC80-C586-41AF-BAD5-BA797DDE0228}" srcOrd="0" destOrd="0" presId="urn:microsoft.com/office/officeart/2005/8/layout/hierarchy1"/>
    <dgm:cxn modelId="{9E04F631-05C7-42E5-A4B3-D7C679F7AC1B}" type="presOf" srcId="{268D4E39-0CDB-40D6-B715-717E2E617DEF}" destId="{E304D56B-239A-4D0C-A7D2-813502A91E7F}" srcOrd="0" destOrd="0" presId="urn:microsoft.com/office/officeart/2005/8/layout/hierarchy1"/>
    <dgm:cxn modelId="{D8E7D135-7D5C-44D7-8F97-AEA6C5C95601}" type="presOf" srcId="{A53CC60E-10C3-415E-93A8-9C128720BE0A}" destId="{7618D471-BC2F-4BBB-A5F6-A73C03F07BA5}" srcOrd="0" destOrd="0" presId="urn:microsoft.com/office/officeart/2005/8/layout/hierarchy1"/>
    <dgm:cxn modelId="{C46C6D37-9A27-46A6-96B0-2A5AFD32C6D7}" srcId="{773620B6-72BD-4AA7-AD3E-C840BE0AB8D5}" destId="{45A1285D-03E2-4FC5-B63F-CC73CA1A4BEE}" srcOrd="0" destOrd="0" parTransId="{EC686701-50BE-4237-AA68-42564EA1EB32}" sibTransId="{AC3DA7D4-B83A-4B35-A29C-D18EB3BC8726}"/>
    <dgm:cxn modelId="{0B742D3E-C99E-4BDA-8DD0-B802E41F3CC4}" type="presOf" srcId="{DF9BBC3C-0CDC-47A3-8442-253F6FB492D9}" destId="{E16E5A0E-C98A-486A-A822-BCB1515D6D73}" srcOrd="0" destOrd="0" presId="urn:microsoft.com/office/officeart/2005/8/layout/hierarchy1"/>
    <dgm:cxn modelId="{0C98A13E-78A1-4CEB-9235-EFA838848E2D}" type="presOf" srcId="{C670D8F7-BD99-49EB-9E63-876022F745D6}" destId="{924979AF-3A37-49B4-8161-920557516DF4}" srcOrd="0" destOrd="0" presId="urn:microsoft.com/office/officeart/2005/8/layout/hierarchy1"/>
    <dgm:cxn modelId="{E48D3E5B-1D73-4B3A-B031-2525AAA303DF}" type="presOf" srcId="{DF406A71-B3C2-4AE6-8AB9-0D8055C5DF58}" destId="{446059D9-CC56-492D-BFE3-1297E163E248}" srcOrd="0" destOrd="0" presId="urn:microsoft.com/office/officeart/2005/8/layout/hierarchy1"/>
    <dgm:cxn modelId="{D8B92F5C-3928-4032-9F53-5507E9E15785}" srcId="{0513EC31-AAD5-4437-9EE4-F154488A0BD7}" destId="{562EACE6-FC7B-4591-94DE-DAFBC20EC355}" srcOrd="0" destOrd="0" parTransId="{52253047-0489-4A13-A1AF-649C4DC0F3AE}" sibTransId="{C2E82E2E-12E2-45C2-B612-0E2F55E1579E}"/>
    <dgm:cxn modelId="{10F4705C-6D94-4FB0-B4A1-CF0CB6B7E599}" srcId="{C7F9B29B-48B0-4B3C-ACCA-998A7002C2B6}" destId="{7A90E594-363B-402B-A060-DC5DAA2D68D4}" srcOrd="1" destOrd="0" parTransId="{9469052E-40C3-4755-9A73-167758021D10}" sibTransId="{02C2E2F2-40B4-4430-9534-FE1C13152C7E}"/>
    <dgm:cxn modelId="{78590962-33E2-46A5-A11B-198490289107}" type="presOf" srcId="{B24432E6-165B-413C-8840-C51C572E5465}" destId="{88FF6A0A-51CC-42C6-9F66-A7A8F3AC026E}" srcOrd="0" destOrd="0" presId="urn:microsoft.com/office/officeart/2005/8/layout/hierarchy1"/>
    <dgm:cxn modelId="{3B50E045-A860-4FB0-A125-C0775CBF04A4}" type="presOf" srcId="{9469052E-40C3-4755-9A73-167758021D10}" destId="{4DDB5832-6258-4634-B0DA-4E3D86752BE0}" srcOrd="0" destOrd="0" presId="urn:microsoft.com/office/officeart/2005/8/layout/hierarchy1"/>
    <dgm:cxn modelId="{32CBBE48-EE62-47DA-AA21-84FCE66839A8}" type="presOf" srcId="{28936F62-E7AD-40E4-B032-CE9E9A348FA9}" destId="{B42B82DD-8903-4ADC-BBF8-C33C7DA119BD}" srcOrd="0" destOrd="0" presId="urn:microsoft.com/office/officeart/2005/8/layout/hierarchy1"/>
    <dgm:cxn modelId="{2A7BBA6A-9DC8-45F5-AAA6-F0D2F5D6270C}" type="presOf" srcId="{17DB124A-9C1A-4AB0-9B6D-52C56C9BAF61}" destId="{05C2727E-D197-4DD7-81D1-57296E128183}" srcOrd="0" destOrd="0" presId="urn:microsoft.com/office/officeart/2005/8/layout/hierarchy1"/>
    <dgm:cxn modelId="{9BF5C84A-6BED-4CB4-B47B-D4DAF04063AB}" type="presOf" srcId="{DE1AD62E-E082-436D-9A97-63321B4A7612}" destId="{82E2CC74-6ABE-4BD3-943F-73DE1FEB3111}" srcOrd="0" destOrd="0" presId="urn:microsoft.com/office/officeart/2005/8/layout/hierarchy1"/>
    <dgm:cxn modelId="{53F04D4F-8AAB-49D0-AD9B-2864006667AA}" srcId="{00C11182-5807-44AB-9985-431CAC2E5275}" destId="{C670D8F7-BD99-49EB-9E63-876022F745D6}" srcOrd="0" destOrd="0" parTransId="{3B9BE9A6-0E02-421D-B781-839188EF02AD}" sibTransId="{F9016663-845B-421E-BF72-43F127870D87}"/>
    <dgm:cxn modelId="{0256B451-2A48-4808-9457-92BA3FB4FC22}" type="presOf" srcId="{2D2E37F3-7FF9-4529-BB9C-5F572877A8AB}" destId="{E8E3A2DF-7361-404C-A61F-02C3FC78834E}" srcOrd="0" destOrd="0" presId="urn:microsoft.com/office/officeart/2005/8/layout/hierarchy1"/>
    <dgm:cxn modelId="{4D79CA51-617D-41F5-8C87-497F0B407CE0}" type="presOf" srcId="{7A90E594-363B-402B-A060-DC5DAA2D68D4}" destId="{99B99B29-7B4C-4D52-98EB-EB40583810FE}" srcOrd="0" destOrd="0" presId="urn:microsoft.com/office/officeart/2005/8/layout/hierarchy1"/>
    <dgm:cxn modelId="{B184B353-9DCD-4C0D-B267-F31A57F47037}" srcId="{C7F9B29B-48B0-4B3C-ACCA-998A7002C2B6}" destId="{00C11182-5807-44AB-9985-431CAC2E5275}" srcOrd="2" destOrd="0" parTransId="{4D70C2E6-4F2B-40B4-98FC-0991C8A7645E}" sibTransId="{56F6BA3C-CE1E-46DD-B7C7-9B91B5B3A478}"/>
    <dgm:cxn modelId="{8BAB527A-BC46-4A72-81DE-FD40C698BD20}" srcId="{DF406A71-B3C2-4AE6-8AB9-0D8055C5DF58}" destId="{00BCEA8F-F653-44D6-88EA-98CFE7C798AD}" srcOrd="1" destOrd="0" parTransId="{D0CD1F33-805C-4A27-97CA-C3DAF4F16E95}" sibTransId="{C1D04897-9445-4127-9423-9166C2DA4AEE}"/>
    <dgm:cxn modelId="{3DD8C27A-4DAF-48BB-8481-2C7CA7FF3472}" type="presOf" srcId="{CFB0213E-D365-40F3-9054-6D11DFC6D814}" destId="{97C435D1-BB08-4A46-BEE0-F112D1C689B4}" srcOrd="0" destOrd="0" presId="urn:microsoft.com/office/officeart/2005/8/layout/hierarchy1"/>
    <dgm:cxn modelId="{D50B5B7E-0B00-4351-B2F8-C3F25D6D6427}" type="presOf" srcId="{7CD4D9AA-038E-4AB0-A05A-0F3540D2B4F0}" destId="{D3F3B892-FA73-4D2F-A520-CBCD94FBA092}" srcOrd="0" destOrd="0" presId="urn:microsoft.com/office/officeart/2005/8/layout/hierarchy1"/>
    <dgm:cxn modelId="{D274427F-29A6-4DC7-B664-09E240A10C1E}" type="presOf" srcId="{773620B6-72BD-4AA7-AD3E-C840BE0AB8D5}" destId="{EBC58B70-D1C5-47CF-B55B-1F05A54A9968}" srcOrd="0" destOrd="0" presId="urn:microsoft.com/office/officeart/2005/8/layout/hierarchy1"/>
    <dgm:cxn modelId="{4792537F-5B94-401A-8867-D8104230E0DE}" type="presOf" srcId="{126DD4E3-A4E4-476A-B60E-A35A6BA727B2}" destId="{629D5326-99B1-4621-B91F-43D37B11416E}" srcOrd="0" destOrd="0" presId="urn:microsoft.com/office/officeart/2005/8/layout/hierarchy1"/>
    <dgm:cxn modelId="{17BB5E80-9FC5-4789-A35A-C3A8C991778B}" type="presOf" srcId="{52253047-0489-4A13-A1AF-649C4DC0F3AE}" destId="{17B001EF-43E7-4A81-AACC-C07B339B7E2E}" srcOrd="0" destOrd="0" presId="urn:microsoft.com/office/officeart/2005/8/layout/hierarchy1"/>
    <dgm:cxn modelId="{F6E8CA80-686F-447F-A1A3-6F653AE3AA4A}" srcId="{773620B6-72BD-4AA7-AD3E-C840BE0AB8D5}" destId="{5A62F4D5-3144-46CD-9F40-8843616F1D79}" srcOrd="1" destOrd="0" parTransId="{47FA4421-05FC-4814-959A-7D1222FA097E}" sibTransId="{1A585383-E495-4F8C-993D-6BF4EADA7021}"/>
    <dgm:cxn modelId="{084B4786-17F5-4980-91BF-D8A2F0E7070E}" type="presOf" srcId="{52AA8B8A-83AC-475C-BCDE-6198406BCF2D}" destId="{0143F746-8F68-4CD2-B250-8EDF9E90B3D6}" srcOrd="0" destOrd="0" presId="urn:microsoft.com/office/officeart/2005/8/layout/hierarchy1"/>
    <dgm:cxn modelId="{2D39C387-C30E-4F61-9DCF-1A3FA45F2292}" type="presOf" srcId="{E79CF8BC-1C1A-4A8F-B396-55A629151831}" destId="{E4CBA675-5A23-4057-8F16-C25872D649DA}" srcOrd="0" destOrd="0" presId="urn:microsoft.com/office/officeart/2005/8/layout/hierarchy1"/>
    <dgm:cxn modelId="{91A93595-6A85-4238-A39C-FB73A08B9F8A}" type="presOf" srcId="{562EACE6-FC7B-4591-94DE-DAFBC20EC355}" destId="{4E021796-B6ED-4381-AC19-E9574AAC2B64}" srcOrd="0" destOrd="0" presId="urn:microsoft.com/office/officeart/2005/8/layout/hierarchy1"/>
    <dgm:cxn modelId="{7BD24399-7CB6-47B1-BB80-B418991CAAAC}" type="presOf" srcId="{286327CA-ACE8-4653-9998-D88FA69E35F5}" destId="{54C5C67C-4C45-4216-A95E-F6F65EC96C8D}" srcOrd="0" destOrd="0" presId="urn:microsoft.com/office/officeart/2005/8/layout/hierarchy1"/>
    <dgm:cxn modelId="{DA508CA0-6379-4D18-A362-082C16F5F112}" type="presOf" srcId="{EDA735B4-803E-46FC-824B-ACE907A50C97}" destId="{BD27327A-06BF-435F-8CB3-6A761FDEB7BB}" srcOrd="0" destOrd="0" presId="urn:microsoft.com/office/officeart/2005/8/layout/hierarchy1"/>
    <dgm:cxn modelId="{BA88FDA5-011F-4002-B4A4-151DF55876E7}" srcId="{41C92E46-08EE-4CE1-B0AF-A6E59FEC40B6}" destId="{773620B6-72BD-4AA7-AD3E-C840BE0AB8D5}" srcOrd="1" destOrd="0" parTransId="{DF9BBC3C-0CDC-47A3-8442-253F6FB492D9}" sibTransId="{175EAD08-F79E-4105-A06D-E5ABC96BE0E9}"/>
    <dgm:cxn modelId="{3CF05EA6-1F5B-453D-B07B-3702D04B7637}" type="presOf" srcId="{B8CD523F-C125-4FED-9040-AA05AAE6539F}" destId="{D9AD552E-FC1D-434E-A335-98EF42B4C86D}" srcOrd="0" destOrd="0" presId="urn:microsoft.com/office/officeart/2005/8/layout/hierarchy1"/>
    <dgm:cxn modelId="{4C6E49A7-90D0-4E27-9BCD-4101E185979C}" srcId="{45A1285D-03E2-4FC5-B63F-CC73CA1A4BEE}" destId="{84A31C80-1FE0-4754-AF50-EE9A157A60F6}" srcOrd="0" destOrd="0" parTransId="{77A40671-9BCE-464B-8290-9F8E4615F3E3}" sibTransId="{FA6C771B-2C35-42C9-B948-47B2DCC922B6}"/>
    <dgm:cxn modelId="{59F13BAA-A57E-4FB8-B783-6EB032129A0C}" type="presOf" srcId="{010C120B-AC4B-4CDB-A3BC-E70DEE42375E}" destId="{8D4834AA-BE9C-445D-AEB4-FC39536D94E1}" srcOrd="0" destOrd="0" presId="urn:microsoft.com/office/officeart/2005/8/layout/hierarchy1"/>
    <dgm:cxn modelId="{88A0BAAD-E6D6-4C33-A412-89050EFF5A33}" srcId="{0A6511AE-F9DE-48E7-9EB3-8B12207F7B10}" destId="{A5B832BC-031F-4639-8F8A-3944F0CDFD20}" srcOrd="0" destOrd="0" parTransId="{A92D2089-C1CC-417A-BADF-B25EA19CCCA9}" sibTransId="{362836F0-F6BA-4C0A-B1F4-A9232C13FF31}"/>
    <dgm:cxn modelId="{68C526B2-AD33-472F-BED7-3C6CF5308B84}" type="presOf" srcId="{75BD56C0-FF3C-48A9-BEB3-10EBF2FC0C71}" destId="{9E87AAC7-8FA1-409C-B59B-DAC474A3D7F6}" srcOrd="0" destOrd="0" presId="urn:microsoft.com/office/officeart/2005/8/layout/hierarchy1"/>
    <dgm:cxn modelId="{DC3666BA-F4FB-4A25-BB82-9D0CD42525BA}" type="presOf" srcId="{4D70C2E6-4F2B-40B4-98FC-0991C8A7645E}" destId="{3CBDBA62-4C7E-435D-BC9D-239044301547}" srcOrd="0" destOrd="0" presId="urn:microsoft.com/office/officeart/2005/8/layout/hierarchy1"/>
    <dgm:cxn modelId="{9E75F5BA-A6C3-4024-B1E6-C508EA71B9BF}" srcId="{6CBE605A-6D5A-481F-A89F-96253053BC8F}" destId="{0AF064BC-4EDA-444F-988F-3ABD24DC688B}" srcOrd="0" destOrd="0" parTransId="{39ED2AA1-05AE-48C4-9F67-020291445D66}" sibTransId="{95517898-53B1-4846-A3FE-D85634DE074E}"/>
    <dgm:cxn modelId="{03AC55BD-04B5-47A2-A026-57A71E28819E}" type="presOf" srcId="{77A40671-9BCE-464B-8290-9F8E4615F3E3}" destId="{BB4D565B-F6FC-4706-8990-80151501AC5A}" srcOrd="0" destOrd="0" presId="urn:microsoft.com/office/officeart/2005/8/layout/hierarchy1"/>
    <dgm:cxn modelId="{DB79D8BD-323B-46D0-B817-47EA1DE034AB}" type="presOf" srcId="{24F581BF-2B7B-4CEC-98D1-35DD8213987E}" destId="{C8D251E3-F7AA-416B-8430-B41CA48EA1D5}" srcOrd="0" destOrd="0" presId="urn:microsoft.com/office/officeart/2005/8/layout/hierarchy1"/>
    <dgm:cxn modelId="{CB5F19BE-63C8-4200-8247-27173E24EB42}" type="presOf" srcId="{D3164122-362F-4780-87EA-5452179970C9}" destId="{24C9B9A5-4725-4D4B-8B2A-6E0660D30F18}" srcOrd="0" destOrd="0" presId="urn:microsoft.com/office/officeart/2005/8/layout/hierarchy1"/>
    <dgm:cxn modelId="{7FA058C0-8548-4F04-B25B-5FB9B3952262}" srcId="{52AA8B8A-83AC-475C-BCDE-6198406BCF2D}" destId="{192A8348-DEA3-487C-91D6-F1498586A4BC}" srcOrd="0" destOrd="0" parTransId="{28936F62-E7AD-40E4-B032-CE9E9A348FA9}" sibTransId="{FB827B7F-9381-4A4A-8BCA-32C89CF2B91C}"/>
    <dgm:cxn modelId="{4AE81EC1-6C4D-4C56-B6C7-B6FA8A0E60C2}" srcId="{C7F9B29B-48B0-4B3C-ACCA-998A7002C2B6}" destId="{126DD4E3-A4E4-476A-B60E-A35A6BA727B2}" srcOrd="0" destOrd="0" parTransId="{526D28C0-141A-4DC8-9BED-57A1F0807525}" sibTransId="{40FCC1B4-D9FE-4E33-A45C-BC9CD82DE789}"/>
    <dgm:cxn modelId="{70FCC8C1-4AB0-4F53-B1CE-E6FE95D46ABD}" srcId="{00BCEA8F-F653-44D6-88EA-98CFE7C798AD}" destId="{22520C4F-F507-4C3D-AC8A-BB3E73A4F915}" srcOrd="0" destOrd="0" parTransId="{B8CD523F-C125-4FED-9040-AA05AAE6539F}" sibTransId="{F3812D61-215A-4E48-B00B-2410023302E9}"/>
    <dgm:cxn modelId="{E8209DC2-8D67-4043-B01A-D04CA0B962D7}" type="presOf" srcId="{D0CD1F33-805C-4A27-97CA-C3DAF4F16E95}" destId="{DC1818A1-8AB6-473A-A5A4-EA999F57E701}" srcOrd="0" destOrd="0" presId="urn:microsoft.com/office/officeart/2005/8/layout/hierarchy1"/>
    <dgm:cxn modelId="{DF2B70C8-55C4-4E44-94F8-B2546540C59E}" type="presOf" srcId="{192A8348-DEA3-487C-91D6-F1498586A4BC}" destId="{E42356FF-58C7-440A-B959-C30985DFBEE3}" srcOrd="0" destOrd="0" presId="urn:microsoft.com/office/officeart/2005/8/layout/hierarchy1"/>
    <dgm:cxn modelId="{83B756C9-9F01-437A-A1A1-737C7FAE9953}" type="presOf" srcId="{0513EC31-AAD5-4437-9EE4-F154488A0BD7}" destId="{09058E97-2D6D-4460-A61E-5F994535679C}" srcOrd="0" destOrd="0" presId="urn:microsoft.com/office/officeart/2005/8/layout/hierarchy1"/>
    <dgm:cxn modelId="{CEEFA4CE-42C1-480B-9119-59D254F0314C}" srcId="{0AF064BC-4EDA-444F-988F-3ABD24DC688B}" destId="{D3164122-362F-4780-87EA-5452179970C9}" srcOrd="1" destOrd="0" parTransId="{2D2E37F3-7FF9-4529-BB9C-5F572877A8AB}" sibTransId="{B3C0564D-CA70-4A91-ACA6-7FEF05F19782}"/>
    <dgm:cxn modelId="{4FDBE8CE-3DB4-4C90-96DD-AC6ABF69E435}" type="presOf" srcId="{3B9BE9A6-0E02-421D-B781-839188EF02AD}" destId="{D11D003C-CB16-47A8-9BF7-F56F919A5E74}" srcOrd="0" destOrd="0" presId="urn:microsoft.com/office/officeart/2005/8/layout/hierarchy1"/>
    <dgm:cxn modelId="{395FB6D7-DDC4-418E-8CF5-3280D32981A7}" type="presOf" srcId="{41C92E46-08EE-4CE1-B0AF-A6E59FEC40B6}" destId="{741352B3-95C7-4E61-A55A-302221A248CF}" srcOrd="0" destOrd="0" presId="urn:microsoft.com/office/officeart/2005/8/layout/hierarchy1"/>
    <dgm:cxn modelId="{9CD61CDB-3A6D-4AF1-9EC4-01B251FB2C3A}" type="presOf" srcId="{A5B832BC-031F-4639-8F8A-3944F0CDFD20}" destId="{3440022A-236A-4742-BC0C-6B63B7BC556B}" srcOrd="0" destOrd="0" presId="urn:microsoft.com/office/officeart/2005/8/layout/hierarchy1"/>
    <dgm:cxn modelId="{BD9E35DF-50FD-4878-B0B2-67058E866C04}" type="presOf" srcId="{C7F9B29B-48B0-4B3C-ACCA-998A7002C2B6}" destId="{BC64DDE1-F996-4F72-B5DC-77AEEC0E1908}" srcOrd="0" destOrd="0" presId="urn:microsoft.com/office/officeart/2005/8/layout/hierarchy1"/>
    <dgm:cxn modelId="{CA2BC1E5-4B6C-40B6-8EF8-7CFD7EDA2A35}" type="presOf" srcId="{032E8684-C34A-4B1E-9057-8170360BAFAF}" destId="{BAC56988-1386-491E-8938-C9685485574C}" srcOrd="0" destOrd="0" presId="urn:microsoft.com/office/officeart/2005/8/layout/hierarchy1"/>
    <dgm:cxn modelId="{65A931E8-E936-4AEA-B344-D2FFB73B2683}" type="presOf" srcId="{45A1285D-03E2-4FC5-B63F-CC73CA1A4BEE}" destId="{EBAF6D40-DDAF-45A2-A156-DA61074E76FD}" srcOrd="0" destOrd="0" presId="urn:microsoft.com/office/officeart/2005/8/layout/hierarchy1"/>
    <dgm:cxn modelId="{45873EEB-C9E7-4883-8EA8-C2C0D6D19ADB}" srcId="{126DD4E3-A4E4-476A-B60E-A35A6BA727B2}" destId="{A53CC60E-10C3-415E-93A8-9C128720BE0A}" srcOrd="0" destOrd="0" parTransId="{24F581BF-2B7B-4CEC-98D1-35DD8213987E}" sibTransId="{7C717820-9FE7-4191-9BF6-117175890E0E}"/>
    <dgm:cxn modelId="{B1FEDAEB-3F47-48C4-8DC9-C0D820161F8E}" srcId="{5A62F4D5-3144-46CD-9F40-8843616F1D79}" destId="{268D4E39-0CDB-40D6-B715-717E2E617DEF}" srcOrd="0" destOrd="0" parTransId="{010C120B-AC4B-4CDB-A3BC-E70DEE42375E}" sibTransId="{C9662D08-79E0-4ABC-9DA1-966C50D2329B}"/>
    <dgm:cxn modelId="{E63FB4F1-0A28-4CA9-A32F-91C8370DCC04}" type="presOf" srcId="{EC686701-50BE-4237-AA68-42564EA1EB32}" destId="{2691E219-C375-4042-B2EB-189263EA8A4F}" srcOrd="0" destOrd="0" presId="urn:microsoft.com/office/officeart/2005/8/layout/hierarchy1"/>
    <dgm:cxn modelId="{F5D547F4-476A-4CAC-97CD-EF4157ED8D44}" srcId="{7A90E594-363B-402B-A060-DC5DAA2D68D4}" destId="{9640E334-9480-4A84-BC70-D24BCF153D52}" srcOrd="0" destOrd="0" parTransId="{3594922D-EAA2-49B3-BCEC-FA7D0F48F81E}" sibTransId="{7F8BCA58-E7ED-410E-8AC5-97143C6F6617}"/>
    <dgm:cxn modelId="{0D1136F5-BCE9-4ED3-982C-5575778C6422}" srcId="{E79CF8BC-1C1A-4A8F-B396-55A629151831}" destId="{C9ACDB2E-5201-482E-BCF7-D69DA68C9F89}" srcOrd="0" destOrd="0" parTransId="{DE1AD62E-E082-436D-9A97-63321B4A7612}" sibTransId="{AA815CD0-3328-4CFD-B71E-3DE13ADC19CF}"/>
    <dgm:cxn modelId="{80C742F6-CE75-4FAF-B7F9-686CE194698A}" type="presOf" srcId="{AE66FE3E-D9EC-4BD9-968E-1FDAE6F3B630}" destId="{0CDB784D-B2D7-4E33-AB5E-42DED4D3DF95}" srcOrd="0" destOrd="0" presId="urn:microsoft.com/office/officeart/2005/8/layout/hierarchy1"/>
    <dgm:cxn modelId="{A5E91FFA-2E82-4D7E-9ECC-D3D489176887}" type="presOf" srcId="{3594922D-EAA2-49B3-BCEC-FA7D0F48F81E}" destId="{03F8D7D9-9430-479F-9DAF-1C10E6B9B1FA}" srcOrd="0" destOrd="0" presId="urn:microsoft.com/office/officeart/2005/8/layout/hierarchy1"/>
    <dgm:cxn modelId="{95031996-042B-4187-B561-443A0D001548}" type="presParOf" srcId="{9527C100-3346-4D8C-AEF2-3493117146B9}" destId="{F4659643-A17D-4730-B5C8-8AA9619ADD02}" srcOrd="0" destOrd="0" presId="urn:microsoft.com/office/officeart/2005/8/layout/hierarchy1"/>
    <dgm:cxn modelId="{BA276A53-49FD-49D3-B0B0-5315950BEFAC}" type="presParOf" srcId="{F4659643-A17D-4730-B5C8-8AA9619ADD02}" destId="{DDC2FE42-A3F3-4FFD-99B2-CBB8B1F77803}" srcOrd="0" destOrd="0" presId="urn:microsoft.com/office/officeart/2005/8/layout/hierarchy1"/>
    <dgm:cxn modelId="{2560F9D7-77A0-4734-9A39-D2438861550D}" type="presParOf" srcId="{DDC2FE42-A3F3-4FFD-99B2-CBB8B1F77803}" destId="{5F5B63A1-87FB-4EFC-BE4B-DA4F05642682}" srcOrd="0" destOrd="0" presId="urn:microsoft.com/office/officeart/2005/8/layout/hierarchy1"/>
    <dgm:cxn modelId="{9EFFCD24-19D8-4B22-990F-9B979C45B9E3}" type="presParOf" srcId="{DDC2FE42-A3F3-4FFD-99B2-CBB8B1F77803}" destId="{ADADA60F-19B2-4074-B728-71723E606108}" srcOrd="1" destOrd="0" presId="urn:microsoft.com/office/officeart/2005/8/layout/hierarchy1"/>
    <dgm:cxn modelId="{2CF656EA-0B35-44D6-AF01-BB72D50A7143}" type="presParOf" srcId="{F4659643-A17D-4730-B5C8-8AA9619ADD02}" destId="{52AA0C46-8C79-49A1-ABAA-5C3DAF34B49E}" srcOrd="1" destOrd="0" presId="urn:microsoft.com/office/officeart/2005/8/layout/hierarchy1"/>
    <dgm:cxn modelId="{13013AED-ECF1-42D6-AA0F-C687523924BC}" type="presParOf" srcId="{52AA0C46-8C79-49A1-ABAA-5C3DAF34B49E}" destId="{54C5C67C-4C45-4216-A95E-F6F65EC96C8D}" srcOrd="0" destOrd="0" presId="urn:microsoft.com/office/officeart/2005/8/layout/hierarchy1"/>
    <dgm:cxn modelId="{15205AB1-CCCE-48EB-8E85-D898AFDCEDD0}" type="presParOf" srcId="{52AA0C46-8C79-49A1-ABAA-5C3DAF34B49E}" destId="{C510BAC4-CE52-4258-AB8C-5006EE97AE16}" srcOrd="1" destOrd="0" presId="urn:microsoft.com/office/officeart/2005/8/layout/hierarchy1"/>
    <dgm:cxn modelId="{47DF508B-59B9-4905-968E-73F84035664A}" type="presParOf" srcId="{C510BAC4-CE52-4258-AB8C-5006EE97AE16}" destId="{35F2A059-171D-4730-9AB8-28E703E9A94F}" srcOrd="0" destOrd="0" presId="urn:microsoft.com/office/officeart/2005/8/layout/hierarchy1"/>
    <dgm:cxn modelId="{CBEEEE74-5FEA-4242-A4B3-789322D5FD1B}" type="presParOf" srcId="{35F2A059-171D-4730-9AB8-28E703E9A94F}" destId="{FB0B6571-93CA-44A5-8E24-4103747CA439}" srcOrd="0" destOrd="0" presId="urn:microsoft.com/office/officeart/2005/8/layout/hierarchy1"/>
    <dgm:cxn modelId="{8BE56B05-3AED-43AD-A7DB-FD51FF354401}" type="presParOf" srcId="{35F2A059-171D-4730-9AB8-28E703E9A94F}" destId="{741352B3-95C7-4E61-A55A-302221A248CF}" srcOrd="1" destOrd="0" presId="urn:microsoft.com/office/officeart/2005/8/layout/hierarchy1"/>
    <dgm:cxn modelId="{259EDAD1-ABE2-4BE1-8313-4BCE1440C5F5}" type="presParOf" srcId="{C510BAC4-CE52-4258-AB8C-5006EE97AE16}" destId="{2988F7B9-BB18-49BE-9599-F662950AE806}" srcOrd="1" destOrd="0" presId="urn:microsoft.com/office/officeart/2005/8/layout/hierarchy1"/>
    <dgm:cxn modelId="{B0BA41BE-287A-4E72-97F1-F0496A36E28C}" type="presParOf" srcId="{2988F7B9-BB18-49BE-9599-F662950AE806}" destId="{05C2727E-D197-4DD7-81D1-57296E128183}" srcOrd="0" destOrd="0" presId="urn:microsoft.com/office/officeart/2005/8/layout/hierarchy1"/>
    <dgm:cxn modelId="{0B71052C-583C-42ED-8E02-38B113A4F4DF}" type="presParOf" srcId="{2988F7B9-BB18-49BE-9599-F662950AE806}" destId="{49FB0E29-7663-4067-91E2-E9BC0AFCCA35}" srcOrd="1" destOrd="0" presId="urn:microsoft.com/office/officeart/2005/8/layout/hierarchy1"/>
    <dgm:cxn modelId="{79B22B26-93B8-4CE4-9A82-D5B61CC79A38}" type="presParOf" srcId="{49FB0E29-7663-4067-91E2-E9BC0AFCCA35}" destId="{66EA0B94-9B82-4A79-944B-03BB8CB8B85A}" srcOrd="0" destOrd="0" presId="urn:microsoft.com/office/officeart/2005/8/layout/hierarchy1"/>
    <dgm:cxn modelId="{A5BED163-7B8B-4B2D-878A-B0E0E262C0FC}" type="presParOf" srcId="{66EA0B94-9B82-4A79-944B-03BB8CB8B85A}" destId="{A7B26193-12D5-40E4-9F11-56B852E28DEE}" srcOrd="0" destOrd="0" presId="urn:microsoft.com/office/officeart/2005/8/layout/hierarchy1"/>
    <dgm:cxn modelId="{EFB32C08-C5ED-48D6-BEF5-7F81731E4F50}" type="presParOf" srcId="{66EA0B94-9B82-4A79-944B-03BB8CB8B85A}" destId="{BC64DDE1-F996-4F72-B5DC-77AEEC0E1908}" srcOrd="1" destOrd="0" presId="urn:microsoft.com/office/officeart/2005/8/layout/hierarchy1"/>
    <dgm:cxn modelId="{420C57E8-5503-4E73-A555-89B5EC946946}" type="presParOf" srcId="{49FB0E29-7663-4067-91E2-E9BC0AFCCA35}" destId="{3FD22C9F-3BC3-417A-B9B3-88E5999338C0}" srcOrd="1" destOrd="0" presId="urn:microsoft.com/office/officeart/2005/8/layout/hierarchy1"/>
    <dgm:cxn modelId="{4BB1B270-CFF8-4C0C-B5F2-21FA99A24E56}" type="presParOf" srcId="{3FD22C9F-3BC3-417A-B9B3-88E5999338C0}" destId="{F59AEC80-C586-41AF-BAD5-BA797DDE0228}" srcOrd="0" destOrd="0" presId="urn:microsoft.com/office/officeart/2005/8/layout/hierarchy1"/>
    <dgm:cxn modelId="{11FEB5A2-7A03-498F-B598-794E793A586A}" type="presParOf" srcId="{3FD22C9F-3BC3-417A-B9B3-88E5999338C0}" destId="{2DA195EF-3E84-40F4-BA05-1C18069E68E5}" srcOrd="1" destOrd="0" presId="urn:microsoft.com/office/officeart/2005/8/layout/hierarchy1"/>
    <dgm:cxn modelId="{E2A1EED1-562C-4760-855F-34B56FCE66CC}" type="presParOf" srcId="{2DA195EF-3E84-40F4-BA05-1C18069E68E5}" destId="{D3DFAA3D-2288-4548-BC65-1C9680FC53C7}" srcOrd="0" destOrd="0" presId="urn:microsoft.com/office/officeart/2005/8/layout/hierarchy1"/>
    <dgm:cxn modelId="{1B71526D-7345-4726-9BA6-C1B303D2E265}" type="presParOf" srcId="{D3DFAA3D-2288-4548-BC65-1C9680FC53C7}" destId="{9D15A430-DBED-4797-9883-CEA48FB9795A}" srcOrd="0" destOrd="0" presId="urn:microsoft.com/office/officeart/2005/8/layout/hierarchy1"/>
    <dgm:cxn modelId="{63464223-970E-42DC-921F-60C0E5D98763}" type="presParOf" srcId="{D3DFAA3D-2288-4548-BC65-1C9680FC53C7}" destId="{629D5326-99B1-4621-B91F-43D37B11416E}" srcOrd="1" destOrd="0" presId="urn:microsoft.com/office/officeart/2005/8/layout/hierarchy1"/>
    <dgm:cxn modelId="{61975B9E-EA70-4DE4-96F3-666A0DBC4E28}" type="presParOf" srcId="{2DA195EF-3E84-40F4-BA05-1C18069E68E5}" destId="{53432F6C-5D03-4E38-88D0-BD54FE22DD8C}" srcOrd="1" destOrd="0" presId="urn:microsoft.com/office/officeart/2005/8/layout/hierarchy1"/>
    <dgm:cxn modelId="{CA795CD9-9293-4BC8-8C9A-179B199E6ECB}" type="presParOf" srcId="{53432F6C-5D03-4E38-88D0-BD54FE22DD8C}" destId="{C8D251E3-F7AA-416B-8430-B41CA48EA1D5}" srcOrd="0" destOrd="0" presId="urn:microsoft.com/office/officeart/2005/8/layout/hierarchy1"/>
    <dgm:cxn modelId="{F8C37FCC-5782-4ADC-A8D1-4238ACB1D32E}" type="presParOf" srcId="{53432F6C-5D03-4E38-88D0-BD54FE22DD8C}" destId="{EF46DC86-082B-47A7-BB04-34FF2C66B831}" srcOrd="1" destOrd="0" presId="urn:microsoft.com/office/officeart/2005/8/layout/hierarchy1"/>
    <dgm:cxn modelId="{F6A14C18-93AB-4E36-B257-B945471C7C93}" type="presParOf" srcId="{EF46DC86-082B-47A7-BB04-34FF2C66B831}" destId="{5940F53F-1C6C-4AB0-AF06-359AF1C2E348}" srcOrd="0" destOrd="0" presId="urn:microsoft.com/office/officeart/2005/8/layout/hierarchy1"/>
    <dgm:cxn modelId="{65841D55-2495-487D-AE5D-AA752AA59174}" type="presParOf" srcId="{5940F53F-1C6C-4AB0-AF06-359AF1C2E348}" destId="{6F31B42E-D7FE-4F79-B77D-9F7F5361E59E}" srcOrd="0" destOrd="0" presId="urn:microsoft.com/office/officeart/2005/8/layout/hierarchy1"/>
    <dgm:cxn modelId="{8DB4C161-DC14-4CBE-AB1A-7D410891193F}" type="presParOf" srcId="{5940F53F-1C6C-4AB0-AF06-359AF1C2E348}" destId="{7618D471-BC2F-4BBB-A5F6-A73C03F07BA5}" srcOrd="1" destOrd="0" presId="urn:microsoft.com/office/officeart/2005/8/layout/hierarchy1"/>
    <dgm:cxn modelId="{5E232D3B-45F7-4C3F-A9BB-3E8D6C1CE374}" type="presParOf" srcId="{EF46DC86-082B-47A7-BB04-34FF2C66B831}" destId="{774A7530-D5BB-4927-A351-665AFF8D7A62}" srcOrd="1" destOrd="0" presId="urn:microsoft.com/office/officeart/2005/8/layout/hierarchy1"/>
    <dgm:cxn modelId="{C50EA8B9-05DB-4CB9-B410-A9B3B29FC20C}" type="presParOf" srcId="{3FD22C9F-3BC3-417A-B9B3-88E5999338C0}" destId="{4DDB5832-6258-4634-B0DA-4E3D86752BE0}" srcOrd="2" destOrd="0" presId="urn:microsoft.com/office/officeart/2005/8/layout/hierarchy1"/>
    <dgm:cxn modelId="{979701F5-BB3F-4D95-A1AF-C931688C5640}" type="presParOf" srcId="{3FD22C9F-3BC3-417A-B9B3-88E5999338C0}" destId="{1367761A-F0E9-49D9-9BC5-B139AC537713}" srcOrd="3" destOrd="0" presId="urn:microsoft.com/office/officeart/2005/8/layout/hierarchy1"/>
    <dgm:cxn modelId="{FE09423D-87D0-440F-882F-808282D7AE29}" type="presParOf" srcId="{1367761A-F0E9-49D9-9BC5-B139AC537713}" destId="{561C8962-14BE-41ED-857F-2C7E04BB6E10}" srcOrd="0" destOrd="0" presId="urn:microsoft.com/office/officeart/2005/8/layout/hierarchy1"/>
    <dgm:cxn modelId="{DC471C4A-3C3A-4B57-A88E-70979F4C72DB}" type="presParOf" srcId="{561C8962-14BE-41ED-857F-2C7E04BB6E10}" destId="{CD9AC1F0-7200-4377-83E2-2953F0C8DE9D}" srcOrd="0" destOrd="0" presId="urn:microsoft.com/office/officeart/2005/8/layout/hierarchy1"/>
    <dgm:cxn modelId="{8B7FE6EE-55B2-4115-B9FF-B6575011F875}" type="presParOf" srcId="{561C8962-14BE-41ED-857F-2C7E04BB6E10}" destId="{99B99B29-7B4C-4D52-98EB-EB40583810FE}" srcOrd="1" destOrd="0" presId="urn:microsoft.com/office/officeart/2005/8/layout/hierarchy1"/>
    <dgm:cxn modelId="{32AEEAE9-0378-4E88-9265-A6A49C9C8184}" type="presParOf" srcId="{1367761A-F0E9-49D9-9BC5-B139AC537713}" destId="{DFDD2FD3-5015-47A3-AC31-05FF4CF0562F}" srcOrd="1" destOrd="0" presId="urn:microsoft.com/office/officeart/2005/8/layout/hierarchy1"/>
    <dgm:cxn modelId="{6BD649C5-8DAA-4569-9364-13498BDD2AA4}" type="presParOf" srcId="{DFDD2FD3-5015-47A3-AC31-05FF4CF0562F}" destId="{03F8D7D9-9430-479F-9DAF-1C10E6B9B1FA}" srcOrd="0" destOrd="0" presId="urn:microsoft.com/office/officeart/2005/8/layout/hierarchy1"/>
    <dgm:cxn modelId="{5AA92BC8-890E-492F-9EB8-16A3490FB574}" type="presParOf" srcId="{DFDD2FD3-5015-47A3-AC31-05FF4CF0562F}" destId="{07F7AC54-86E9-4AF5-AD4A-23D40C2F6609}" srcOrd="1" destOrd="0" presId="urn:microsoft.com/office/officeart/2005/8/layout/hierarchy1"/>
    <dgm:cxn modelId="{F1E6EEB8-444C-4AAB-94DD-43F1B274E6CC}" type="presParOf" srcId="{07F7AC54-86E9-4AF5-AD4A-23D40C2F6609}" destId="{2396085E-1BCB-4A29-B06C-842D13319228}" srcOrd="0" destOrd="0" presId="urn:microsoft.com/office/officeart/2005/8/layout/hierarchy1"/>
    <dgm:cxn modelId="{B0384DE3-F759-4189-B323-1F760BC367AE}" type="presParOf" srcId="{2396085E-1BCB-4A29-B06C-842D13319228}" destId="{5150BB15-1346-483E-AF7D-70E2640A7E40}" srcOrd="0" destOrd="0" presId="urn:microsoft.com/office/officeart/2005/8/layout/hierarchy1"/>
    <dgm:cxn modelId="{8A712D3B-5E9E-41BE-AEE4-9F9D99C1B50C}" type="presParOf" srcId="{2396085E-1BCB-4A29-B06C-842D13319228}" destId="{CDDF574B-1D82-4FB8-8077-5F85A7CEF7B9}" srcOrd="1" destOrd="0" presId="urn:microsoft.com/office/officeart/2005/8/layout/hierarchy1"/>
    <dgm:cxn modelId="{3A7F2020-8366-42D1-86A7-79E4A19F1665}" type="presParOf" srcId="{07F7AC54-86E9-4AF5-AD4A-23D40C2F6609}" destId="{933DDD88-8DD9-4E5E-9806-8B09BE811C9B}" srcOrd="1" destOrd="0" presId="urn:microsoft.com/office/officeart/2005/8/layout/hierarchy1"/>
    <dgm:cxn modelId="{B7D5F24A-8939-4494-9710-C75B055B9952}" type="presParOf" srcId="{3FD22C9F-3BC3-417A-B9B3-88E5999338C0}" destId="{3CBDBA62-4C7E-435D-BC9D-239044301547}" srcOrd="4" destOrd="0" presId="urn:microsoft.com/office/officeart/2005/8/layout/hierarchy1"/>
    <dgm:cxn modelId="{13B4827F-4B09-488A-A1B7-396D9AB69872}" type="presParOf" srcId="{3FD22C9F-3BC3-417A-B9B3-88E5999338C0}" destId="{0C985457-ABEA-4543-9E67-3CEAEBACA288}" srcOrd="5" destOrd="0" presId="urn:microsoft.com/office/officeart/2005/8/layout/hierarchy1"/>
    <dgm:cxn modelId="{6DAE1ADD-E4B2-45A4-9C81-25E439E90ED7}" type="presParOf" srcId="{0C985457-ABEA-4543-9E67-3CEAEBACA288}" destId="{1583A36E-A3F3-4BD5-939E-C762C960AEBA}" srcOrd="0" destOrd="0" presId="urn:microsoft.com/office/officeart/2005/8/layout/hierarchy1"/>
    <dgm:cxn modelId="{5025AACB-BFE5-401F-B441-46351D5496D8}" type="presParOf" srcId="{1583A36E-A3F3-4BD5-939E-C762C960AEBA}" destId="{37D316C6-5040-4D74-8864-132E6BA9BBFC}" srcOrd="0" destOrd="0" presId="urn:microsoft.com/office/officeart/2005/8/layout/hierarchy1"/>
    <dgm:cxn modelId="{35D4C823-BA93-4096-AF15-52A77EE466AD}" type="presParOf" srcId="{1583A36E-A3F3-4BD5-939E-C762C960AEBA}" destId="{5B81F4FF-90E0-473F-AA26-0933966D080F}" srcOrd="1" destOrd="0" presId="urn:microsoft.com/office/officeart/2005/8/layout/hierarchy1"/>
    <dgm:cxn modelId="{ED4CE71F-75C6-4291-B3EA-9BBCC6647400}" type="presParOf" srcId="{0C985457-ABEA-4543-9E67-3CEAEBACA288}" destId="{F7224FD9-C049-4084-8DA9-9FD6F0D3816E}" srcOrd="1" destOrd="0" presId="urn:microsoft.com/office/officeart/2005/8/layout/hierarchy1"/>
    <dgm:cxn modelId="{9A34EA4F-A803-4CD8-A47C-1F313D6A4E20}" type="presParOf" srcId="{F7224FD9-C049-4084-8DA9-9FD6F0D3816E}" destId="{D11D003C-CB16-47A8-9BF7-F56F919A5E74}" srcOrd="0" destOrd="0" presId="urn:microsoft.com/office/officeart/2005/8/layout/hierarchy1"/>
    <dgm:cxn modelId="{2BDFA7D3-93E9-4073-8FE4-7286A40D09E6}" type="presParOf" srcId="{F7224FD9-C049-4084-8DA9-9FD6F0D3816E}" destId="{4F047DB4-C4BA-4D93-A18F-4C41B3003984}" srcOrd="1" destOrd="0" presId="urn:microsoft.com/office/officeart/2005/8/layout/hierarchy1"/>
    <dgm:cxn modelId="{D76C4BD6-2F64-4555-916A-972496D866AA}" type="presParOf" srcId="{4F047DB4-C4BA-4D93-A18F-4C41B3003984}" destId="{5C8802A8-13CB-4672-98FC-B20CD74DF89D}" srcOrd="0" destOrd="0" presId="urn:microsoft.com/office/officeart/2005/8/layout/hierarchy1"/>
    <dgm:cxn modelId="{493DCECE-DF22-43FF-BB01-C88D5C45527C}" type="presParOf" srcId="{5C8802A8-13CB-4672-98FC-B20CD74DF89D}" destId="{B3AB75D9-CAB8-4D3E-ADC7-4B8D7ABDFAD3}" srcOrd="0" destOrd="0" presId="urn:microsoft.com/office/officeart/2005/8/layout/hierarchy1"/>
    <dgm:cxn modelId="{259A6ABA-87AB-4702-BCC8-549DAE8C8285}" type="presParOf" srcId="{5C8802A8-13CB-4672-98FC-B20CD74DF89D}" destId="{924979AF-3A37-49B4-8161-920557516DF4}" srcOrd="1" destOrd="0" presId="urn:microsoft.com/office/officeart/2005/8/layout/hierarchy1"/>
    <dgm:cxn modelId="{CE1A6C42-A730-44F2-ABB2-24A4041B8989}" type="presParOf" srcId="{4F047DB4-C4BA-4D93-A18F-4C41B3003984}" destId="{A7191729-F617-4AA6-8763-44492C6750E5}" srcOrd="1" destOrd="0" presId="urn:microsoft.com/office/officeart/2005/8/layout/hierarchy1"/>
    <dgm:cxn modelId="{55E2A14C-41C7-4996-8F67-36367B966FB0}" type="presParOf" srcId="{2988F7B9-BB18-49BE-9599-F662950AE806}" destId="{E16E5A0E-C98A-486A-A822-BCB1515D6D73}" srcOrd="2" destOrd="0" presId="urn:microsoft.com/office/officeart/2005/8/layout/hierarchy1"/>
    <dgm:cxn modelId="{B0C3D39F-3748-4FA5-9768-AD554077AE24}" type="presParOf" srcId="{2988F7B9-BB18-49BE-9599-F662950AE806}" destId="{B9CB67D4-ED5B-47A9-B2C7-641C3D8CC0D1}" srcOrd="3" destOrd="0" presId="urn:microsoft.com/office/officeart/2005/8/layout/hierarchy1"/>
    <dgm:cxn modelId="{8A163C3A-1A52-46CD-AD37-969173D130B4}" type="presParOf" srcId="{B9CB67D4-ED5B-47A9-B2C7-641C3D8CC0D1}" destId="{830343D5-0977-419B-A2D5-AC6B488CE6A2}" srcOrd="0" destOrd="0" presId="urn:microsoft.com/office/officeart/2005/8/layout/hierarchy1"/>
    <dgm:cxn modelId="{9B7EAA91-556D-495D-BD80-F1AF5C6ECAFB}" type="presParOf" srcId="{830343D5-0977-419B-A2D5-AC6B488CE6A2}" destId="{4243BF0C-15AF-4355-BD68-7D01430782DD}" srcOrd="0" destOrd="0" presId="urn:microsoft.com/office/officeart/2005/8/layout/hierarchy1"/>
    <dgm:cxn modelId="{2D3486D5-CC1E-4F7A-9EC6-075BB8053F32}" type="presParOf" srcId="{830343D5-0977-419B-A2D5-AC6B488CE6A2}" destId="{EBC58B70-D1C5-47CF-B55B-1F05A54A9968}" srcOrd="1" destOrd="0" presId="urn:microsoft.com/office/officeart/2005/8/layout/hierarchy1"/>
    <dgm:cxn modelId="{FDE92CC3-9591-48C2-A516-19B8D582D4B8}" type="presParOf" srcId="{B9CB67D4-ED5B-47A9-B2C7-641C3D8CC0D1}" destId="{EF337F9F-29D0-4BF2-9DD5-0B29E1C154EC}" srcOrd="1" destOrd="0" presId="urn:microsoft.com/office/officeart/2005/8/layout/hierarchy1"/>
    <dgm:cxn modelId="{3A4BCBEE-DE3F-44A2-BF1C-BF379D347B0F}" type="presParOf" srcId="{EF337F9F-29D0-4BF2-9DD5-0B29E1C154EC}" destId="{2691E219-C375-4042-B2EB-189263EA8A4F}" srcOrd="0" destOrd="0" presId="urn:microsoft.com/office/officeart/2005/8/layout/hierarchy1"/>
    <dgm:cxn modelId="{7122C93B-5C5E-49A1-BA7D-39491048D1D3}" type="presParOf" srcId="{EF337F9F-29D0-4BF2-9DD5-0B29E1C154EC}" destId="{9FDBE04E-7C00-4DAC-9A4C-165C3F588959}" srcOrd="1" destOrd="0" presId="urn:microsoft.com/office/officeart/2005/8/layout/hierarchy1"/>
    <dgm:cxn modelId="{642630D2-01A7-496C-885B-E71F3B5A6663}" type="presParOf" srcId="{9FDBE04E-7C00-4DAC-9A4C-165C3F588959}" destId="{57FE2EFC-2652-4F1D-A351-83DF6E670686}" srcOrd="0" destOrd="0" presId="urn:microsoft.com/office/officeart/2005/8/layout/hierarchy1"/>
    <dgm:cxn modelId="{C15F6657-4EC5-47F2-8D85-172ECBE68246}" type="presParOf" srcId="{57FE2EFC-2652-4F1D-A351-83DF6E670686}" destId="{3060C2E0-FED7-4E6A-A92C-E15167EB816D}" srcOrd="0" destOrd="0" presId="urn:microsoft.com/office/officeart/2005/8/layout/hierarchy1"/>
    <dgm:cxn modelId="{8D27A01B-5803-4AD4-A7DF-B8A923582064}" type="presParOf" srcId="{57FE2EFC-2652-4F1D-A351-83DF6E670686}" destId="{EBAF6D40-DDAF-45A2-A156-DA61074E76FD}" srcOrd="1" destOrd="0" presId="urn:microsoft.com/office/officeart/2005/8/layout/hierarchy1"/>
    <dgm:cxn modelId="{D93D7CA4-8615-465A-A17D-3D3A3F08AFB3}" type="presParOf" srcId="{9FDBE04E-7C00-4DAC-9A4C-165C3F588959}" destId="{865DB349-E5AF-46C0-B0AC-E9D0A52F9C7D}" srcOrd="1" destOrd="0" presId="urn:microsoft.com/office/officeart/2005/8/layout/hierarchy1"/>
    <dgm:cxn modelId="{6EA56A78-EA5B-46C2-9BC3-E4878FACB24A}" type="presParOf" srcId="{865DB349-E5AF-46C0-B0AC-E9D0A52F9C7D}" destId="{BB4D565B-F6FC-4706-8990-80151501AC5A}" srcOrd="0" destOrd="0" presId="urn:microsoft.com/office/officeart/2005/8/layout/hierarchy1"/>
    <dgm:cxn modelId="{0E892212-2B02-4849-B6C0-E5233B1D7543}" type="presParOf" srcId="{865DB349-E5AF-46C0-B0AC-E9D0A52F9C7D}" destId="{DB24DBD5-2E0F-4BE1-9EB8-B8E357737FB0}" srcOrd="1" destOrd="0" presId="urn:microsoft.com/office/officeart/2005/8/layout/hierarchy1"/>
    <dgm:cxn modelId="{886743D5-DE8A-4811-8581-12A8233934A7}" type="presParOf" srcId="{DB24DBD5-2E0F-4BE1-9EB8-B8E357737FB0}" destId="{A207C99A-26B1-4EAF-BDD6-BFCF06BCD42E}" srcOrd="0" destOrd="0" presId="urn:microsoft.com/office/officeart/2005/8/layout/hierarchy1"/>
    <dgm:cxn modelId="{E1898776-500D-4008-9147-84C510B819DF}" type="presParOf" srcId="{A207C99A-26B1-4EAF-BDD6-BFCF06BCD42E}" destId="{E7122916-451F-4F71-B809-118A671FF1E5}" srcOrd="0" destOrd="0" presId="urn:microsoft.com/office/officeart/2005/8/layout/hierarchy1"/>
    <dgm:cxn modelId="{A2951C75-D3E8-4D27-AB60-BB575F07CB66}" type="presParOf" srcId="{A207C99A-26B1-4EAF-BDD6-BFCF06BCD42E}" destId="{19BED8C5-781F-4015-AE6D-3CDDE6224FD3}" srcOrd="1" destOrd="0" presId="urn:microsoft.com/office/officeart/2005/8/layout/hierarchy1"/>
    <dgm:cxn modelId="{A58D5239-F67E-4F5B-8459-5D42F99A5E32}" type="presParOf" srcId="{DB24DBD5-2E0F-4BE1-9EB8-B8E357737FB0}" destId="{80D88D14-C8A1-488D-B1CA-341ABB7F36C5}" srcOrd="1" destOrd="0" presId="urn:microsoft.com/office/officeart/2005/8/layout/hierarchy1"/>
    <dgm:cxn modelId="{21E6166C-BB15-4A9D-9BA8-3EE0FBC975F8}" type="presParOf" srcId="{EF337F9F-29D0-4BF2-9DD5-0B29E1C154EC}" destId="{645ED8B1-5E96-473B-AA23-D316EBED0923}" srcOrd="2" destOrd="0" presId="urn:microsoft.com/office/officeart/2005/8/layout/hierarchy1"/>
    <dgm:cxn modelId="{49134B9E-222F-4E77-A6FA-F2FD7E8CCEB9}" type="presParOf" srcId="{EF337F9F-29D0-4BF2-9DD5-0B29E1C154EC}" destId="{3664CB06-1BF2-4F87-88EC-7F3A613F216A}" srcOrd="3" destOrd="0" presId="urn:microsoft.com/office/officeart/2005/8/layout/hierarchy1"/>
    <dgm:cxn modelId="{81385182-7F9A-4479-8C8B-D6DD6C7DCF16}" type="presParOf" srcId="{3664CB06-1BF2-4F87-88EC-7F3A613F216A}" destId="{CE225D9A-D68F-484B-989A-AE927810BF42}" srcOrd="0" destOrd="0" presId="urn:microsoft.com/office/officeart/2005/8/layout/hierarchy1"/>
    <dgm:cxn modelId="{86F43705-5515-47C9-B911-B68C8CAA54A4}" type="presParOf" srcId="{CE225D9A-D68F-484B-989A-AE927810BF42}" destId="{A8C67FA6-7ABD-4618-B377-927EC3884E24}" srcOrd="0" destOrd="0" presId="urn:microsoft.com/office/officeart/2005/8/layout/hierarchy1"/>
    <dgm:cxn modelId="{B6A92E95-9684-4A6A-A27D-A9B5E293767E}" type="presParOf" srcId="{CE225D9A-D68F-484B-989A-AE927810BF42}" destId="{15C394E3-2F48-457A-8810-B39903F4222F}" srcOrd="1" destOrd="0" presId="urn:microsoft.com/office/officeart/2005/8/layout/hierarchy1"/>
    <dgm:cxn modelId="{F10170FD-E8A6-46D4-8B09-E50C7B47298B}" type="presParOf" srcId="{3664CB06-1BF2-4F87-88EC-7F3A613F216A}" destId="{CA9302BB-7C05-470D-89A4-582741ADBBA0}" srcOrd="1" destOrd="0" presId="urn:microsoft.com/office/officeart/2005/8/layout/hierarchy1"/>
    <dgm:cxn modelId="{FBB587E8-CD3D-478B-AF80-35AE2AB865AA}" type="presParOf" srcId="{CA9302BB-7C05-470D-89A4-582741ADBBA0}" destId="{8D4834AA-BE9C-445D-AEB4-FC39536D94E1}" srcOrd="0" destOrd="0" presId="urn:microsoft.com/office/officeart/2005/8/layout/hierarchy1"/>
    <dgm:cxn modelId="{C6BC2266-7F19-4BC6-97C4-1AB459EEFCA7}" type="presParOf" srcId="{CA9302BB-7C05-470D-89A4-582741ADBBA0}" destId="{CF09EE53-1413-46C2-ADA2-9A14EED231C4}" srcOrd="1" destOrd="0" presId="urn:microsoft.com/office/officeart/2005/8/layout/hierarchy1"/>
    <dgm:cxn modelId="{FAF84659-18A5-404A-B45D-4DCF3201FD39}" type="presParOf" srcId="{CF09EE53-1413-46C2-ADA2-9A14EED231C4}" destId="{C5BC64E9-7896-4C8F-99CB-F797682F6EC4}" srcOrd="0" destOrd="0" presId="urn:microsoft.com/office/officeart/2005/8/layout/hierarchy1"/>
    <dgm:cxn modelId="{31D7761D-CC25-47FB-8E2F-0CFE2863E0AB}" type="presParOf" srcId="{C5BC64E9-7896-4C8F-99CB-F797682F6EC4}" destId="{E9B3408C-50B8-4856-A4C3-CF930E3AC9F0}" srcOrd="0" destOrd="0" presId="urn:microsoft.com/office/officeart/2005/8/layout/hierarchy1"/>
    <dgm:cxn modelId="{596CD238-3858-4037-8FCF-60E1843C850B}" type="presParOf" srcId="{C5BC64E9-7896-4C8F-99CB-F797682F6EC4}" destId="{E304D56B-239A-4D0C-A7D2-813502A91E7F}" srcOrd="1" destOrd="0" presId="urn:microsoft.com/office/officeart/2005/8/layout/hierarchy1"/>
    <dgm:cxn modelId="{7A5D65B6-01C2-42B4-8F96-A550F0878B4C}" type="presParOf" srcId="{CF09EE53-1413-46C2-ADA2-9A14EED231C4}" destId="{B3F67780-1390-42BA-974B-89B15A64F22E}" srcOrd="1" destOrd="0" presId="urn:microsoft.com/office/officeart/2005/8/layout/hierarchy1"/>
    <dgm:cxn modelId="{C1DA2FD5-9647-404F-AADB-FE744E327928}" type="presParOf" srcId="{52AA0C46-8C79-49A1-ABAA-5C3DAF34B49E}" destId="{E8E3A2DF-7361-404C-A61F-02C3FC78834E}" srcOrd="2" destOrd="0" presId="urn:microsoft.com/office/officeart/2005/8/layout/hierarchy1"/>
    <dgm:cxn modelId="{F415F0D7-5D8A-4FCD-A6DD-73DACF0D07B8}" type="presParOf" srcId="{52AA0C46-8C79-49A1-ABAA-5C3DAF34B49E}" destId="{D8957EF7-3CB9-49E5-BD5D-ED4DEFB7F48D}" srcOrd="3" destOrd="0" presId="urn:microsoft.com/office/officeart/2005/8/layout/hierarchy1"/>
    <dgm:cxn modelId="{3B1ABC37-E758-4D88-9DF1-D965A7599B8E}" type="presParOf" srcId="{D8957EF7-3CB9-49E5-BD5D-ED4DEFB7F48D}" destId="{4DB13304-2B2F-4ADF-AC29-A572FE68047F}" srcOrd="0" destOrd="0" presId="urn:microsoft.com/office/officeart/2005/8/layout/hierarchy1"/>
    <dgm:cxn modelId="{C8778845-5419-431E-8DA7-5FE98761DC4E}" type="presParOf" srcId="{4DB13304-2B2F-4ADF-AC29-A572FE68047F}" destId="{C99AF00D-587A-4D2F-9DF3-F086B60B49B6}" srcOrd="0" destOrd="0" presId="urn:microsoft.com/office/officeart/2005/8/layout/hierarchy1"/>
    <dgm:cxn modelId="{FE40235F-F2E0-44C2-B52F-8F86A159AD6B}" type="presParOf" srcId="{4DB13304-2B2F-4ADF-AC29-A572FE68047F}" destId="{24C9B9A5-4725-4D4B-8B2A-6E0660D30F18}" srcOrd="1" destOrd="0" presId="urn:microsoft.com/office/officeart/2005/8/layout/hierarchy1"/>
    <dgm:cxn modelId="{95E0E9D3-94D5-4745-BEF5-4CBB5A302EBF}" type="presParOf" srcId="{D8957EF7-3CB9-49E5-BD5D-ED4DEFB7F48D}" destId="{ADFE5AE9-6515-4DCB-81BA-C2F2C20F5CEE}" srcOrd="1" destOrd="0" presId="urn:microsoft.com/office/officeart/2005/8/layout/hierarchy1"/>
    <dgm:cxn modelId="{700B1F71-46BE-433E-9723-804F44BE49D8}" type="presParOf" srcId="{ADFE5AE9-6515-4DCB-81BA-C2F2C20F5CEE}" destId="{0CDB784D-B2D7-4E33-AB5E-42DED4D3DF95}" srcOrd="0" destOrd="0" presId="urn:microsoft.com/office/officeart/2005/8/layout/hierarchy1"/>
    <dgm:cxn modelId="{1288B410-BB36-4747-B0FA-A809EBC16170}" type="presParOf" srcId="{ADFE5AE9-6515-4DCB-81BA-C2F2C20F5CEE}" destId="{1E24F256-6879-4031-8DEB-4A56A67D8B76}" srcOrd="1" destOrd="0" presId="urn:microsoft.com/office/officeart/2005/8/layout/hierarchy1"/>
    <dgm:cxn modelId="{52C48E2D-9A0F-4D2E-88ED-A506519929FC}" type="presParOf" srcId="{1E24F256-6879-4031-8DEB-4A56A67D8B76}" destId="{946AF80A-242A-4866-A0A3-F4EE4FEAD3E3}" srcOrd="0" destOrd="0" presId="urn:microsoft.com/office/officeart/2005/8/layout/hierarchy1"/>
    <dgm:cxn modelId="{66339D02-17B3-4C33-A3E1-89B9879AD203}" type="presParOf" srcId="{946AF80A-242A-4866-A0A3-F4EE4FEAD3E3}" destId="{A8ABF9B4-AFFB-4B89-A425-BBEDF4894B77}" srcOrd="0" destOrd="0" presId="urn:microsoft.com/office/officeart/2005/8/layout/hierarchy1"/>
    <dgm:cxn modelId="{32DEACAF-4926-4BF8-8F6A-64648C92E7CF}" type="presParOf" srcId="{946AF80A-242A-4866-A0A3-F4EE4FEAD3E3}" destId="{446059D9-CC56-492D-BFE3-1297E163E248}" srcOrd="1" destOrd="0" presId="urn:microsoft.com/office/officeart/2005/8/layout/hierarchy1"/>
    <dgm:cxn modelId="{C51C7558-3EA1-4F75-B13A-395E81B506C5}" type="presParOf" srcId="{1E24F256-6879-4031-8DEB-4A56A67D8B76}" destId="{A4C84C6C-C7E0-4692-AFDA-6E72D6001B0B}" srcOrd="1" destOrd="0" presId="urn:microsoft.com/office/officeart/2005/8/layout/hierarchy1"/>
    <dgm:cxn modelId="{8A389258-C835-4737-8BF0-DD978A6C16E4}" type="presParOf" srcId="{A4C84C6C-C7E0-4692-AFDA-6E72D6001B0B}" destId="{97C435D1-BB08-4A46-BEE0-F112D1C689B4}" srcOrd="0" destOrd="0" presId="urn:microsoft.com/office/officeart/2005/8/layout/hierarchy1"/>
    <dgm:cxn modelId="{DCF3A14A-8964-4BAB-B05E-D822AD4B410A}" type="presParOf" srcId="{A4C84C6C-C7E0-4692-AFDA-6E72D6001B0B}" destId="{C11E8BBD-4861-46F7-BC6A-5AEB8CE643D6}" srcOrd="1" destOrd="0" presId="urn:microsoft.com/office/officeart/2005/8/layout/hierarchy1"/>
    <dgm:cxn modelId="{3DC1CBB2-1C02-49E8-97D5-D6219E701A3D}" type="presParOf" srcId="{C11E8BBD-4861-46F7-BC6A-5AEB8CE643D6}" destId="{DFC26B8E-9B07-42A2-93C9-1BF0B5621432}" srcOrd="0" destOrd="0" presId="urn:microsoft.com/office/officeart/2005/8/layout/hierarchy1"/>
    <dgm:cxn modelId="{EFF4DA78-5673-4F88-A9BE-1920D60E912E}" type="presParOf" srcId="{DFC26B8E-9B07-42A2-93C9-1BF0B5621432}" destId="{8DAE1D9F-ABE0-4BE8-A7DC-F41ADEE0AB61}" srcOrd="0" destOrd="0" presId="urn:microsoft.com/office/officeart/2005/8/layout/hierarchy1"/>
    <dgm:cxn modelId="{C79DC2FD-8F5F-4580-AC1F-9FDCAD9C01A3}" type="presParOf" srcId="{DFC26B8E-9B07-42A2-93C9-1BF0B5621432}" destId="{09058E97-2D6D-4460-A61E-5F994535679C}" srcOrd="1" destOrd="0" presId="urn:microsoft.com/office/officeart/2005/8/layout/hierarchy1"/>
    <dgm:cxn modelId="{07EE4654-3BBA-4925-90A9-61F8E0AD6C36}" type="presParOf" srcId="{C11E8BBD-4861-46F7-BC6A-5AEB8CE643D6}" destId="{8D1218E8-395E-42C9-B1C0-6C0787840B64}" srcOrd="1" destOrd="0" presId="urn:microsoft.com/office/officeart/2005/8/layout/hierarchy1"/>
    <dgm:cxn modelId="{9E0E0E97-FA1A-44E0-9A21-72DAEFB46EB1}" type="presParOf" srcId="{8D1218E8-395E-42C9-B1C0-6C0787840B64}" destId="{17B001EF-43E7-4A81-AACC-C07B339B7E2E}" srcOrd="0" destOrd="0" presId="urn:microsoft.com/office/officeart/2005/8/layout/hierarchy1"/>
    <dgm:cxn modelId="{1C10C201-02E3-4A76-A3CF-021AF02F2F96}" type="presParOf" srcId="{8D1218E8-395E-42C9-B1C0-6C0787840B64}" destId="{8249328F-A1E9-4F84-A095-183301BECBCC}" srcOrd="1" destOrd="0" presId="urn:microsoft.com/office/officeart/2005/8/layout/hierarchy1"/>
    <dgm:cxn modelId="{D30C88F6-EBA6-4EC4-A640-EDDA8AEC74EA}" type="presParOf" srcId="{8249328F-A1E9-4F84-A095-183301BECBCC}" destId="{9AFF083F-06E8-4278-A82D-959C56A150EE}" srcOrd="0" destOrd="0" presId="urn:microsoft.com/office/officeart/2005/8/layout/hierarchy1"/>
    <dgm:cxn modelId="{A7270722-874E-4524-A829-3C2E1C6F85D7}" type="presParOf" srcId="{9AFF083F-06E8-4278-A82D-959C56A150EE}" destId="{648F769D-2066-4046-9CF2-1858CA164EA5}" srcOrd="0" destOrd="0" presId="urn:microsoft.com/office/officeart/2005/8/layout/hierarchy1"/>
    <dgm:cxn modelId="{F0D1CDAD-28D6-4DE4-BF39-3DE084FEF911}" type="presParOf" srcId="{9AFF083F-06E8-4278-A82D-959C56A150EE}" destId="{4E021796-B6ED-4381-AC19-E9574AAC2B64}" srcOrd="1" destOrd="0" presId="urn:microsoft.com/office/officeart/2005/8/layout/hierarchy1"/>
    <dgm:cxn modelId="{B826F691-6566-4898-B306-4CCC547804D6}" type="presParOf" srcId="{8249328F-A1E9-4F84-A095-183301BECBCC}" destId="{A144A888-5C9A-424F-8FCC-B97F58ADB18C}" srcOrd="1" destOrd="0" presId="urn:microsoft.com/office/officeart/2005/8/layout/hierarchy1"/>
    <dgm:cxn modelId="{0C4C48B4-506E-442E-8244-128F64FEED7A}" type="presParOf" srcId="{A4C84C6C-C7E0-4692-AFDA-6E72D6001B0B}" destId="{DC1818A1-8AB6-473A-A5A4-EA999F57E701}" srcOrd="2" destOrd="0" presId="urn:microsoft.com/office/officeart/2005/8/layout/hierarchy1"/>
    <dgm:cxn modelId="{E781E07C-E632-4DFF-8E72-8699821B29E2}" type="presParOf" srcId="{A4C84C6C-C7E0-4692-AFDA-6E72D6001B0B}" destId="{984723F0-2234-4E84-98C5-60DFCA74ABB2}" srcOrd="3" destOrd="0" presId="urn:microsoft.com/office/officeart/2005/8/layout/hierarchy1"/>
    <dgm:cxn modelId="{02F1A06F-6C5F-4C9D-8EFD-8CD0A56D8C60}" type="presParOf" srcId="{984723F0-2234-4E84-98C5-60DFCA74ABB2}" destId="{0317DB76-02A7-4C59-8B80-E0759B3F4380}" srcOrd="0" destOrd="0" presId="urn:microsoft.com/office/officeart/2005/8/layout/hierarchy1"/>
    <dgm:cxn modelId="{B86EA480-274E-4CF9-BC62-123B0A1EFF1F}" type="presParOf" srcId="{0317DB76-02A7-4C59-8B80-E0759B3F4380}" destId="{E541C4D3-3AF5-40A0-80FD-347ECB125216}" srcOrd="0" destOrd="0" presId="urn:microsoft.com/office/officeart/2005/8/layout/hierarchy1"/>
    <dgm:cxn modelId="{0A2DC273-8F82-4F5F-B46D-E1ACCC503062}" type="presParOf" srcId="{0317DB76-02A7-4C59-8B80-E0759B3F4380}" destId="{2FB6FAE6-9D9F-492E-ABEC-12E6F3F155BE}" srcOrd="1" destOrd="0" presId="urn:microsoft.com/office/officeart/2005/8/layout/hierarchy1"/>
    <dgm:cxn modelId="{A09E9125-2371-47CE-B09C-F92682F336B3}" type="presParOf" srcId="{984723F0-2234-4E84-98C5-60DFCA74ABB2}" destId="{666EFC0D-B25C-4A05-91EF-2ECB498A2309}" srcOrd="1" destOrd="0" presId="urn:microsoft.com/office/officeart/2005/8/layout/hierarchy1"/>
    <dgm:cxn modelId="{7CDFA2E2-1167-4DF3-A866-8CDB882AEE14}" type="presParOf" srcId="{666EFC0D-B25C-4A05-91EF-2ECB498A2309}" destId="{D9AD552E-FC1D-434E-A335-98EF42B4C86D}" srcOrd="0" destOrd="0" presId="urn:microsoft.com/office/officeart/2005/8/layout/hierarchy1"/>
    <dgm:cxn modelId="{07C12412-34E4-4136-90D4-E8BE11D97BC2}" type="presParOf" srcId="{666EFC0D-B25C-4A05-91EF-2ECB498A2309}" destId="{279685FB-56E6-4C98-AC48-31C0C78958DD}" srcOrd="1" destOrd="0" presId="urn:microsoft.com/office/officeart/2005/8/layout/hierarchy1"/>
    <dgm:cxn modelId="{AB4D33C1-451D-4BB6-94E8-23BDC45E272D}" type="presParOf" srcId="{279685FB-56E6-4C98-AC48-31C0C78958DD}" destId="{2CA25493-C730-43FE-9697-FE71E1E44266}" srcOrd="0" destOrd="0" presId="urn:microsoft.com/office/officeart/2005/8/layout/hierarchy1"/>
    <dgm:cxn modelId="{FAA461DB-0E4D-4AAC-A828-5257C6C500E8}" type="presParOf" srcId="{2CA25493-C730-43FE-9697-FE71E1E44266}" destId="{E84A5936-E6A8-4F4B-9A83-7B870C875F16}" srcOrd="0" destOrd="0" presId="urn:microsoft.com/office/officeart/2005/8/layout/hierarchy1"/>
    <dgm:cxn modelId="{5C6E5DC6-699F-4A43-BEFD-492893D244EA}" type="presParOf" srcId="{2CA25493-C730-43FE-9697-FE71E1E44266}" destId="{6DB0DA46-1BAB-42C2-A7C4-33D5622E2D03}" srcOrd="1" destOrd="0" presId="urn:microsoft.com/office/officeart/2005/8/layout/hierarchy1"/>
    <dgm:cxn modelId="{28EA5F90-86EF-49A4-B1B1-71B4A4A1C334}" type="presParOf" srcId="{279685FB-56E6-4C98-AC48-31C0C78958DD}" destId="{93CA90D4-9549-488A-BEBC-29EB31045020}" srcOrd="1" destOrd="0" presId="urn:microsoft.com/office/officeart/2005/8/layout/hierarchy1"/>
    <dgm:cxn modelId="{B371F029-AF99-4A51-9174-B398DFD280EE}" type="presParOf" srcId="{666EFC0D-B25C-4A05-91EF-2ECB498A2309}" destId="{BAC56988-1386-491E-8938-C9685485574C}" srcOrd="2" destOrd="0" presId="urn:microsoft.com/office/officeart/2005/8/layout/hierarchy1"/>
    <dgm:cxn modelId="{55E12DC0-4AF0-47E0-8365-51AF7D1EB2FF}" type="presParOf" srcId="{666EFC0D-B25C-4A05-91EF-2ECB498A2309}" destId="{DB424721-C508-48F3-ACFA-206175FFF1E9}" srcOrd="3" destOrd="0" presId="urn:microsoft.com/office/officeart/2005/8/layout/hierarchy1"/>
    <dgm:cxn modelId="{9CD122F4-E6E5-4E64-BC15-21C7A0ECAD9E}" type="presParOf" srcId="{DB424721-C508-48F3-ACFA-206175FFF1E9}" destId="{1CA40EFA-22F5-4CD6-9821-9F985C05BADF}" srcOrd="0" destOrd="0" presId="urn:microsoft.com/office/officeart/2005/8/layout/hierarchy1"/>
    <dgm:cxn modelId="{246EC1FB-7EB6-4436-945F-4CD51F529283}" type="presParOf" srcId="{1CA40EFA-22F5-4CD6-9821-9F985C05BADF}" destId="{FB66B440-AA4E-46A3-BAC8-0F211619BC38}" srcOrd="0" destOrd="0" presId="urn:microsoft.com/office/officeart/2005/8/layout/hierarchy1"/>
    <dgm:cxn modelId="{707D939E-F173-427C-B08C-C668ABA827D4}" type="presParOf" srcId="{1CA40EFA-22F5-4CD6-9821-9F985C05BADF}" destId="{88FF6A0A-51CC-42C6-9F66-A7A8F3AC026E}" srcOrd="1" destOrd="0" presId="urn:microsoft.com/office/officeart/2005/8/layout/hierarchy1"/>
    <dgm:cxn modelId="{10866DEE-BD89-4B28-B506-4F744EFD69D8}" type="presParOf" srcId="{DB424721-C508-48F3-ACFA-206175FFF1E9}" destId="{4C8B7C56-19C9-488D-A0F7-54B065597211}" srcOrd="1" destOrd="0" presId="urn:microsoft.com/office/officeart/2005/8/layout/hierarchy1"/>
    <dgm:cxn modelId="{A0FC257F-27D6-4570-9C52-82D7F871DA5E}" type="presParOf" srcId="{A4C84C6C-C7E0-4692-AFDA-6E72D6001B0B}" destId="{D3F3B892-FA73-4D2F-A520-CBCD94FBA092}" srcOrd="4" destOrd="0" presId="urn:microsoft.com/office/officeart/2005/8/layout/hierarchy1"/>
    <dgm:cxn modelId="{D48C73F4-9586-4464-BAA1-2EEC99F29C6B}" type="presParOf" srcId="{A4C84C6C-C7E0-4692-AFDA-6E72D6001B0B}" destId="{58EBDCDC-330D-44A5-AAEB-22A2095080CA}" srcOrd="5" destOrd="0" presId="urn:microsoft.com/office/officeart/2005/8/layout/hierarchy1"/>
    <dgm:cxn modelId="{563D82D3-1401-4A95-973D-3E136F9FAD00}" type="presParOf" srcId="{58EBDCDC-330D-44A5-AAEB-22A2095080CA}" destId="{669EE684-F6E5-4412-8483-7663EFCE67EF}" srcOrd="0" destOrd="0" presId="urn:microsoft.com/office/officeart/2005/8/layout/hierarchy1"/>
    <dgm:cxn modelId="{E36B46AB-AF10-43E0-8B1A-8788CDE11FAC}" type="presParOf" srcId="{669EE684-F6E5-4412-8483-7663EFCE67EF}" destId="{89B39358-69F2-4193-9042-E43528B8883B}" srcOrd="0" destOrd="0" presId="urn:microsoft.com/office/officeart/2005/8/layout/hierarchy1"/>
    <dgm:cxn modelId="{98EE186E-4DE1-4DE6-9AF9-8BB0E56E2F16}" type="presParOf" srcId="{669EE684-F6E5-4412-8483-7663EFCE67EF}" destId="{0143F746-8F68-4CD2-B250-8EDF9E90B3D6}" srcOrd="1" destOrd="0" presId="urn:microsoft.com/office/officeart/2005/8/layout/hierarchy1"/>
    <dgm:cxn modelId="{842918AD-AC1F-480B-97E0-F92790A39586}" type="presParOf" srcId="{58EBDCDC-330D-44A5-AAEB-22A2095080CA}" destId="{CFEA40F2-6C27-4BAA-9E02-5330A4A781EF}" srcOrd="1" destOrd="0" presId="urn:microsoft.com/office/officeart/2005/8/layout/hierarchy1"/>
    <dgm:cxn modelId="{517B2307-5853-4B82-81D4-E9EA2DB436A4}" type="presParOf" srcId="{CFEA40F2-6C27-4BAA-9E02-5330A4A781EF}" destId="{B42B82DD-8903-4ADC-BBF8-C33C7DA119BD}" srcOrd="0" destOrd="0" presId="urn:microsoft.com/office/officeart/2005/8/layout/hierarchy1"/>
    <dgm:cxn modelId="{310521DC-2E6C-4B0B-A3C6-19189566C7A7}" type="presParOf" srcId="{CFEA40F2-6C27-4BAA-9E02-5330A4A781EF}" destId="{3835AB44-BD41-45CC-A967-12E1A159A330}" srcOrd="1" destOrd="0" presId="urn:microsoft.com/office/officeart/2005/8/layout/hierarchy1"/>
    <dgm:cxn modelId="{5EB46E60-4402-421C-8C8F-7231DB1FD59A}" type="presParOf" srcId="{3835AB44-BD41-45CC-A967-12E1A159A330}" destId="{DD78A782-FD25-4B35-AEC4-EC306701D056}" srcOrd="0" destOrd="0" presId="urn:microsoft.com/office/officeart/2005/8/layout/hierarchy1"/>
    <dgm:cxn modelId="{CF105281-47CC-4721-B4DB-39A4B89C61A7}" type="presParOf" srcId="{DD78A782-FD25-4B35-AEC4-EC306701D056}" destId="{0A81C4EB-7780-4229-9EB4-19924D58645C}" srcOrd="0" destOrd="0" presId="urn:microsoft.com/office/officeart/2005/8/layout/hierarchy1"/>
    <dgm:cxn modelId="{5C6BD5CD-B3A3-4D4C-8520-CD60E1C9D437}" type="presParOf" srcId="{DD78A782-FD25-4B35-AEC4-EC306701D056}" destId="{E42356FF-58C7-440A-B959-C30985DFBEE3}" srcOrd="1" destOrd="0" presId="urn:microsoft.com/office/officeart/2005/8/layout/hierarchy1"/>
    <dgm:cxn modelId="{14105587-7DDB-4296-80E9-C1A1A7CD6E82}" type="presParOf" srcId="{3835AB44-BD41-45CC-A967-12E1A159A330}" destId="{7715AAAA-BAAF-419F-A2A8-9B22B847B133}" srcOrd="1" destOrd="0" presId="urn:microsoft.com/office/officeart/2005/8/layout/hierarchy1"/>
    <dgm:cxn modelId="{0DDE56B1-5FB1-452D-8EA2-B4738C26B79A}" type="presParOf" srcId="{ADFE5AE9-6515-4DCB-81BA-C2F2C20F5CEE}" destId="{BD27327A-06BF-435F-8CB3-6A761FDEB7BB}" srcOrd="2" destOrd="0" presId="urn:microsoft.com/office/officeart/2005/8/layout/hierarchy1"/>
    <dgm:cxn modelId="{1B0F341C-3F76-4314-89B0-151159E1FF41}" type="presParOf" srcId="{ADFE5AE9-6515-4DCB-81BA-C2F2C20F5CEE}" destId="{E60FEF18-BCBB-43CD-A5A6-0DD55DB78C3F}" srcOrd="3" destOrd="0" presId="urn:microsoft.com/office/officeart/2005/8/layout/hierarchy1"/>
    <dgm:cxn modelId="{9629CC95-4489-4C1B-9D7B-AF84713CF173}" type="presParOf" srcId="{E60FEF18-BCBB-43CD-A5A6-0DD55DB78C3F}" destId="{5EF20D70-0105-455B-8986-D1BF133A1224}" srcOrd="0" destOrd="0" presId="urn:microsoft.com/office/officeart/2005/8/layout/hierarchy1"/>
    <dgm:cxn modelId="{B6C0FF6B-65E0-47D5-943A-236A8467AFB2}" type="presParOf" srcId="{5EF20D70-0105-455B-8986-D1BF133A1224}" destId="{47C1611A-EDE7-4C57-BCEA-3C5CC43D2E79}" srcOrd="0" destOrd="0" presId="urn:microsoft.com/office/officeart/2005/8/layout/hierarchy1"/>
    <dgm:cxn modelId="{49D577C4-1533-4F01-B3E2-CC902A5E74FE}" type="presParOf" srcId="{5EF20D70-0105-455B-8986-D1BF133A1224}" destId="{45CB2D9B-2243-4B5A-AEA2-98DDC4085B53}" srcOrd="1" destOrd="0" presId="urn:microsoft.com/office/officeart/2005/8/layout/hierarchy1"/>
    <dgm:cxn modelId="{890C0369-923C-4F52-A2A5-09365D7C8142}" type="presParOf" srcId="{E60FEF18-BCBB-43CD-A5A6-0DD55DB78C3F}" destId="{DC6D1A84-77D5-43D3-B281-C7C32047BC23}" srcOrd="1" destOrd="0" presId="urn:microsoft.com/office/officeart/2005/8/layout/hierarchy1"/>
    <dgm:cxn modelId="{16C5EB26-E4A9-4844-83B1-5D5607CFDA0C}" type="presParOf" srcId="{DC6D1A84-77D5-43D3-B281-C7C32047BC23}" destId="{E525DCC1-3BC7-47D1-AC65-301B5222563F}" srcOrd="0" destOrd="0" presId="urn:microsoft.com/office/officeart/2005/8/layout/hierarchy1"/>
    <dgm:cxn modelId="{3BC1C122-0B42-4F77-AE31-BE3A29E340A0}" type="presParOf" srcId="{DC6D1A84-77D5-43D3-B281-C7C32047BC23}" destId="{BC435716-F7E3-4985-81DC-41E888057E59}" srcOrd="1" destOrd="0" presId="urn:microsoft.com/office/officeart/2005/8/layout/hierarchy1"/>
    <dgm:cxn modelId="{430CA613-811C-47EB-BC65-838E2AD5D23D}" type="presParOf" srcId="{BC435716-F7E3-4985-81DC-41E888057E59}" destId="{2FC41D7C-C8B8-4AFC-BC78-802B614C9F74}" srcOrd="0" destOrd="0" presId="urn:microsoft.com/office/officeart/2005/8/layout/hierarchy1"/>
    <dgm:cxn modelId="{D0A3C688-3B7B-4F13-A926-E53EC1B32ECD}" type="presParOf" srcId="{2FC41D7C-C8B8-4AFC-BC78-802B614C9F74}" destId="{8C1FFC2C-1870-4ACF-B3DD-F6BD7876679C}" srcOrd="0" destOrd="0" presId="urn:microsoft.com/office/officeart/2005/8/layout/hierarchy1"/>
    <dgm:cxn modelId="{2CCCD3C7-EC37-4359-892D-947AB06A43FE}" type="presParOf" srcId="{2FC41D7C-C8B8-4AFC-BC78-802B614C9F74}" destId="{3440022A-236A-4742-BC0C-6B63B7BC556B}" srcOrd="1" destOrd="0" presId="urn:microsoft.com/office/officeart/2005/8/layout/hierarchy1"/>
    <dgm:cxn modelId="{EFC45375-E29D-4B70-B2F8-2A65C3924772}" type="presParOf" srcId="{BC435716-F7E3-4985-81DC-41E888057E59}" destId="{3C19709A-4105-4C9A-BAFB-155F11B29109}" srcOrd="1" destOrd="0" presId="urn:microsoft.com/office/officeart/2005/8/layout/hierarchy1"/>
    <dgm:cxn modelId="{7ACFAB4A-3315-4A75-A7BE-02221B39C766}" type="presParOf" srcId="{52AA0C46-8C79-49A1-ABAA-5C3DAF34B49E}" destId="{9E87AAC7-8FA1-409C-B59B-DAC474A3D7F6}" srcOrd="4" destOrd="0" presId="urn:microsoft.com/office/officeart/2005/8/layout/hierarchy1"/>
    <dgm:cxn modelId="{A0261FB0-6CAC-4B59-B9FB-AB4B9AFEF1CB}" type="presParOf" srcId="{52AA0C46-8C79-49A1-ABAA-5C3DAF34B49E}" destId="{FEF2345E-B4B3-4E99-9388-336871168A0D}" srcOrd="5" destOrd="0" presId="urn:microsoft.com/office/officeart/2005/8/layout/hierarchy1"/>
    <dgm:cxn modelId="{EA822C80-2A31-4332-9360-C10F5F44886D}" type="presParOf" srcId="{FEF2345E-B4B3-4E99-9388-336871168A0D}" destId="{4A4057BD-2F30-4775-8ABE-72BEA8D32653}" srcOrd="0" destOrd="0" presId="urn:microsoft.com/office/officeart/2005/8/layout/hierarchy1"/>
    <dgm:cxn modelId="{D14FB828-0512-4AA1-9D15-022F916BD23B}" type="presParOf" srcId="{4A4057BD-2F30-4775-8ABE-72BEA8D32653}" destId="{5EFDDE5A-6F9D-46CC-B23E-F60ECB0E7FB3}" srcOrd="0" destOrd="0" presId="urn:microsoft.com/office/officeart/2005/8/layout/hierarchy1"/>
    <dgm:cxn modelId="{A574D78F-E423-4CD6-A676-C2F693EE3B37}" type="presParOf" srcId="{4A4057BD-2F30-4775-8ABE-72BEA8D32653}" destId="{E4CBA675-5A23-4057-8F16-C25872D649DA}" srcOrd="1" destOrd="0" presId="urn:microsoft.com/office/officeart/2005/8/layout/hierarchy1"/>
    <dgm:cxn modelId="{6E65954F-F3BA-47FC-A9F1-5445C4D3A618}" type="presParOf" srcId="{FEF2345E-B4B3-4E99-9388-336871168A0D}" destId="{4EEB33F1-6AAA-4CCB-B7CE-F79BC615F05F}" srcOrd="1" destOrd="0" presId="urn:microsoft.com/office/officeart/2005/8/layout/hierarchy1"/>
    <dgm:cxn modelId="{02F970C4-53CD-423A-B282-9733442CAF18}" type="presParOf" srcId="{4EEB33F1-6AAA-4CCB-B7CE-F79BC615F05F}" destId="{82E2CC74-6ABE-4BD3-943F-73DE1FEB3111}" srcOrd="0" destOrd="0" presId="urn:microsoft.com/office/officeart/2005/8/layout/hierarchy1"/>
    <dgm:cxn modelId="{C4DCACCC-24C6-4868-97D4-682EFFDB9001}" type="presParOf" srcId="{4EEB33F1-6AAA-4CCB-B7CE-F79BC615F05F}" destId="{867A494C-826F-4A64-A889-A21EE7C547D3}" srcOrd="1" destOrd="0" presId="urn:microsoft.com/office/officeart/2005/8/layout/hierarchy1"/>
    <dgm:cxn modelId="{234E7909-E014-498D-A502-60DE8E74D666}" type="presParOf" srcId="{867A494C-826F-4A64-A889-A21EE7C547D3}" destId="{870E5C4A-3039-47B9-B03E-0BEEC5B70F6E}" srcOrd="0" destOrd="0" presId="urn:microsoft.com/office/officeart/2005/8/layout/hierarchy1"/>
    <dgm:cxn modelId="{2C971992-AB2F-4C8D-9FB3-4599F72891DE}" type="presParOf" srcId="{870E5C4A-3039-47B9-B03E-0BEEC5B70F6E}" destId="{9A1D49D8-154A-4D1B-8DEF-0F840E31818F}" srcOrd="0" destOrd="0" presId="urn:microsoft.com/office/officeart/2005/8/layout/hierarchy1"/>
    <dgm:cxn modelId="{E22D2C75-61CD-4C85-921F-CFD26D132511}" type="presParOf" srcId="{870E5C4A-3039-47B9-B03E-0BEEC5B70F6E}" destId="{27B970F7-5AA8-4DC5-AB98-FA6D447E05B9}" srcOrd="1" destOrd="0" presId="urn:microsoft.com/office/officeart/2005/8/layout/hierarchy1"/>
    <dgm:cxn modelId="{81E06D8D-C35D-4F3A-B03F-A6A02F0C4D21}" type="presParOf" srcId="{867A494C-826F-4A64-A889-A21EE7C547D3}" destId="{AC626106-6C88-46F4-A99D-80B02ED12EC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CBE605A-6D5A-481F-A89F-96253053BC8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s-PE"/>
        </a:p>
      </dgm:t>
    </dgm:pt>
    <dgm:pt modelId="{0AF064BC-4EDA-444F-988F-3ABD24DC688B}">
      <dgm:prSet phldrT="[Texto]" custT="1"/>
      <dgm:spPr>
        <a:solidFill>
          <a:schemeClr val="accent1">
            <a:alpha val="90000"/>
          </a:schemeClr>
        </a:solidFill>
      </dgm:spPr>
      <dgm:t>
        <a:bodyPr/>
        <a:lstStyle/>
        <a:p>
          <a:r>
            <a:rPr lang="es-ES" sz="1400" dirty="0"/>
            <a:t>Manufactura Aditiva</a:t>
          </a:r>
          <a:endParaRPr lang="es-PE" sz="1400" dirty="0"/>
        </a:p>
      </dgm:t>
    </dgm:pt>
    <dgm:pt modelId="{39ED2AA1-05AE-48C4-9F67-020291445D66}" type="parTrans" cxnId="{9E75F5BA-A6C3-4024-B1E6-C508EA71B9BF}">
      <dgm:prSet/>
      <dgm:spPr/>
      <dgm:t>
        <a:bodyPr/>
        <a:lstStyle/>
        <a:p>
          <a:endParaRPr lang="es-PE"/>
        </a:p>
      </dgm:t>
    </dgm:pt>
    <dgm:pt modelId="{95517898-53B1-4846-A3FE-D85634DE074E}" type="sibTrans" cxnId="{9E75F5BA-A6C3-4024-B1E6-C508EA71B9BF}">
      <dgm:prSet/>
      <dgm:spPr/>
      <dgm:t>
        <a:bodyPr/>
        <a:lstStyle/>
        <a:p>
          <a:endParaRPr lang="es-PE"/>
        </a:p>
      </dgm:t>
    </dgm:pt>
    <dgm:pt modelId="{41C92E46-08EE-4CE1-B0AF-A6E59FEC40B6}">
      <dgm:prSet phldrT="[Texto]" custT="1"/>
      <dgm:spPr/>
      <dgm:t>
        <a:bodyPr/>
        <a:lstStyle/>
        <a:p>
          <a:r>
            <a:rPr lang="es-ES" sz="1400" dirty="0"/>
            <a:t>Líquido</a:t>
          </a:r>
          <a:endParaRPr lang="es-PE" sz="1400" dirty="0"/>
        </a:p>
      </dgm:t>
    </dgm:pt>
    <dgm:pt modelId="{286327CA-ACE8-4653-9998-D88FA69E35F5}" type="parTrans" cxnId="{E42F6B24-4A58-44BC-B8C2-3E53E30040E4}">
      <dgm:prSet/>
      <dgm:spPr/>
      <dgm:t>
        <a:bodyPr/>
        <a:lstStyle/>
        <a:p>
          <a:endParaRPr lang="es-PE"/>
        </a:p>
      </dgm:t>
    </dgm:pt>
    <dgm:pt modelId="{70B076B7-3E89-4805-A144-E68838E10A2E}" type="sibTrans" cxnId="{E42F6B24-4A58-44BC-B8C2-3E53E30040E4}">
      <dgm:prSet/>
      <dgm:spPr/>
      <dgm:t>
        <a:bodyPr/>
        <a:lstStyle/>
        <a:p>
          <a:endParaRPr lang="es-PE"/>
        </a:p>
      </dgm:t>
    </dgm:pt>
    <dgm:pt modelId="{C7F9B29B-48B0-4B3C-ACCA-998A7002C2B6}">
      <dgm:prSet phldrT="[Texto]" custT="1"/>
      <dgm:spPr/>
      <dgm:t>
        <a:bodyPr/>
        <a:lstStyle/>
        <a:p>
          <a:r>
            <a:rPr lang="es-ES" sz="1400" dirty="0"/>
            <a:t>Fotopolímeros</a:t>
          </a:r>
          <a:endParaRPr lang="es-PE" sz="1400" dirty="0"/>
        </a:p>
      </dgm:t>
    </dgm:pt>
    <dgm:pt modelId="{17DB124A-9C1A-4AB0-9B6D-52C56C9BAF61}" type="parTrans" cxnId="{759F1201-9E9F-4349-89DB-E512E44CBE0D}">
      <dgm:prSet/>
      <dgm:spPr/>
      <dgm:t>
        <a:bodyPr/>
        <a:lstStyle/>
        <a:p>
          <a:endParaRPr lang="es-PE"/>
        </a:p>
      </dgm:t>
    </dgm:pt>
    <dgm:pt modelId="{6566DB26-19C9-4E70-92C0-FD3EE1CBFE17}" type="sibTrans" cxnId="{759F1201-9E9F-4349-89DB-E512E44CBE0D}">
      <dgm:prSet/>
      <dgm:spPr/>
      <dgm:t>
        <a:bodyPr/>
        <a:lstStyle/>
        <a:p>
          <a:endParaRPr lang="es-PE"/>
        </a:p>
      </dgm:t>
    </dgm:pt>
    <dgm:pt modelId="{773620B6-72BD-4AA7-AD3E-C840BE0AB8D5}">
      <dgm:prSet phldrT="[Texto]" custT="1"/>
      <dgm:spPr/>
      <dgm:t>
        <a:bodyPr/>
        <a:lstStyle/>
        <a:p>
          <a:r>
            <a:rPr lang="es-ES" sz="1400" dirty="0"/>
            <a:t>Materiales fundidos</a:t>
          </a:r>
          <a:endParaRPr lang="es-PE" sz="1400" dirty="0"/>
        </a:p>
      </dgm:t>
    </dgm:pt>
    <dgm:pt modelId="{DF9BBC3C-0CDC-47A3-8442-253F6FB492D9}" type="parTrans" cxnId="{BA88FDA5-011F-4002-B4A4-151DF55876E7}">
      <dgm:prSet/>
      <dgm:spPr/>
      <dgm:t>
        <a:bodyPr/>
        <a:lstStyle/>
        <a:p>
          <a:endParaRPr lang="es-PE"/>
        </a:p>
      </dgm:t>
    </dgm:pt>
    <dgm:pt modelId="{175EAD08-F79E-4105-A06D-E5ABC96BE0E9}" type="sibTrans" cxnId="{BA88FDA5-011F-4002-B4A4-151DF55876E7}">
      <dgm:prSet/>
      <dgm:spPr/>
      <dgm:t>
        <a:bodyPr/>
        <a:lstStyle/>
        <a:p>
          <a:endParaRPr lang="es-PE"/>
        </a:p>
      </dgm:t>
    </dgm:pt>
    <dgm:pt modelId="{E79CF8BC-1C1A-4A8F-B396-55A629151831}">
      <dgm:prSet phldrT="[Texto]" custT="1"/>
      <dgm:spPr/>
      <dgm:t>
        <a:bodyPr/>
        <a:lstStyle/>
        <a:p>
          <a:r>
            <a:rPr lang="es-ES" sz="1400" dirty="0"/>
            <a:t>Láminas</a:t>
          </a:r>
          <a:endParaRPr lang="es-PE" sz="1400" dirty="0"/>
        </a:p>
      </dgm:t>
    </dgm:pt>
    <dgm:pt modelId="{75BD56C0-FF3C-48A9-BEB3-10EBF2FC0C71}" type="parTrans" cxnId="{2FC09E09-8682-4480-980F-95F6E492E1E9}">
      <dgm:prSet/>
      <dgm:spPr/>
      <dgm:t>
        <a:bodyPr/>
        <a:lstStyle/>
        <a:p>
          <a:endParaRPr lang="es-PE"/>
        </a:p>
      </dgm:t>
    </dgm:pt>
    <dgm:pt modelId="{1C86DAB6-B300-44C7-A218-90441DA0E67B}" type="sibTrans" cxnId="{2FC09E09-8682-4480-980F-95F6E492E1E9}">
      <dgm:prSet/>
      <dgm:spPr/>
      <dgm:t>
        <a:bodyPr/>
        <a:lstStyle/>
        <a:p>
          <a:endParaRPr lang="es-PE"/>
        </a:p>
      </dgm:t>
    </dgm:pt>
    <dgm:pt modelId="{C9ACDB2E-5201-482E-BCF7-D69DA68C9F89}">
      <dgm:prSet phldrT="[Texto]" custT="1"/>
      <dgm:spPr/>
      <dgm:t>
        <a:bodyPr/>
        <a:lstStyle/>
        <a:p>
          <a:r>
            <a:rPr lang="es-ES" sz="1200" dirty="0" err="1"/>
            <a:t>Laminated</a:t>
          </a:r>
          <a:r>
            <a:rPr lang="es-ES" sz="1200" dirty="0"/>
            <a:t> </a:t>
          </a:r>
          <a:r>
            <a:rPr lang="es-ES" sz="1200" dirty="0" err="1"/>
            <a:t>Object</a:t>
          </a:r>
          <a:r>
            <a:rPr lang="es-ES" sz="1200" dirty="0"/>
            <a:t> </a:t>
          </a:r>
          <a:r>
            <a:rPr lang="es-ES" sz="1200" dirty="0" err="1"/>
            <a:t>Manufacturing</a:t>
          </a:r>
          <a:endParaRPr lang="es-ES" sz="1200" dirty="0"/>
        </a:p>
        <a:p>
          <a:r>
            <a:rPr lang="es-ES" sz="1200" dirty="0"/>
            <a:t>(LOM)</a:t>
          </a:r>
          <a:endParaRPr lang="es-PE" sz="1200" dirty="0"/>
        </a:p>
      </dgm:t>
    </dgm:pt>
    <dgm:pt modelId="{DE1AD62E-E082-436D-9A97-63321B4A7612}" type="parTrans" cxnId="{0D1136F5-BCE9-4ED3-982C-5575778C6422}">
      <dgm:prSet/>
      <dgm:spPr/>
      <dgm:t>
        <a:bodyPr/>
        <a:lstStyle/>
        <a:p>
          <a:endParaRPr lang="es-PE"/>
        </a:p>
      </dgm:t>
    </dgm:pt>
    <dgm:pt modelId="{AA815CD0-3328-4CFD-B71E-3DE13ADC19CF}" type="sibTrans" cxnId="{0D1136F5-BCE9-4ED3-982C-5575778C6422}">
      <dgm:prSet/>
      <dgm:spPr/>
      <dgm:t>
        <a:bodyPr/>
        <a:lstStyle/>
        <a:p>
          <a:endParaRPr lang="es-PE"/>
        </a:p>
      </dgm:t>
    </dgm:pt>
    <dgm:pt modelId="{D3164122-362F-4780-87EA-5452179970C9}">
      <dgm:prSet custT="1"/>
      <dgm:spPr/>
      <dgm:t>
        <a:bodyPr/>
        <a:lstStyle/>
        <a:p>
          <a:r>
            <a:rPr lang="es-ES" sz="1400" dirty="0"/>
            <a:t>Polvos</a:t>
          </a:r>
          <a:endParaRPr lang="es-PE" sz="1400" dirty="0"/>
        </a:p>
      </dgm:t>
    </dgm:pt>
    <dgm:pt modelId="{2D2E37F3-7FF9-4529-BB9C-5F572877A8AB}" type="parTrans" cxnId="{CEEFA4CE-42C1-480B-9119-59D254F0314C}">
      <dgm:prSet/>
      <dgm:spPr/>
      <dgm:t>
        <a:bodyPr/>
        <a:lstStyle/>
        <a:p>
          <a:endParaRPr lang="es-PE"/>
        </a:p>
      </dgm:t>
    </dgm:pt>
    <dgm:pt modelId="{B3C0564D-CA70-4A91-ACA6-7FEF05F19782}" type="sibTrans" cxnId="{CEEFA4CE-42C1-480B-9119-59D254F0314C}">
      <dgm:prSet/>
      <dgm:spPr/>
      <dgm:t>
        <a:bodyPr/>
        <a:lstStyle/>
        <a:p>
          <a:endParaRPr lang="es-PE"/>
        </a:p>
      </dgm:t>
    </dgm:pt>
    <dgm:pt modelId="{0A6511AE-F9DE-48E7-9EB3-8B12207F7B10}">
      <dgm:prSet custT="1"/>
      <dgm:spPr/>
      <dgm:t>
        <a:bodyPr/>
        <a:lstStyle/>
        <a:p>
          <a:r>
            <a:rPr lang="es-ES" sz="1400" dirty="0"/>
            <a:t>Deposición de laser coaxial</a:t>
          </a:r>
          <a:endParaRPr lang="es-PE" sz="1400" dirty="0"/>
        </a:p>
      </dgm:t>
    </dgm:pt>
    <dgm:pt modelId="{EDA735B4-803E-46FC-824B-ACE907A50C97}" type="parTrans" cxnId="{073CF303-8103-4797-BEB4-606AD9BEA295}">
      <dgm:prSet/>
      <dgm:spPr/>
      <dgm:t>
        <a:bodyPr/>
        <a:lstStyle/>
        <a:p>
          <a:endParaRPr lang="es-PE"/>
        </a:p>
      </dgm:t>
    </dgm:pt>
    <dgm:pt modelId="{5EE1AA29-1C27-4D95-8748-0B702C1312E2}" type="sibTrans" cxnId="{073CF303-8103-4797-BEB4-606AD9BEA295}">
      <dgm:prSet/>
      <dgm:spPr/>
      <dgm:t>
        <a:bodyPr/>
        <a:lstStyle/>
        <a:p>
          <a:endParaRPr lang="es-PE"/>
        </a:p>
      </dgm:t>
    </dgm:pt>
    <dgm:pt modelId="{DF406A71-B3C2-4AE6-8AB9-0D8055C5DF58}">
      <dgm:prSet custT="1"/>
      <dgm:spPr/>
      <dgm:t>
        <a:bodyPr/>
        <a:lstStyle/>
        <a:p>
          <a:r>
            <a:rPr lang="es-ES" sz="1400" dirty="0"/>
            <a:t>Fusión de lecho de polvo</a:t>
          </a:r>
          <a:endParaRPr lang="es-PE" sz="1400" dirty="0"/>
        </a:p>
      </dgm:t>
    </dgm:pt>
    <dgm:pt modelId="{AE66FE3E-D9EC-4BD9-968E-1FDAE6F3B630}" type="parTrans" cxnId="{73A00727-ADEC-475E-9709-504AA6425822}">
      <dgm:prSet/>
      <dgm:spPr/>
      <dgm:t>
        <a:bodyPr/>
        <a:lstStyle/>
        <a:p>
          <a:endParaRPr lang="es-PE"/>
        </a:p>
      </dgm:t>
    </dgm:pt>
    <dgm:pt modelId="{02FC9910-B082-4CDD-8A3D-079A791A92D6}" type="sibTrans" cxnId="{73A00727-ADEC-475E-9709-504AA6425822}">
      <dgm:prSet/>
      <dgm:spPr/>
      <dgm:t>
        <a:bodyPr/>
        <a:lstStyle/>
        <a:p>
          <a:endParaRPr lang="es-PE"/>
        </a:p>
      </dgm:t>
    </dgm:pt>
    <dgm:pt modelId="{7A90E594-363B-402B-A060-DC5DAA2D68D4}">
      <dgm:prSet custT="1"/>
      <dgm:spPr/>
      <dgm:t>
        <a:bodyPr/>
        <a:lstStyle/>
        <a:p>
          <a:r>
            <a:rPr lang="es-ES" sz="1200" dirty="0"/>
            <a:t>Cura mediante escaneo vectorial (láser)</a:t>
          </a:r>
          <a:endParaRPr lang="es-PE" sz="1200" dirty="0"/>
        </a:p>
      </dgm:t>
    </dgm:pt>
    <dgm:pt modelId="{9469052E-40C3-4755-9A73-167758021D10}" type="parTrans" cxnId="{10F4705C-6D94-4FB0-B4A1-CF0CB6B7E599}">
      <dgm:prSet/>
      <dgm:spPr/>
      <dgm:t>
        <a:bodyPr/>
        <a:lstStyle/>
        <a:p>
          <a:endParaRPr lang="es-PE"/>
        </a:p>
      </dgm:t>
    </dgm:pt>
    <dgm:pt modelId="{02C2E2F2-40B4-4430-9534-FE1C13152C7E}" type="sibTrans" cxnId="{10F4705C-6D94-4FB0-B4A1-CF0CB6B7E599}">
      <dgm:prSet/>
      <dgm:spPr/>
      <dgm:t>
        <a:bodyPr/>
        <a:lstStyle/>
        <a:p>
          <a:endParaRPr lang="es-PE"/>
        </a:p>
      </dgm:t>
    </dgm:pt>
    <dgm:pt modelId="{126DD4E3-A4E4-476A-B60E-A35A6BA727B2}">
      <dgm:prSet custT="1"/>
      <dgm:spPr/>
      <dgm:t>
        <a:bodyPr/>
        <a:lstStyle/>
        <a:p>
          <a:r>
            <a:rPr lang="es-ES" sz="1200" dirty="0"/>
            <a:t>Cura mediante escaneo de trama(proyector</a:t>
          </a:r>
          <a:r>
            <a:rPr lang="es-ES" sz="700" dirty="0"/>
            <a:t>)</a:t>
          </a:r>
          <a:endParaRPr lang="es-PE" sz="700" dirty="0"/>
        </a:p>
      </dgm:t>
    </dgm:pt>
    <dgm:pt modelId="{526D28C0-141A-4DC8-9BED-57A1F0807525}" type="parTrans" cxnId="{4AE81EC1-6C4D-4C56-B6C7-B6FA8A0E60C2}">
      <dgm:prSet/>
      <dgm:spPr/>
      <dgm:t>
        <a:bodyPr/>
        <a:lstStyle/>
        <a:p>
          <a:endParaRPr lang="es-PE"/>
        </a:p>
      </dgm:t>
    </dgm:pt>
    <dgm:pt modelId="{40FCC1B4-D9FE-4E33-A45C-BC9CD82DE789}" type="sibTrans" cxnId="{4AE81EC1-6C4D-4C56-B6C7-B6FA8A0E60C2}">
      <dgm:prSet/>
      <dgm:spPr/>
      <dgm:t>
        <a:bodyPr/>
        <a:lstStyle/>
        <a:p>
          <a:endParaRPr lang="es-PE"/>
        </a:p>
      </dgm:t>
    </dgm:pt>
    <dgm:pt modelId="{00C11182-5807-44AB-9985-431CAC2E5275}">
      <dgm:prSet custT="1"/>
      <dgm:spPr/>
      <dgm:t>
        <a:bodyPr/>
        <a:lstStyle/>
        <a:p>
          <a:r>
            <a:rPr lang="es-ES" sz="1200" dirty="0"/>
            <a:t>Curado con lámpara después de deposición selectiva</a:t>
          </a:r>
          <a:endParaRPr lang="es-PE" sz="1200" dirty="0"/>
        </a:p>
      </dgm:t>
    </dgm:pt>
    <dgm:pt modelId="{4D70C2E6-4F2B-40B4-98FC-0991C8A7645E}" type="parTrans" cxnId="{B184B353-9DCD-4C0D-B267-F31A57F47037}">
      <dgm:prSet/>
      <dgm:spPr/>
      <dgm:t>
        <a:bodyPr/>
        <a:lstStyle/>
        <a:p>
          <a:endParaRPr lang="es-PE"/>
        </a:p>
      </dgm:t>
    </dgm:pt>
    <dgm:pt modelId="{56F6BA3C-CE1E-46DD-B7C7-9B91B5B3A478}" type="sibTrans" cxnId="{B184B353-9DCD-4C0D-B267-F31A57F47037}">
      <dgm:prSet/>
      <dgm:spPr/>
      <dgm:t>
        <a:bodyPr/>
        <a:lstStyle/>
        <a:p>
          <a:endParaRPr lang="es-PE"/>
        </a:p>
      </dgm:t>
    </dgm:pt>
    <dgm:pt modelId="{9640E334-9480-4A84-BC70-D24BCF153D52}">
      <dgm:prSet custT="1"/>
      <dgm:spPr/>
      <dgm:t>
        <a:bodyPr/>
        <a:lstStyle/>
        <a:p>
          <a:r>
            <a:rPr lang="es-ES" sz="1200" dirty="0"/>
            <a:t>Estereolitografía</a:t>
          </a:r>
        </a:p>
        <a:p>
          <a:r>
            <a:rPr lang="es-ES" sz="1200" dirty="0"/>
            <a:t>(SLA)</a:t>
          </a:r>
          <a:endParaRPr lang="es-PE" sz="1200" dirty="0"/>
        </a:p>
      </dgm:t>
    </dgm:pt>
    <dgm:pt modelId="{3594922D-EAA2-49B3-BCEC-FA7D0F48F81E}" type="parTrans" cxnId="{F5D547F4-476A-4CAC-97CD-EF4157ED8D44}">
      <dgm:prSet/>
      <dgm:spPr/>
      <dgm:t>
        <a:bodyPr/>
        <a:lstStyle/>
        <a:p>
          <a:endParaRPr lang="es-PE"/>
        </a:p>
      </dgm:t>
    </dgm:pt>
    <dgm:pt modelId="{7F8BCA58-E7ED-410E-8AC5-97143C6F6617}" type="sibTrans" cxnId="{F5D547F4-476A-4CAC-97CD-EF4157ED8D44}">
      <dgm:prSet/>
      <dgm:spPr/>
      <dgm:t>
        <a:bodyPr/>
        <a:lstStyle/>
        <a:p>
          <a:endParaRPr lang="es-PE"/>
        </a:p>
      </dgm:t>
    </dgm:pt>
    <dgm:pt modelId="{A53CC60E-10C3-415E-93A8-9C128720BE0A}">
      <dgm:prSet custT="1"/>
      <dgm:spPr/>
      <dgm:t>
        <a:bodyPr/>
        <a:lstStyle/>
        <a:p>
          <a:r>
            <a:rPr lang="es-ES" sz="1200" dirty="0"/>
            <a:t>Digital Light </a:t>
          </a:r>
          <a:r>
            <a:rPr lang="es-ES" sz="1200" dirty="0" err="1"/>
            <a:t>Projection</a:t>
          </a:r>
          <a:r>
            <a:rPr lang="es-ES" sz="1200" dirty="0"/>
            <a:t> </a:t>
          </a:r>
        </a:p>
        <a:p>
          <a:r>
            <a:rPr lang="es-ES" sz="1200" dirty="0"/>
            <a:t>(DLP)</a:t>
          </a:r>
          <a:endParaRPr lang="es-PE" sz="1200" dirty="0"/>
        </a:p>
      </dgm:t>
    </dgm:pt>
    <dgm:pt modelId="{24F581BF-2B7B-4CEC-98D1-35DD8213987E}" type="parTrans" cxnId="{45873EEB-C9E7-4883-8EA8-C2C0D6D19ADB}">
      <dgm:prSet/>
      <dgm:spPr/>
      <dgm:t>
        <a:bodyPr/>
        <a:lstStyle/>
        <a:p>
          <a:endParaRPr lang="es-PE"/>
        </a:p>
      </dgm:t>
    </dgm:pt>
    <dgm:pt modelId="{7C717820-9FE7-4191-9BF6-117175890E0E}" type="sibTrans" cxnId="{45873EEB-C9E7-4883-8EA8-C2C0D6D19ADB}">
      <dgm:prSet/>
      <dgm:spPr/>
      <dgm:t>
        <a:bodyPr/>
        <a:lstStyle/>
        <a:p>
          <a:endParaRPr lang="es-PE"/>
        </a:p>
      </dgm:t>
    </dgm:pt>
    <dgm:pt modelId="{C670D8F7-BD99-49EB-9E63-876022F745D6}">
      <dgm:prSet custT="1"/>
      <dgm:spPr/>
      <dgm:t>
        <a:bodyPr/>
        <a:lstStyle/>
        <a:p>
          <a:r>
            <a:rPr lang="es-ES" sz="1400" dirty="0"/>
            <a:t>Multi-Jet </a:t>
          </a:r>
          <a:r>
            <a:rPr lang="es-ES" sz="1400" dirty="0" err="1"/>
            <a:t>Modeling</a:t>
          </a:r>
          <a:r>
            <a:rPr lang="es-ES" sz="1400" dirty="0"/>
            <a:t> </a:t>
          </a:r>
        </a:p>
        <a:p>
          <a:r>
            <a:rPr lang="es-ES" sz="1400" dirty="0"/>
            <a:t>(MJM)</a:t>
          </a:r>
          <a:endParaRPr lang="es-PE" sz="1400" dirty="0"/>
        </a:p>
      </dgm:t>
    </dgm:pt>
    <dgm:pt modelId="{3B9BE9A6-0E02-421D-B781-839188EF02AD}" type="parTrans" cxnId="{53F04D4F-8AAB-49D0-AD9B-2864006667AA}">
      <dgm:prSet/>
      <dgm:spPr/>
      <dgm:t>
        <a:bodyPr/>
        <a:lstStyle/>
        <a:p>
          <a:endParaRPr lang="es-PE"/>
        </a:p>
      </dgm:t>
    </dgm:pt>
    <dgm:pt modelId="{F9016663-845B-421E-BF72-43F127870D87}" type="sibTrans" cxnId="{53F04D4F-8AAB-49D0-AD9B-2864006667AA}">
      <dgm:prSet/>
      <dgm:spPr/>
      <dgm:t>
        <a:bodyPr/>
        <a:lstStyle/>
        <a:p>
          <a:endParaRPr lang="es-PE"/>
        </a:p>
      </dgm:t>
    </dgm:pt>
    <dgm:pt modelId="{0513EC31-AAD5-4437-9EE4-F154488A0BD7}">
      <dgm:prSet custT="1"/>
      <dgm:spPr/>
      <dgm:t>
        <a:bodyPr/>
        <a:lstStyle/>
        <a:p>
          <a:r>
            <a:rPr lang="es-ES" sz="1200" dirty="0"/>
            <a:t>Fusión por rayo electrónico</a:t>
          </a:r>
          <a:endParaRPr lang="es-PE" sz="1200" dirty="0"/>
        </a:p>
      </dgm:t>
    </dgm:pt>
    <dgm:pt modelId="{CFB0213E-D365-40F3-9054-6D11DFC6D814}" type="parTrans" cxnId="{C7BF0E12-1FBD-4797-B08D-ED303FBCC745}">
      <dgm:prSet/>
      <dgm:spPr/>
      <dgm:t>
        <a:bodyPr/>
        <a:lstStyle/>
        <a:p>
          <a:endParaRPr lang="es-PE"/>
        </a:p>
      </dgm:t>
    </dgm:pt>
    <dgm:pt modelId="{82A08F32-08F0-4D78-A5A8-52ED076FE9CD}" type="sibTrans" cxnId="{C7BF0E12-1FBD-4797-B08D-ED303FBCC745}">
      <dgm:prSet/>
      <dgm:spPr/>
      <dgm:t>
        <a:bodyPr/>
        <a:lstStyle/>
        <a:p>
          <a:endParaRPr lang="es-PE"/>
        </a:p>
      </dgm:t>
    </dgm:pt>
    <dgm:pt modelId="{00BCEA8F-F653-44D6-88EA-98CFE7C798AD}">
      <dgm:prSet custT="1"/>
      <dgm:spPr/>
      <dgm:t>
        <a:bodyPr/>
        <a:lstStyle/>
        <a:p>
          <a:r>
            <a:rPr lang="es-ES" sz="1400" dirty="0"/>
            <a:t>Fusión por láser</a:t>
          </a:r>
          <a:endParaRPr lang="es-PE" sz="1400" dirty="0"/>
        </a:p>
      </dgm:t>
    </dgm:pt>
    <dgm:pt modelId="{D0CD1F33-805C-4A27-97CA-C3DAF4F16E95}" type="parTrans" cxnId="{8BAB527A-BC46-4A72-81DE-FD40C698BD20}">
      <dgm:prSet/>
      <dgm:spPr/>
      <dgm:t>
        <a:bodyPr/>
        <a:lstStyle/>
        <a:p>
          <a:endParaRPr lang="es-PE"/>
        </a:p>
      </dgm:t>
    </dgm:pt>
    <dgm:pt modelId="{C1D04897-9445-4127-9423-9166C2DA4AEE}" type="sibTrans" cxnId="{8BAB527A-BC46-4A72-81DE-FD40C698BD20}">
      <dgm:prSet/>
      <dgm:spPr/>
      <dgm:t>
        <a:bodyPr/>
        <a:lstStyle/>
        <a:p>
          <a:endParaRPr lang="es-PE"/>
        </a:p>
      </dgm:t>
    </dgm:pt>
    <dgm:pt modelId="{A5B832BC-031F-4639-8F8A-3944F0CDFD20}">
      <dgm:prSet custT="1"/>
      <dgm:spPr/>
      <dgm:t>
        <a:bodyPr/>
        <a:lstStyle/>
        <a:p>
          <a:r>
            <a:rPr lang="es-ES" sz="1200" dirty="0"/>
            <a:t>Laser Metal </a:t>
          </a:r>
          <a:r>
            <a:rPr lang="es-ES" sz="1200" dirty="0" err="1"/>
            <a:t>Deposition</a:t>
          </a:r>
          <a:endParaRPr lang="es-ES" sz="1200" dirty="0"/>
        </a:p>
        <a:p>
          <a:r>
            <a:rPr lang="es-ES" sz="1200" dirty="0"/>
            <a:t>(LMD)</a:t>
          </a:r>
          <a:endParaRPr lang="es-PE" sz="1200" dirty="0"/>
        </a:p>
      </dgm:t>
    </dgm:pt>
    <dgm:pt modelId="{A92D2089-C1CC-417A-BADF-B25EA19CCCA9}" type="parTrans" cxnId="{88A0BAAD-E6D6-4C33-A412-89050EFF5A33}">
      <dgm:prSet/>
      <dgm:spPr/>
      <dgm:t>
        <a:bodyPr/>
        <a:lstStyle/>
        <a:p>
          <a:endParaRPr lang="es-PE"/>
        </a:p>
      </dgm:t>
    </dgm:pt>
    <dgm:pt modelId="{362836F0-F6BA-4C0A-B1F4-A9232C13FF31}" type="sibTrans" cxnId="{88A0BAAD-E6D6-4C33-A412-89050EFF5A33}">
      <dgm:prSet/>
      <dgm:spPr/>
      <dgm:t>
        <a:bodyPr/>
        <a:lstStyle/>
        <a:p>
          <a:endParaRPr lang="es-PE"/>
        </a:p>
      </dgm:t>
    </dgm:pt>
    <dgm:pt modelId="{45A1285D-03E2-4FC5-B63F-CC73CA1A4BEE}">
      <dgm:prSet custT="1"/>
      <dgm:spPr/>
      <dgm:t>
        <a:bodyPr/>
        <a:lstStyle/>
        <a:p>
          <a:r>
            <a:rPr lang="es-ES" sz="1400" dirty="0"/>
            <a:t>Extrusión</a:t>
          </a:r>
          <a:endParaRPr lang="es-PE" sz="1400" dirty="0"/>
        </a:p>
      </dgm:t>
    </dgm:pt>
    <dgm:pt modelId="{EC686701-50BE-4237-AA68-42564EA1EB32}" type="parTrans" cxnId="{C46C6D37-9A27-46A6-96B0-2A5AFD32C6D7}">
      <dgm:prSet/>
      <dgm:spPr/>
      <dgm:t>
        <a:bodyPr/>
        <a:lstStyle/>
        <a:p>
          <a:endParaRPr lang="es-PE"/>
        </a:p>
      </dgm:t>
    </dgm:pt>
    <dgm:pt modelId="{AC3DA7D4-B83A-4B35-A29C-D18EB3BC8726}" type="sibTrans" cxnId="{C46C6D37-9A27-46A6-96B0-2A5AFD32C6D7}">
      <dgm:prSet/>
      <dgm:spPr/>
      <dgm:t>
        <a:bodyPr/>
        <a:lstStyle/>
        <a:p>
          <a:endParaRPr lang="es-PE"/>
        </a:p>
      </dgm:t>
    </dgm:pt>
    <dgm:pt modelId="{5A62F4D5-3144-46CD-9F40-8843616F1D79}">
      <dgm:prSet custT="1"/>
      <dgm:spPr/>
      <dgm:t>
        <a:bodyPr/>
        <a:lstStyle/>
        <a:p>
          <a:r>
            <a:rPr lang="es-ES" sz="1200" dirty="0"/>
            <a:t>Inyección de tinta</a:t>
          </a:r>
        </a:p>
        <a:p>
          <a:r>
            <a:rPr lang="es-ES" sz="1200" dirty="0"/>
            <a:t>(</a:t>
          </a:r>
          <a:r>
            <a:rPr lang="es-ES" sz="1200" dirty="0" err="1"/>
            <a:t>Ink</a:t>
          </a:r>
          <a:r>
            <a:rPr lang="es-ES" sz="1200" dirty="0"/>
            <a:t> </a:t>
          </a:r>
          <a:r>
            <a:rPr lang="es-ES" sz="1200" dirty="0" err="1"/>
            <a:t>Jetting</a:t>
          </a:r>
          <a:r>
            <a:rPr lang="es-ES" sz="1200" dirty="0"/>
            <a:t>)</a:t>
          </a:r>
          <a:endParaRPr lang="es-PE" sz="1200" dirty="0"/>
        </a:p>
      </dgm:t>
    </dgm:pt>
    <dgm:pt modelId="{47FA4421-05FC-4814-959A-7D1222FA097E}" type="parTrans" cxnId="{F6E8CA80-686F-447F-A1A3-6F653AE3AA4A}">
      <dgm:prSet/>
      <dgm:spPr/>
      <dgm:t>
        <a:bodyPr/>
        <a:lstStyle/>
        <a:p>
          <a:endParaRPr lang="es-PE"/>
        </a:p>
      </dgm:t>
    </dgm:pt>
    <dgm:pt modelId="{1A585383-E495-4F8C-993D-6BF4EADA7021}" type="sibTrans" cxnId="{F6E8CA80-686F-447F-A1A3-6F653AE3AA4A}">
      <dgm:prSet/>
      <dgm:spPr/>
      <dgm:t>
        <a:bodyPr/>
        <a:lstStyle/>
        <a:p>
          <a:endParaRPr lang="es-PE"/>
        </a:p>
      </dgm:t>
    </dgm:pt>
    <dgm:pt modelId="{84A31C80-1FE0-4754-AF50-EE9A157A60F6}">
      <dgm:prSet custT="1"/>
      <dgm:spPr/>
      <dgm:t>
        <a:bodyPr/>
        <a:lstStyle/>
        <a:p>
          <a:r>
            <a:rPr lang="es-ES" sz="1200" dirty="0" err="1"/>
            <a:t>Fusion</a:t>
          </a:r>
          <a:r>
            <a:rPr lang="es-ES" sz="1200" dirty="0"/>
            <a:t> </a:t>
          </a:r>
          <a:r>
            <a:rPr lang="es-ES" sz="1200" dirty="0" err="1"/>
            <a:t>Deposition</a:t>
          </a:r>
          <a:r>
            <a:rPr lang="es-ES" sz="1200" dirty="0"/>
            <a:t> </a:t>
          </a:r>
          <a:r>
            <a:rPr lang="es-ES" sz="1200" dirty="0" err="1"/>
            <a:t>Modelling</a:t>
          </a:r>
          <a:r>
            <a:rPr lang="es-ES" sz="1200" dirty="0"/>
            <a:t> </a:t>
          </a:r>
        </a:p>
        <a:p>
          <a:r>
            <a:rPr lang="es-ES" sz="1200" dirty="0"/>
            <a:t>(FDM)</a:t>
          </a:r>
          <a:endParaRPr lang="es-PE" sz="1200" dirty="0"/>
        </a:p>
      </dgm:t>
    </dgm:pt>
    <dgm:pt modelId="{77A40671-9BCE-464B-8290-9F8E4615F3E3}" type="parTrans" cxnId="{4C6E49A7-90D0-4E27-9BCD-4101E185979C}">
      <dgm:prSet/>
      <dgm:spPr/>
      <dgm:t>
        <a:bodyPr/>
        <a:lstStyle/>
        <a:p>
          <a:endParaRPr lang="es-PE"/>
        </a:p>
      </dgm:t>
    </dgm:pt>
    <dgm:pt modelId="{FA6C771B-2C35-42C9-B948-47B2DCC922B6}" type="sibTrans" cxnId="{4C6E49A7-90D0-4E27-9BCD-4101E185979C}">
      <dgm:prSet/>
      <dgm:spPr/>
      <dgm:t>
        <a:bodyPr/>
        <a:lstStyle/>
        <a:p>
          <a:endParaRPr lang="es-PE"/>
        </a:p>
      </dgm:t>
    </dgm:pt>
    <dgm:pt modelId="{268D4E39-0CDB-40D6-B715-717E2E617DEF}">
      <dgm:prSet custT="1"/>
      <dgm:spPr/>
      <dgm:t>
        <a:bodyPr/>
        <a:lstStyle/>
        <a:p>
          <a:r>
            <a:rPr lang="es-ES" sz="1200" dirty="0" err="1"/>
            <a:t>Drop</a:t>
          </a:r>
          <a:r>
            <a:rPr lang="es-ES" sz="1200" dirty="0"/>
            <a:t> </a:t>
          </a:r>
          <a:r>
            <a:rPr lang="es-ES" sz="1200" dirty="0" err="1"/>
            <a:t>on</a:t>
          </a:r>
          <a:r>
            <a:rPr lang="es-ES" sz="1200" dirty="0"/>
            <a:t> </a:t>
          </a:r>
          <a:r>
            <a:rPr lang="es-ES" sz="1200" dirty="0" err="1"/>
            <a:t>Demand</a:t>
          </a:r>
          <a:endParaRPr lang="es-ES" sz="1200" dirty="0"/>
        </a:p>
        <a:p>
          <a:r>
            <a:rPr lang="es-ES" sz="1200" dirty="0"/>
            <a:t>(</a:t>
          </a:r>
          <a:r>
            <a:rPr lang="es-ES" sz="1200" dirty="0" err="1"/>
            <a:t>DoD</a:t>
          </a:r>
          <a:r>
            <a:rPr lang="es-ES" sz="1200" dirty="0"/>
            <a:t>)</a:t>
          </a:r>
          <a:endParaRPr lang="es-PE" sz="1200" dirty="0"/>
        </a:p>
      </dgm:t>
    </dgm:pt>
    <dgm:pt modelId="{010C120B-AC4B-4CDB-A3BC-E70DEE42375E}" type="parTrans" cxnId="{B1FEDAEB-3F47-48C4-8DC9-C0D820161F8E}">
      <dgm:prSet/>
      <dgm:spPr/>
      <dgm:t>
        <a:bodyPr/>
        <a:lstStyle/>
        <a:p>
          <a:endParaRPr lang="es-PE"/>
        </a:p>
      </dgm:t>
    </dgm:pt>
    <dgm:pt modelId="{C9662D08-79E0-4ABC-9DA1-966C50D2329B}" type="sibTrans" cxnId="{B1FEDAEB-3F47-48C4-8DC9-C0D820161F8E}">
      <dgm:prSet/>
      <dgm:spPr/>
      <dgm:t>
        <a:bodyPr/>
        <a:lstStyle/>
        <a:p>
          <a:endParaRPr lang="es-PE"/>
        </a:p>
      </dgm:t>
    </dgm:pt>
    <dgm:pt modelId="{52AA8B8A-83AC-475C-BCDE-6198406BCF2D}">
      <dgm:prSet custT="1"/>
      <dgm:spPr/>
      <dgm:t>
        <a:bodyPr/>
        <a:lstStyle/>
        <a:p>
          <a:r>
            <a:rPr lang="es-ES" sz="1400" dirty="0"/>
            <a:t>Fusión por aglutinante</a:t>
          </a:r>
          <a:endParaRPr lang="es-PE" sz="1400" dirty="0"/>
        </a:p>
      </dgm:t>
    </dgm:pt>
    <dgm:pt modelId="{7CD4D9AA-038E-4AB0-A05A-0F3540D2B4F0}" type="parTrans" cxnId="{E7E7C302-41AE-47E0-A139-6C3B1BABF28C}">
      <dgm:prSet/>
      <dgm:spPr/>
      <dgm:t>
        <a:bodyPr/>
        <a:lstStyle/>
        <a:p>
          <a:endParaRPr lang="es-PE"/>
        </a:p>
      </dgm:t>
    </dgm:pt>
    <dgm:pt modelId="{84FF4F00-7A11-40A7-93E9-FD531293D9DC}" type="sibTrans" cxnId="{E7E7C302-41AE-47E0-A139-6C3B1BABF28C}">
      <dgm:prSet/>
      <dgm:spPr/>
      <dgm:t>
        <a:bodyPr/>
        <a:lstStyle/>
        <a:p>
          <a:endParaRPr lang="es-PE"/>
        </a:p>
      </dgm:t>
    </dgm:pt>
    <dgm:pt modelId="{562EACE6-FC7B-4591-94DE-DAFBC20EC355}">
      <dgm:prSet custT="1"/>
      <dgm:spPr/>
      <dgm:t>
        <a:bodyPr/>
        <a:lstStyle/>
        <a:p>
          <a:r>
            <a:rPr lang="es-ES" sz="1200" dirty="0" err="1"/>
            <a:t>Electron</a:t>
          </a:r>
          <a:r>
            <a:rPr lang="es-ES" sz="1200" dirty="0"/>
            <a:t> Beam </a:t>
          </a:r>
          <a:r>
            <a:rPr lang="es-ES" sz="1200" dirty="0" err="1"/>
            <a:t>Melting</a:t>
          </a:r>
          <a:r>
            <a:rPr lang="es-ES" sz="1200" dirty="0"/>
            <a:t> </a:t>
          </a:r>
        </a:p>
        <a:p>
          <a:r>
            <a:rPr lang="es-ES" sz="1200" dirty="0"/>
            <a:t>(EBM)</a:t>
          </a:r>
          <a:endParaRPr lang="es-PE" sz="1200" dirty="0"/>
        </a:p>
      </dgm:t>
    </dgm:pt>
    <dgm:pt modelId="{52253047-0489-4A13-A1AF-649C4DC0F3AE}" type="parTrans" cxnId="{D8B92F5C-3928-4032-9F53-5507E9E15785}">
      <dgm:prSet/>
      <dgm:spPr/>
      <dgm:t>
        <a:bodyPr/>
        <a:lstStyle/>
        <a:p>
          <a:endParaRPr lang="es-PE"/>
        </a:p>
      </dgm:t>
    </dgm:pt>
    <dgm:pt modelId="{C2E82E2E-12E2-45C2-B612-0E2F55E1579E}" type="sibTrans" cxnId="{D8B92F5C-3928-4032-9F53-5507E9E15785}">
      <dgm:prSet/>
      <dgm:spPr/>
      <dgm:t>
        <a:bodyPr/>
        <a:lstStyle/>
        <a:p>
          <a:endParaRPr lang="es-PE"/>
        </a:p>
      </dgm:t>
    </dgm:pt>
    <dgm:pt modelId="{22520C4F-F507-4C3D-AC8A-BB3E73A4F915}">
      <dgm:prSet custT="1"/>
      <dgm:spPr/>
      <dgm:t>
        <a:bodyPr/>
        <a:lstStyle/>
        <a:p>
          <a:r>
            <a:rPr lang="es-ES" sz="1200" dirty="0" err="1"/>
            <a:t>Selective</a:t>
          </a:r>
          <a:r>
            <a:rPr lang="es-ES" sz="1200" dirty="0"/>
            <a:t> Laser </a:t>
          </a:r>
          <a:r>
            <a:rPr lang="es-ES" sz="1200" dirty="0" err="1"/>
            <a:t>Sintering</a:t>
          </a:r>
          <a:r>
            <a:rPr lang="es-ES" sz="1200" dirty="0"/>
            <a:t> </a:t>
          </a:r>
        </a:p>
        <a:p>
          <a:r>
            <a:rPr lang="es-ES" sz="1200" dirty="0"/>
            <a:t>(SLS)</a:t>
          </a:r>
          <a:endParaRPr lang="es-PE" sz="1200" dirty="0"/>
        </a:p>
      </dgm:t>
    </dgm:pt>
    <dgm:pt modelId="{B8CD523F-C125-4FED-9040-AA05AAE6539F}" type="parTrans" cxnId="{70FCC8C1-4AB0-4F53-B1CE-E6FE95D46ABD}">
      <dgm:prSet/>
      <dgm:spPr/>
      <dgm:t>
        <a:bodyPr/>
        <a:lstStyle/>
        <a:p>
          <a:endParaRPr lang="es-PE"/>
        </a:p>
      </dgm:t>
    </dgm:pt>
    <dgm:pt modelId="{F3812D61-215A-4E48-B00B-2410023302E9}" type="sibTrans" cxnId="{70FCC8C1-4AB0-4F53-B1CE-E6FE95D46ABD}">
      <dgm:prSet/>
      <dgm:spPr/>
      <dgm:t>
        <a:bodyPr/>
        <a:lstStyle/>
        <a:p>
          <a:endParaRPr lang="es-PE"/>
        </a:p>
      </dgm:t>
    </dgm:pt>
    <dgm:pt modelId="{B24432E6-165B-413C-8840-C51C572E5465}">
      <dgm:prSet custT="1"/>
      <dgm:spPr/>
      <dgm:t>
        <a:bodyPr/>
        <a:lstStyle/>
        <a:p>
          <a:r>
            <a:rPr lang="es-ES" sz="1200" dirty="0"/>
            <a:t>Direct Metal Laser </a:t>
          </a:r>
          <a:r>
            <a:rPr lang="es-ES" sz="1200" dirty="0" err="1"/>
            <a:t>Sintering</a:t>
          </a:r>
          <a:endParaRPr lang="es-ES" sz="1200" dirty="0"/>
        </a:p>
        <a:p>
          <a:r>
            <a:rPr lang="es-ES" sz="1200" dirty="0"/>
            <a:t>(DMLS)</a:t>
          </a:r>
          <a:endParaRPr lang="es-PE" sz="1200" dirty="0"/>
        </a:p>
      </dgm:t>
    </dgm:pt>
    <dgm:pt modelId="{032E8684-C34A-4B1E-9057-8170360BAFAF}" type="parTrans" cxnId="{7CB04309-162B-4AB6-BCF3-D0CB43E43FB2}">
      <dgm:prSet/>
      <dgm:spPr/>
      <dgm:t>
        <a:bodyPr/>
        <a:lstStyle/>
        <a:p>
          <a:endParaRPr lang="es-PE"/>
        </a:p>
      </dgm:t>
    </dgm:pt>
    <dgm:pt modelId="{8CCAC0A4-7A04-44AE-AEBA-C56890E35A9E}" type="sibTrans" cxnId="{7CB04309-162B-4AB6-BCF3-D0CB43E43FB2}">
      <dgm:prSet/>
      <dgm:spPr/>
      <dgm:t>
        <a:bodyPr/>
        <a:lstStyle/>
        <a:p>
          <a:endParaRPr lang="es-PE"/>
        </a:p>
      </dgm:t>
    </dgm:pt>
    <dgm:pt modelId="{192A8348-DEA3-487C-91D6-F1498586A4BC}">
      <dgm:prSet custT="1"/>
      <dgm:spPr/>
      <dgm:t>
        <a:bodyPr/>
        <a:lstStyle/>
        <a:p>
          <a:r>
            <a:rPr lang="es-ES" sz="1200" dirty="0" err="1"/>
            <a:t>Binder</a:t>
          </a:r>
          <a:r>
            <a:rPr lang="es-ES" sz="1200" dirty="0"/>
            <a:t> </a:t>
          </a:r>
          <a:r>
            <a:rPr lang="es-ES" sz="1200" dirty="0" err="1"/>
            <a:t>Jetting</a:t>
          </a:r>
          <a:endParaRPr lang="es-ES" sz="1200" dirty="0"/>
        </a:p>
        <a:p>
          <a:r>
            <a:rPr lang="es-ES" sz="1200" dirty="0"/>
            <a:t>(BJ)</a:t>
          </a:r>
          <a:endParaRPr lang="es-PE" sz="1200" dirty="0"/>
        </a:p>
      </dgm:t>
    </dgm:pt>
    <dgm:pt modelId="{28936F62-E7AD-40E4-B032-CE9E9A348FA9}" type="parTrans" cxnId="{7FA058C0-8548-4F04-B25B-5FB9B3952262}">
      <dgm:prSet/>
      <dgm:spPr/>
      <dgm:t>
        <a:bodyPr/>
        <a:lstStyle/>
        <a:p>
          <a:endParaRPr lang="es-PE"/>
        </a:p>
      </dgm:t>
    </dgm:pt>
    <dgm:pt modelId="{FB827B7F-9381-4A4A-8BCA-32C89CF2B91C}" type="sibTrans" cxnId="{7FA058C0-8548-4F04-B25B-5FB9B3952262}">
      <dgm:prSet/>
      <dgm:spPr/>
      <dgm:t>
        <a:bodyPr/>
        <a:lstStyle/>
        <a:p>
          <a:endParaRPr lang="es-PE"/>
        </a:p>
      </dgm:t>
    </dgm:pt>
    <dgm:pt modelId="{9527C100-3346-4D8C-AEF2-3493117146B9}" type="pres">
      <dgm:prSet presAssocID="{6CBE605A-6D5A-481F-A89F-96253053BC8F}" presName="hierChild1" presStyleCnt="0">
        <dgm:presLayoutVars>
          <dgm:chPref val="1"/>
          <dgm:dir/>
          <dgm:animOne val="branch"/>
          <dgm:animLvl val="lvl"/>
          <dgm:resizeHandles/>
        </dgm:presLayoutVars>
      </dgm:prSet>
      <dgm:spPr/>
    </dgm:pt>
    <dgm:pt modelId="{F4659643-A17D-4730-B5C8-8AA9619ADD02}" type="pres">
      <dgm:prSet presAssocID="{0AF064BC-4EDA-444F-988F-3ABD24DC688B}" presName="hierRoot1" presStyleCnt="0"/>
      <dgm:spPr/>
    </dgm:pt>
    <dgm:pt modelId="{DDC2FE42-A3F3-4FFD-99B2-CBB8B1F77803}" type="pres">
      <dgm:prSet presAssocID="{0AF064BC-4EDA-444F-988F-3ABD24DC688B}" presName="composite" presStyleCnt="0"/>
      <dgm:spPr/>
    </dgm:pt>
    <dgm:pt modelId="{5F5B63A1-87FB-4EFC-BE4B-DA4F05642682}" type="pres">
      <dgm:prSet presAssocID="{0AF064BC-4EDA-444F-988F-3ABD24DC688B}" presName="background" presStyleLbl="node0" presStyleIdx="0" presStyleCnt="1"/>
      <dgm:spPr/>
    </dgm:pt>
    <dgm:pt modelId="{ADADA60F-19B2-4074-B728-71723E606108}" type="pres">
      <dgm:prSet presAssocID="{0AF064BC-4EDA-444F-988F-3ABD24DC688B}" presName="text" presStyleLbl="fgAcc0" presStyleIdx="0" presStyleCnt="1" custScaleX="172596" custScaleY="168399">
        <dgm:presLayoutVars>
          <dgm:chPref val="3"/>
        </dgm:presLayoutVars>
      </dgm:prSet>
      <dgm:spPr/>
    </dgm:pt>
    <dgm:pt modelId="{52AA0C46-8C79-49A1-ABAA-5C3DAF34B49E}" type="pres">
      <dgm:prSet presAssocID="{0AF064BC-4EDA-444F-988F-3ABD24DC688B}" presName="hierChild2" presStyleCnt="0"/>
      <dgm:spPr/>
    </dgm:pt>
    <dgm:pt modelId="{54C5C67C-4C45-4216-A95E-F6F65EC96C8D}" type="pres">
      <dgm:prSet presAssocID="{286327CA-ACE8-4653-9998-D88FA69E35F5}" presName="Name10" presStyleLbl="parChTrans1D2" presStyleIdx="0" presStyleCnt="3"/>
      <dgm:spPr/>
    </dgm:pt>
    <dgm:pt modelId="{C510BAC4-CE52-4258-AB8C-5006EE97AE16}" type="pres">
      <dgm:prSet presAssocID="{41C92E46-08EE-4CE1-B0AF-A6E59FEC40B6}" presName="hierRoot2" presStyleCnt="0"/>
      <dgm:spPr/>
    </dgm:pt>
    <dgm:pt modelId="{35F2A059-171D-4730-9AB8-28E703E9A94F}" type="pres">
      <dgm:prSet presAssocID="{41C92E46-08EE-4CE1-B0AF-A6E59FEC40B6}" presName="composite2" presStyleCnt="0"/>
      <dgm:spPr/>
    </dgm:pt>
    <dgm:pt modelId="{FB0B6571-93CA-44A5-8E24-4103747CA439}" type="pres">
      <dgm:prSet presAssocID="{41C92E46-08EE-4CE1-B0AF-A6E59FEC40B6}" presName="background2" presStyleLbl="node2" presStyleIdx="0" presStyleCnt="3"/>
      <dgm:spPr/>
    </dgm:pt>
    <dgm:pt modelId="{741352B3-95C7-4E61-A55A-302221A248CF}" type="pres">
      <dgm:prSet presAssocID="{41C92E46-08EE-4CE1-B0AF-A6E59FEC40B6}" presName="text2" presStyleLbl="fgAcc2" presStyleIdx="0" presStyleCnt="3">
        <dgm:presLayoutVars>
          <dgm:chPref val="3"/>
        </dgm:presLayoutVars>
      </dgm:prSet>
      <dgm:spPr/>
    </dgm:pt>
    <dgm:pt modelId="{2988F7B9-BB18-49BE-9599-F662950AE806}" type="pres">
      <dgm:prSet presAssocID="{41C92E46-08EE-4CE1-B0AF-A6E59FEC40B6}" presName="hierChild3" presStyleCnt="0"/>
      <dgm:spPr/>
    </dgm:pt>
    <dgm:pt modelId="{05C2727E-D197-4DD7-81D1-57296E128183}" type="pres">
      <dgm:prSet presAssocID="{17DB124A-9C1A-4AB0-9B6D-52C56C9BAF61}" presName="Name17" presStyleLbl="parChTrans1D3" presStyleIdx="0" presStyleCnt="5"/>
      <dgm:spPr/>
    </dgm:pt>
    <dgm:pt modelId="{49FB0E29-7663-4067-91E2-E9BC0AFCCA35}" type="pres">
      <dgm:prSet presAssocID="{C7F9B29B-48B0-4B3C-ACCA-998A7002C2B6}" presName="hierRoot3" presStyleCnt="0"/>
      <dgm:spPr/>
    </dgm:pt>
    <dgm:pt modelId="{66EA0B94-9B82-4A79-944B-03BB8CB8B85A}" type="pres">
      <dgm:prSet presAssocID="{C7F9B29B-48B0-4B3C-ACCA-998A7002C2B6}" presName="composite3" presStyleCnt="0"/>
      <dgm:spPr/>
    </dgm:pt>
    <dgm:pt modelId="{A7B26193-12D5-40E4-9F11-56B852E28DEE}" type="pres">
      <dgm:prSet presAssocID="{C7F9B29B-48B0-4B3C-ACCA-998A7002C2B6}" presName="background3" presStyleLbl="node3" presStyleIdx="0" presStyleCnt="5"/>
      <dgm:spPr/>
    </dgm:pt>
    <dgm:pt modelId="{BC64DDE1-F996-4F72-B5DC-77AEEC0E1908}" type="pres">
      <dgm:prSet presAssocID="{C7F9B29B-48B0-4B3C-ACCA-998A7002C2B6}" presName="text3" presStyleLbl="fgAcc3" presStyleIdx="0" presStyleCnt="5" custScaleX="199867">
        <dgm:presLayoutVars>
          <dgm:chPref val="3"/>
        </dgm:presLayoutVars>
      </dgm:prSet>
      <dgm:spPr/>
    </dgm:pt>
    <dgm:pt modelId="{3FD22C9F-3BC3-417A-B9B3-88E5999338C0}" type="pres">
      <dgm:prSet presAssocID="{C7F9B29B-48B0-4B3C-ACCA-998A7002C2B6}" presName="hierChild4" presStyleCnt="0"/>
      <dgm:spPr/>
    </dgm:pt>
    <dgm:pt modelId="{F59AEC80-C586-41AF-BAD5-BA797DDE0228}" type="pres">
      <dgm:prSet presAssocID="{526D28C0-141A-4DC8-9BED-57A1F0807525}" presName="Name23" presStyleLbl="parChTrans1D4" presStyleIdx="0" presStyleCnt="18"/>
      <dgm:spPr/>
    </dgm:pt>
    <dgm:pt modelId="{2DA195EF-3E84-40F4-BA05-1C18069E68E5}" type="pres">
      <dgm:prSet presAssocID="{126DD4E3-A4E4-476A-B60E-A35A6BA727B2}" presName="hierRoot4" presStyleCnt="0"/>
      <dgm:spPr/>
    </dgm:pt>
    <dgm:pt modelId="{D3DFAA3D-2288-4548-BC65-1C9680FC53C7}" type="pres">
      <dgm:prSet presAssocID="{126DD4E3-A4E4-476A-B60E-A35A6BA727B2}" presName="composite4" presStyleCnt="0"/>
      <dgm:spPr/>
    </dgm:pt>
    <dgm:pt modelId="{9D15A430-DBED-4797-9883-CEA48FB9795A}" type="pres">
      <dgm:prSet presAssocID="{126DD4E3-A4E4-476A-B60E-A35A6BA727B2}" presName="background4" presStyleLbl="node4" presStyleIdx="0" presStyleCnt="18"/>
      <dgm:spPr/>
    </dgm:pt>
    <dgm:pt modelId="{629D5326-99B1-4621-B91F-43D37B11416E}" type="pres">
      <dgm:prSet presAssocID="{126DD4E3-A4E4-476A-B60E-A35A6BA727B2}" presName="text4" presStyleLbl="fgAcc4" presStyleIdx="0" presStyleCnt="18" custScaleX="123166" custScaleY="238148">
        <dgm:presLayoutVars>
          <dgm:chPref val="3"/>
        </dgm:presLayoutVars>
      </dgm:prSet>
      <dgm:spPr/>
    </dgm:pt>
    <dgm:pt modelId="{53432F6C-5D03-4E38-88D0-BD54FE22DD8C}" type="pres">
      <dgm:prSet presAssocID="{126DD4E3-A4E4-476A-B60E-A35A6BA727B2}" presName="hierChild5" presStyleCnt="0"/>
      <dgm:spPr/>
    </dgm:pt>
    <dgm:pt modelId="{C8D251E3-F7AA-416B-8430-B41CA48EA1D5}" type="pres">
      <dgm:prSet presAssocID="{24F581BF-2B7B-4CEC-98D1-35DD8213987E}" presName="Name23" presStyleLbl="parChTrans1D4" presStyleIdx="1" presStyleCnt="18"/>
      <dgm:spPr/>
    </dgm:pt>
    <dgm:pt modelId="{EF46DC86-082B-47A7-BB04-34FF2C66B831}" type="pres">
      <dgm:prSet presAssocID="{A53CC60E-10C3-415E-93A8-9C128720BE0A}" presName="hierRoot4" presStyleCnt="0"/>
      <dgm:spPr/>
    </dgm:pt>
    <dgm:pt modelId="{5940F53F-1C6C-4AB0-AF06-359AF1C2E348}" type="pres">
      <dgm:prSet presAssocID="{A53CC60E-10C3-415E-93A8-9C128720BE0A}" presName="composite4" presStyleCnt="0"/>
      <dgm:spPr/>
    </dgm:pt>
    <dgm:pt modelId="{6F31B42E-D7FE-4F79-B77D-9F7F5361E59E}" type="pres">
      <dgm:prSet presAssocID="{A53CC60E-10C3-415E-93A8-9C128720BE0A}" presName="background4" presStyleLbl="node4" presStyleIdx="1" presStyleCnt="18"/>
      <dgm:spPr/>
    </dgm:pt>
    <dgm:pt modelId="{7618D471-BC2F-4BBB-A5F6-A73C03F07BA5}" type="pres">
      <dgm:prSet presAssocID="{A53CC60E-10C3-415E-93A8-9C128720BE0A}" presName="text4" presStyleLbl="fgAcc4" presStyleIdx="1" presStyleCnt="18" custScaleX="116740" custScaleY="230333">
        <dgm:presLayoutVars>
          <dgm:chPref val="3"/>
        </dgm:presLayoutVars>
      </dgm:prSet>
      <dgm:spPr/>
    </dgm:pt>
    <dgm:pt modelId="{774A7530-D5BB-4927-A351-665AFF8D7A62}" type="pres">
      <dgm:prSet presAssocID="{A53CC60E-10C3-415E-93A8-9C128720BE0A}" presName="hierChild5" presStyleCnt="0"/>
      <dgm:spPr/>
    </dgm:pt>
    <dgm:pt modelId="{4DDB5832-6258-4634-B0DA-4E3D86752BE0}" type="pres">
      <dgm:prSet presAssocID="{9469052E-40C3-4755-9A73-167758021D10}" presName="Name23" presStyleLbl="parChTrans1D4" presStyleIdx="2" presStyleCnt="18"/>
      <dgm:spPr/>
    </dgm:pt>
    <dgm:pt modelId="{1367761A-F0E9-49D9-9BC5-B139AC537713}" type="pres">
      <dgm:prSet presAssocID="{7A90E594-363B-402B-A060-DC5DAA2D68D4}" presName="hierRoot4" presStyleCnt="0"/>
      <dgm:spPr/>
    </dgm:pt>
    <dgm:pt modelId="{561C8962-14BE-41ED-857F-2C7E04BB6E10}" type="pres">
      <dgm:prSet presAssocID="{7A90E594-363B-402B-A060-DC5DAA2D68D4}" presName="composite4" presStyleCnt="0"/>
      <dgm:spPr/>
    </dgm:pt>
    <dgm:pt modelId="{CD9AC1F0-7200-4377-83E2-2953F0C8DE9D}" type="pres">
      <dgm:prSet presAssocID="{7A90E594-363B-402B-A060-DC5DAA2D68D4}" presName="background4" presStyleLbl="node4" presStyleIdx="2" presStyleCnt="18"/>
      <dgm:spPr/>
    </dgm:pt>
    <dgm:pt modelId="{99B99B29-7B4C-4D52-98EB-EB40583810FE}" type="pres">
      <dgm:prSet presAssocID="{7A90E594-363B-402B-A060-DC5DAA2D68D4}" presName="text4" presStyleLbl="fgAcc4" presStyleIdx="2" presStyleCnt="18" custScaleY="184627">
        <dgm:presLayoutVars>
          <dgm:chPref val="3"/>
        </dgm:presLayoutVars>
      </dgm:prSet>
      <dgm:spPr/>
    </dgm:pt>
    <dgm:pt modelId="{DFDD2FD3-5015-47A3-AC31-05FF4CF0562F}" type="pres">
      <dgm:prSet presAssocID="{7A90E594-363B-402B-A060-DC5DAA2D68D4}" presName="hierChild5" presStyleCnt="0"/>
      <dgm:spPr/>
    </dgm:pt>
    <dgm:pt modelId="{03F8D7D9-9430-479F-9DAF-1C10E6B9B1FA}" type="pres">
      <dgm:prSet presAssocID="{3594922D-EAA2-49B3-BCEC-FA7D0F48F81E}" presName="Name23" presStyleLbl="parChTrans1D4" presStyleIdx="3" presStyleCnt="18"/>
      <dgm:spPr/>
    </dgm:pt>
    <dgm:pt modelId="{07F7AC54-86E9-4AF5-AD4A-23D40C2F6609}" type="pres">
      <dgm:prSet presAssocID="{9640E334-9480-4A84-BC70-D24BCF153D52}" presName="hierRoot4" presStyleCnt="0"/>
      <dgm:spPr/>
    </dgm:pt>
    <dgm:pt modelId="{2396085E-1BCB-4A29-B06C-842D13319228}" type="pres">
      <dgm:prSet presAssocID="{9640E334-9480-4A84-BC70-D24BCF153D52}" presName="composite4" presStyleCnt="0"/>
      <dgm:spPr/>
    </dgm:pt>
    <dgm:pt modelId="{5150BB15-1346-483E-AF7D-70E2640A7E40}" type="pres">
      <dgm:prSet presAssocID="{9640E334-9480-4A84-BC70-D24BCF153D52}" presName="background4" presStyleLbl="node4" presStyleIdx="3" presStyleCnt="18"/>
      <dgm:spPr/>
    </dgm:pt>
    <dgm:pt modelId="{CDDF574B-1D82-4FB8-8077-5F85A7CEF7B9}" type="pres">
      <dgm:prSet presAssocID="{9640E334-9480-4A84-BC70-D24BCF153D52}" presName="text4" presStyleLbl="fgAcc4" presStyleIdx="3" presStyleCnt="18" custScaleX="114039" custScaleY="167913">
        <dgm:presLayoutVars>
          <dgm:chPref val="3"/>
        </dgm:presLayoutVars>
      </dgm:prSet>
      <dgm:spPr/>
    </dgm:pt>
    <dgm:pt modelId="{933DDD88-8DD9-4E5E-9806-8B09BE811C9B}" type="pres">
      <dgm:prSet presAssocID="{9640E334-9480-4A84-BC70-D24BCF153D52}" presName="hierChild5" presStyleCnt="0"/>
      <dgm:spPr/>
    </dgm:pt>
    <dgm:pt modelId="{3CBDBA62-4C7E-435D-BC9D-239044301547}" type="pres">
      <dgm:prSet presAssocID="{4D70C2E6-4F2B-40B4-98FC-0991C8A7645E}" presName="Name23" presStyleLbl="parChTrans1D4" presStyleIdx="4" presStyleCnt="18"/>
      <dgm:spPr/>
    </dgm:pt>
    <dgm:pt modelId="{0C985457-ABEA-4543-9E67-3CEAEBACA288}" type="pres">
      <dgm:prSet presAssocID="{00C11182-5807-44AB-9985-431CAC2E5275}" presName="hierRoot4" presStyleCnt="0"/>
      <dgm:spPr/>
    </dgm:pt>
    <dgm:pt modelId="{1583A36E-A3F3-4BD5-939E-C762C960AEBA}" type="pres">
      <dgm:prSet presAssocID="{00C11182-5807-44AB-9985-431CAC2E5275}" presName="composite4" presStyleCnt="0"/>
      <dgm:spPr/>
    </dgm:pt>
    <dgm:pt modelId="{37D316C6-5040-4D74-8864-132E6BA9BBFC}" type="pres">
      <dgm:prSet presAssocID="{00C11182-5807-44AB-9985-431CAC2E5275}" presName="background4" presStyleLbl="node4" presStyleIdx="4" presStyleCnt="18"/>
      <dgm:spPr/>
    </dgm:pt>
    <dgm:pt modelId="{5B81F4FF-90E0-473F-AA26-0933966D080F}" type="pres">
      <dgm:prSet presAssocID="{00C11182-5807-44AB-9985-431CAC2E5275}" presName="text4" presStyleLbl="fgAcc4" presStyleIdx="4" presStyleCnt="18" custScaleY="289991">
        <dgm:presLayoutVars>
          <dgm:chPref val="3"/>
        </dgm:presLayoutVars>
      </dgm:prSet>
      <dgm:spPr/>
    </dgm:pt>
    <dgm:pt modelId="{F7224FD9-C049-4084-8DA9-9FD6F0D3816E}" type="pres">
      <dgm:prSet presAssocID="{00C11182-5807-44AB-9985-431CAC2E5275}" presName="hierChild5" presStyleCnt="0"/>
      <dgm:spPr/>
    </dgm:pt>
    <dgm:pt modelId="{D11D003C-CB16-47A8-9BF7-F56F919A5E74}" type="pres">
      <dgm:prSet presAssocID="{3B9BE9A6-0E02-421D-B781-839188EF02AD}" presName="Name23" presStyleLbl="parChTrans1D4" presStyleIdx="5" presStyleCnt="18"/>
      <dgm:spPr/>
    </dgm:pt>
    <dgm:pt modelId="{4F047DB4-C4BA-4D93-A18F-4C41B3003984}" type="pres">
      <dgm:prSet presAssocID="{C670D8F7-BD99-49EB-9E63-876022F745D6}" presName="hierRoot4" presStyleCnt="0"/>
      <dgm:spPr/>
    </dgm:pt>
    <dgm:pt modelId="{5C8802A8-13CB-4672-98FC-B20CD74DF89D}" type="pres">
      <dgm:prSet presAssocID="{C670D8F7-BD99-49EB-9E63-876022F745D6}" presName="composite4" presStyleCnt="0"/>
      <dgm:spPr/>
    </dgm:pt>
    <dgm:pt modelId="{B3AB75D9-CAB8-4D3E-ADC7-4B8D7ABDFAD3}" type="pres">
      <dgm:prSet presAssocID="{C670D8F7-BD99-49EB-9E63-876022F745D6}" presName="background4" presStyleLbl="node4" presStyleIdx="5" presStyleCnt="18"/>
      <dgm:spPr/>
    </dgm:pt>
    <dgm:pt modelId="{924979AF-3A37-49B4-8161-920557516DF4}" type="pres">
      <dgm:prSet presAssocID="{C670D8F7-BD99-49EB-9E63-876022F745D6}" presName="text4" presStyleLbl="fgAcc4" presStyleIdx="5" presStyleCnt="18" custScaleX="118081" custScaleY="142119">
        <dgm:presLayoutVars>
          <dgm:chPref val="3"/>
        </dgm:presLayoutVars>
      </dgm:prSet>
      <dgm:spPr/>
    </dgm:pt>
    <dgm:pt modelId="{A7191729-F617-4AA6-8763-44492C6750E5}" type="pres">
      <dgm:prSet presAssocID="{C670D8F7-BD99-49EB-9E63-876022F745D6}" presName="hierChild5" presStyleCnt="0"/>
      <dgm:spPr/>
    </dgm:pt>
    <dgm:pt modelId="{E16E5A0E-C98A-486A-A822-BCB1515D6D73}" type="pres">
      <dgm:prSet presAssocID="{DF9BBC3C-0CDC-47A3-8442-253F6FB492D9}" presName="Name17" presStyleLbl="parChTrans1D3" presStyleIdx="1" presStyleCnt="5"/>
      <dgm:spPr/>
    </dgm:pt>
    <dgm:pt modelId="{B9CB67D4-ED5B-47A9-B2C7-641C3D8CC0D1}" type="pres">
      <dgm:prSet presAssocID="{773620B6-72BD-4AA7-AD3E-C840BE0AB8D5}" presName="hierRoot3" presStyleCnt="0"/>
      <dgm:spPr/>
    </dgm:pt>
    <dgm:pt modelId="{830343D5-0977-419B-A2D5-AC6B488CE6A2}" type="pres">
      <dgm:prSet presAssocID="{773620B6-72BD-4AA7-AD3E-C840BE0AB8D5}" presName="composite3" presStyleCnt="0"/>
      <dgm:spPr/>
    </dgm:pt>
    <dgm:pt modelId="{4243BF0C-15AF-4355-BD68-7D01430782DD}" type="pres">
      <dgm:prSet presAssocID="{773620B6-72BD-4AA7-AD3E-C840BE0AB8D5}" presName="background3" presStyleLbl="node3" presStyleIdx="1" presStyleCnt="5"/>
      <dgm:spPr/>
    </dgm:pt>
    <dgm:pt modelId="{EBC58B70-D1C5-47CF-B55B-1F05A54A9968}" type="pres">
      <dgm:prSet presAssocID="{773620B6-72BD-4AA7-AD3E-C840BE0AB8D5}" presName="text3" presStyleLbl="fgAcc3" presStyleIdx="1" presStyleCnt="5" custScaleX="157943">
        <dgm:presLayoutVars>
          <dgm:chPref val="3"/>
        </dgm:presLayoutVars>
      </dgm:prSet>
      <dgm:spPr/>
    </dgm:pt>
    <dgm:pt modelId="{EF337F9F-29D0-4BF2-9DD5-0B29E1C154EC}" type="pres">
      <dgm:prSet presAssocID="{773620B6-72BD-4AA7-AD3E-C840BE0AB8D5}" presName="hierChild4" presStyleCnt="0"/>
      <dgm:spPr/>
    </dgm:pt>
    <dgm:pt modelId="{2691E219-C375-4042-B2EB-189263EA8A4F}" type="pres">
      <dgm:prSet presAssocID="{EC686701-50BE-4237-AA68-42564EA1EB32}" presName="Name23" presStyleLbl="parChTrans1D4" presStyleIdx="6" presStyleCnt="18"/>
      <dgm:spPr/>
    </dgm:pt>
    <dgm:pt modelId="{9FDBE04E-7C00-4DAC-9A4C-165C3F588959}" type="pres">
      <dgm:prSet presAssocID="{45A1285D-03E2-4FC5-B63F-CC73CA1A4BEE}" presName="hierRoot4" presStyleCnt="0"/>
      <dgm:spPr/>
    </dgm:pt>
    <dgm:pt modelId="{57FE2EFC-2652-4F1D-A351-83DF6E670686}" type="pres">
      <dgm:prSet presAssocID="{45A1285D-03E2-4FC5-B63F-CC73CA1A4BEE}" presName="composite4" presStyleCnt="0"/>
      <dgm:spPr/>
    </dgm:pt>
    <dgm:pt modelId="{3060C2E0-FED7-4E6A-A92C-E15167EB816D}" type="pres">
      <dgm:prSet presAssocID="{45A1285D-03E2-4FC5-B63F-CC73CA1A4BEE}" presName="background4" presStyleLbl="node4" presStyleIdx="6" presStyleCnt="18"/>
      <dgm:spPr/>
    </dgm:pt>
    <dgm:pt modelId="{EBAF6D40-DDAF-45A2-A156-DA61074E76FD}" type="pres">
      <dgm:prSet presAssocID="{45A1285D-03E2-4FC5-B63F-CC73CA1A4BEE}" presName="text4" presStyleLbl="fgAcc4" presStyleIdx="6" presStyleCnt="18">
        <dgm:presLayoutVars>
          <dgm:chPref val="3"/>
        </dgm:presLayoutVars>
      </dgm:prSet>
      <dgm:spPr/>
    </dgm:pt>
    <dgm:pt modelId="{865DB349-E5AF-46C0-B0AC-E9D0A52F9C7D}" type="pres">
      <dgm:prSet presAssocID="{45A1285D-03E2-4FC5-B63F-CC73CA1A4BEE}" presName="hierChild5" presStyleCnt="0"/>
      <dgm:spPr/>
    </dgm:pt>
    <dgm:pt modelId="{BB4D565B-F6FC-4706-8990-80151501AC5A}" type="pres">
      <dgm:prSet presAssocID="{77A40671-9BCE-464B-8290-9F8E4615F3E3}" presName="Name23" presStyleLbl="parChTrans1D4" presStyleIdx="7" presStyleCnt="18"/>
      <dgm:spPr/>
    </dgm:pt>
    <dgm:pt modelId="{DB24DBD5-2E0F-4BE1-9EB8-B8E357737FB0}" type="pres">
      <dgm:prSet presAssocID="{84A31C80-1FE0-4754-AF50-EE9A157A60F6}" presName="hierRoot4" presStyleCnt="0"/>
      <dgm:spPr/>
    </dgm:pt>
    <dgm:pt modelId="{A207C99A-26B1-4EAF-BDD6-BFCF06BCD42E}" type="pres">
      <dgm:prSet presAssocID="{84A31C80-1FE0-4754-AF50-EE9A157A60F6}" presName="composite4" presStyleCnt="0"/>
      <dgm:spPr/>
    </dgm:pt>
    <dgm:pt modelId="{E7122916-451F-4F71-B809-118A671FF1E5}" type="pres">
      <dgm:prSet presAssocID="{84A31C80-1FE0-4754-AF50-EE9A157A60F6}" presName="background4" presStyleLbl="node4" presStyleIdx="7" presStyleCnt="18"/>
      <dgm:spPr/>
    </dgm:pt>
    <dgm:pt modelId="{19BED8C5-781F-4015-AE6D-3CDDE6224FD3}" type="pres">
      <dgm:prSet presAssocID="{84A31C80-1FE0-4754-AF50-EE9A157A60F6}" presName="text4" presStyleLbl="fgAcc4" presStyleIdx="7" presStyleCnt="18" custScaleX="119852" custScaleY="248584">
        <dgm:presLayoutVars>
          <dgm:chPref val="3"/>
        </dgm:presLayoutVars>
      </dgm:prSet>
      <dgm:spPr/>
    </dgm:pt>
    <dgm:pt modelId="{80D88D14-C8A1-488D-B1CA-341ABB7F36C5}" type="pres">
      <dgm:prSet presAssocID="{84A31C80-1FE0-4754-AF50-EE9A157A60F6}" presName="hierChild5" presStyleCnt="0"/>
      <dgm:spPr/>
    </dgm:pt>
    <dgm:pt modelId="{645ED8B1-5E96-473B-AA23-D316EBED0923}" type="pres">
      <dgm:prSet presAssocID="{47FA4421-05FC-4814-959A-7D1222FA097E}" presName="Name23" presStyleLbl="parChTrans1D4" presStyleIdx="8" presStyleCnt="18"/>
      <dgm:spPr/>
    </dgm:pt>
    <dgm:pt modelId="{3664CB06-1BF2-4F87-88EC-7F3A613F216A}" type="pres">
      <dgm:prSet presAssocID="{5A62F4D5-3144-46CD-9F40-8843616F1D79}" presName="hierRoot4" presStyleCnt="0"/>
      <dgm:spPr/>
    </dgm:pt>
    <dgm:pt modelId="{CE225D9A-D68F-484B-989A-AE927810BF42}" type="pres">
      <dgm:prSet presAssocID="{5A62F4D5-3144-46CD-9F40-8843616F1D79}" presName="composite4" presStyleCnt="0"/>
      <dgm:spPr/>
    </dgm:pt>
    <dgm:pt modelId="{A8C67FA6-7ABD-4618-B377-927EC3884E24}" type="pres">
      <dgm:prSet presAssocID="{5A62F4D5-3144-46CD-9F40-8843616F1D79}" presName="background4" presStyleLbl="node4" presStyleIdx="8" presStyleCnt="18"/>
      <dgm:spPr/>
    </dgm:pt>
    <dgm:pt modelId="{15C394E3-2F48-457A-8810-B39903F4222F}" type="pres">
      <dgm:prSet presAssocID="{5A62F4D5-3144-46CD-9F40-8843616F1D79}" presName="text4" presStyleLbl="fgAcc4" presStyleIdx="8" presStyleCnt="18" custScaleY="179056">
        <dgm:presLayoutVars>
          <dgm:chPref val="3"/>
        </dgm:presLayoutVars>
      </dgm:prSet>
      <dgm:spPr/>
    </dgm:pt>
    <dgm:pt modelId="{CA9302BB-7C05-470D-89A4-582741ADBBA0}" type="pres">
      <dgm:prSet presAssocID="{5A62F4D5-3144-46CD-9F40-8843616F1D79}" presName="hierChild5" presStyleCnt="0"/>
      <dgm:spPr/>
    </dgm:pt>
    <dgm:pt modelId="{8D4834AA-BE9C-445D-AEB4-FC39536D94E1}" type="pres">
      <dgm:prSet presAssocID="{010C120B-AC4B-4CDB-A3BC-E70DEE42375E}" presName="Name23" presStyleLbl="parChTrans1D4" presStyleIdx="9" presStyleCnt="18"/>
      <dgm:spPr/>
    </dgm:pt>
    <dgm:pt modelId="{CF09EE53-1413-46C2-ADA2-9A14EED231C4}" type="pres">
      <dgm:prSet presAssocID="{268D4E39-0CDB-40D6-B715-717E2E617DEF}" presName="hierRoot4" presStyleCnt="0"/>
      <dgm:spPr/>
    </dgm:pt>
    <dgm:pt modelId="{C5BC64E9-7896-4C8F-99CB-F797682F6EC4}" type="pres">
      <dgm:prSet presAssocID="{268D4E39-0CDB-40D6-B715-717E2E617DEF}" presName="composite4" presStyleCnt="0"/>
      <dgm:spPr/>
    </dgm:pt>
    <dgm:pt modelId="{E9B3408C-50B8-4856-A4C3-CF930E3AC9F0}" type="pres">
      <dgm:prSet presAssocID="{268D4E39-0CDB-40D6-B715-717E2E617DEF}" presName="background4" presStyleLbl="node4" presStyleIdx="9" presStyleCnt="18"/>
      <dgm:spPr/>
    </dgm:pt>
    <dgm:pt modelId="{E304D56B-239A-4D0C-A7D2-813502A91E7F}" type="pres">
      <dgm:prSet presAssocID="{268D4E39-0CDB-40D6-B715-717E2E617DEF}" presName="text4" presStyleLbl="fgAcc4" presStyleIdx="9" presStyleCnt="18" custScaleY="208622">
        <dgm:presLayoutVars>
          <dgm:chPref val="3"/>
        </dgm:presLayoutVars>
      </dgm:prSet>
      <dgm:spPr/>
    </dgm:pt>
    <dgm:pt modelId="{B3F67780-1390-42BA-974B-89B15A64F22E}" type="pres">
      <dgm:prSet presAssocID="{268D4E39-0CDB-40D6-B715-717E2E617DEF}" presName="hierChild5" presStyleCnt="0"/>
      <dgm:spPr/>
    </dgm:pt>
    <dgm:pt modelId="{E8E3A2DF-7361-404C-A61F-02C3FC78834E}" type="pres">
      <dgm:prSet presAssocID="{2D2E37F3-7FF9-4529-BB9C-5F572877A8AB}" presName="Name10" presStyleLbl="parChTrans1D2" presStyleIdx="1" presStyleCnt="3"/>
      <dgm:spPr/>
    </dgm:pt>
    <dgm:pt modelId="{D8957EF7-3CB9-49E5-BD5D-ED4DEFB7F48D}" type="pres">
      <dgm:prSet presAssocID="{D3164122-362F-4780-87EA-5452179970C9}" presName="hierRoot2" presStyleCnt="0"/>
      <dgm:spPr/>
    </dgm:pt>
    <dgm:pt modelId="{4DB13304-2B2F-4ADF-AC29-A572FE68047F}" type="pres">
      <dgm:prSet presAssocID="{D3164122-362F-4780-87EA-5452179970C9}" presName="composite2" presStyleCnt="0"/>
      <dgm:spPr/>
    </dgm:pt>
    <dgm:pt modelId="{C99AF00D-587A-4D2F-9DF3-F086B60B49B6}" type="pres">
      <dgm:prSet presAssocID="{D3164122-362F-4780-87EA-5452179970C9}" presName="background2" presStyleLbl="node2" presStyleIdx="1" presStyleCnt="3"/>
      <dgm:spPr/>
    </dgm:pt>
    <dgm:pt modelId="{24C9B9A5-4725-4D4B-8B2A-6E0660D30F18}" type="pres">
      <dgm:prSet presAssocID="{D3164122-362F-4780-87EA-5452179970C9}" presName="text2" presStyleLbl="fgAcc2" presStyleIdx="1" presStyleCnt="3">
        <dgm:presLayoutVars>
          <dgm:chPref val="3"/>
        </dgm:presLayoutVars>
      </dgm:prSet>
      <dgm:spPr/>
    </dgm:pt>
    <dgm:pt modelId="{ADFE5AE9-6515-4DCB-81BA-C2F2C20F5CEE}" type="pres">
      <dgm:prSet presAssocID="{D3164122-362F-4780-87EA-5452179970C9}" presName="hierChild3" presStyleCnt="0"/>
      <dgm:spPr/>
    </dgm:pt>
    <dgm:pt modelId="{0CDB784D-B2D7-4E33-AB5E-42DED4D3DF95}" type="pres">
      <dgm:prSet presAssocID="{AE66FE3E-D9EC-4BD9-968E-1FDAE6F3B630}" presName="Name17" presStyleLbl="parChTrans1D3" presStyleIdx="2" presStyleCnt="5"/>
      <dgm:spPr/>
    </dgm:pt>
    <dgm:pt modelId="{1E24F256-6879-4031-8DEB-4A56A67D8B76}" type="pres">
      <dgm:prSet presAssocID="{DF406A71-B3C2-4AE6-8AB9-0D8055C5DF58}" presName="hierRoot3" presStyleCnt="0"/>
      <dgm:spPr/>
    </dgm:pt>
    <dgm:pt modelId="{946AF80A-242A-4866-A0A3-F4EE4FEAD3E3}" type="pres">
      <dgm:prSet presAssocID="{DF406A71-B3C2-4AE6-8AB9-0D8055C5DF58}" presName="composite3" presStyleCnt="0"/>
      <dgm:spPr/>
    </dgm:pt>
    <dgm:pt modelId="{A8ABF9B4-AFFB-4B89-A425-BBEDF4894B77}" type="pres">
      <dgm:prSet presAssocID="{DF406A71-B3C2-4AE6-8AB9-0D8055C5DF58}" presName="background3" presStyleLbl="node3" presStyleIdx="2" presStyleCnt="5"/>
      <dgm:spPr/>
    </dgm:pt>
    <dgm:pt modelId="{446059D9-CC56-492D-BFE3-1297E163E248}" type="pres">
      <dgm:prSet presAssocID="{DF406A71-B3C2-4AE6-8AB9-0D8055C5DF58}" presName="text3" presStyleLbl="fgAcc3" presStyleIdx="2" presStyleCnt="5" custScaleX="181299">
        <dgm:presLayoutVars>
          <dgm:chPref val="3"/>
        </dgm:presLayoutVars>
      </dgm:prSet>
      <dgm:spPr/>
    </dgm:pt>
    <dgm:pt modelId="{A4C84C6C-C7E0-4692-AFDA-6E72D6001B0B}" type="pres">
      <dgm:prSet presAssocID="{DF406A71-B3C2-4AE6-8AB9-0D8055C5DF58}" presName="hierChild4" presStyleCnt="0"/>
      <dgm:spPr/>
    </dgm:pt>
    <dgm:pt modelId="{97C435D1-BB08-4A46-BEE0-F112D1C689B4}" type="pres">
      <dgm:prSet presAssocID="{CFB0213E-D365-40F3-9054-6D11DFC6D814}" presName="Name23" presStyleLbl="parChTrans1D4" presStyleIdx="10" presStyleCnt="18"/>
      <dgm:spPr/>
    </dgm:pt>
    <dgm:pt modelId="{C11E8BBD-4861-46F7-BC6A-5AEB8CE643D6}" type="pres">
      <dgm:prSet presAssocID="{0513EC31-AAD5-4437-9EE4-F154488A0BD7}" presName="hierRoot4" presStyleCnt="0"/>
      <dgm:spPr/>
    </dgm:pt>
    <dgm:pt modelId="{DFC26B8E-9B07-42A2-93C9-1BF0B5621432}" type="pres">
      <dgm:prSet presAssocID="{0513EC31-AAD5-4437-9EE4-F154488A0BD7}" presName="composite4" presStyleCnt="0"/>
      <dgm:spPr/>
    </dgm:pt>
    <dgm:pt modelId="{8DAE1D9F-ABE0-4BE8-A7DC-F41ADEE0AB61}" type="pres">
      <dgm:prSet presAssocID="{0513EC31-AAD5-4437-9EE4-F154488A0BD7}" presName="background4" presStyleLbl="node4" presStyleIdx="10" presStyleCnt="18"/>
      <dgm:spPr/>
    </dgm:pt>
    <dgm:pt modelId="{09058E97-2D6D-4460-A61E-5F994535679C}" type="pres">
      <dgm:prSet presAssocID="{0513EC31-AAD5-4437-9EE4-F154488A0BD7}" presName="text4" presStyleLbl="fgAcc4" presStyleIdx="10" presStyleCnt="18" custScaleX="114945" custScaleY="138821">
        <dgm:presLayoutVars>
          <dgm:chPref val="3"/>
        </dgm:presLayoutVars>
      </dgm:prSet>
      <dgm:spPr/>
    </dgm:pt>
    <dgm:pt modelId="{8D1218E8-395E-42C9-B1C0-6C0787840B64}" type="pres">
      <dgm:prSet presAssocID="{0513EC31-AAD5-4437-9EE4-F154488A0BD7}" presName="hierChild5" presStyleCnt="0"/>
      <dgm:spPr/>
    </dgm:pt>
    <dgm:pt modelId="{17B001EF-43E7-4A81-AACC-C07B339B7E2E}" type="pres">
      <dgm:prSet presAssocID="{52253047-0489-4A13-A1AF-649C4DC0F3AE}" presName="Name23" presStyleLbl="parChTrans1D4" presStyleIdx="11" presStyleCnt="18"/>
      <dgm:spPr/>
    </dgm:pt>
    <dgm:pt modelId="{8249328F-A1E9-4F84-A095-183301BECBCC}" type="pres">
      <dgm:prSet presAssocID="{562EACE6-FC7B-4591-94DE-DAFBC20EC355}" presName="hierRoot4" presStyleCnt="0"/>
      <dgm:spPr/>
    </dgm:pt>
    <dgm:pt modelId="{9AFF083F-06E8-4278-A82D-959C56A150EE}" type="pres">
      <dgm:prSet presAssocID="{562EACE6-FC7B-4591-94DE-DAFBC20EC355}" presName="composite4" presStyleCnt="0"/>
      <dgm:spPr/>
    </dgm:pt>
    <dgm:pt modelId="{648F769D-2066-4046-9CF2-1858CA164EA5}" type="pres">
      <dgm:prSet presAssocID="{562EACE6-FC7B-4591-94DE-DAFBC20EC355}" presName="background4" presStyleLbl="node4" presStyleIdx="11" presStyleCnt="18"/>
      <dgm:spPr/>
    </dgm:pt>
    <dgm:pt modelId="{4E021796-B6ED-4381-AC19-E9574AAC2B64}" type="pres">
      <dgm:prSet presAssocID="{562EACE6-FC7B-4591-94DE-DAFBC20EC355}" presName="text4" presStyleLbl="fgAcc4" presStyleIdx="11" presStyleCnt="18" custScaleY="187448">
        <dgm:presLayoutVars>
          <dgm:chPref val="3"/>
        </dgm:presLayoutVars>
      </dgm:prSet>
      <dgm:spPr/>
    </dgm:pt>
    <dgm:pt modelId="{A144A888-5C9A-424F-8FCC-B97F58ADB18C}" type="pres">
      <dgm:prSet presAssocID="{562EACE6-FC7B-4591-94DE-DAFBC20EC355}" presName="hierChild5" presStyleCnt="0"/>
      <dgm:spPr/>
    </dgm:pt>
    <dgm:pt modelId="{DC1818A1-8AB6-473A-A5A4-EA999F57E701}" type="pres">
      <dgm:prSet presAssocID="{D0CD1F33-805C-4A27-97CA-C3DAF4F16E95}" presName="Name23" presStyleLbl="parChTrans1D4" presStyleIdx="12" presStyleCnt="18"/>
      <dgm:spPr/>
    </dgm:pt>
    <dgm:pt modelId="{984723F0-2234-4E84-98C5-60DFCA74ABB2}" type="pres">
      <dgm:prSet presAssocID="{00BCEA8F-F653-44D6-88EA-98CFE7C798AD}" presName="hierRoot4" presStyleCnt="0"/>
      <dgm:spPr/>
    </dgm:pt>
    <dgm:pt modelId="{0317DB76-02A7-4C59-8B80-E0759B3F4380}" type="pres">
      <dgm:prSet presAssocID="{00BCEA8F-F653-44D6-88EA-98CFE7C798AD}" presName="composite4" presStyleCnt="0"/>
      <dgm:spPr/>
    </dgm:pt>
    <dgm:pt modelId="{E541C4D3-3AF5-40A0-80FD-347ECB125216}" type="pres">
      <dgm:prSet presAssocID="{00BCEA8F-F653-44D6-88EA-98CFE7C798AD}" presName="background4" presStyleLbl="node4" presStyleIdx="12" presStyleCnt="18"/>
      <dgm:spPr/>
    </dgm:pt>
    <dgm:pt modelId="{2FB6FAE6-9D9F-492E-ABEC-12E6F3F155BE}" type="pres">
      <dgm:prSet presAssocID="{00BCEA8F-F653-44D6-88EA-98CFE7C798AD}" presName="text4" presStyleLbl="fgAcc4" presStyleIdx="12" presStyleCnt="18" custScaleY="136885">
        <dgm:presLayoutVars>
          <dgm:chPref val="3"/>
        </dgm:presLayoutVars>
      </dgm:prSet>
      <dgm:spPr/>
    </dgm:pt>
    <dgm:pt modelId="{666EFC0D-B25C-4A05-91EF-2ECB498A2309}" type="pres">
      <dgm:prSet presAssocID="{00BCEA8F-F653-44D6-88EA-98CFE7C798AD}" presName="hierChild5" presStyleCnt="0"/>
      <dgm:spPr/>
    </dgm:pt>
    <dgm:pt modelId="{D9AD552E-FC1D-434E-A335-98EF42B4C86D}" type="pres">
      <dgm:prSet presAssocID="{B8CD523F-C125-4FED-9040-AA05AAE6539F}" presName="Name23" presStyleLbl="parChTrans1D4" presStyleIdx="13" presStyleCnt="18"/>
      <dgm:spPr/>
    </dgm:pt>
    <dgm:pt modelId="{279685FB-56E6-4C98-AC48-31C0C78958DD}" type="pres">
      <dgm:prSet presAssocID="{22520C4F-F507-4C3D-AC8A-BB3E73A4F915}" presName="hierRoot4" presStyleCnt="0"/>
      <dgm:spPr/>
    </dgm:pt>
    <dgm:pt modelId="{2CA25493-C730-43FE-9697-FE71E1E44266}" type="pres">
      <dgm:prSet presAssocID="{22520C4F-F507-4C3D-AC8A-BB3E73A4F915}" presName="composite4" presStyleCnt="0"/>
      <dgm:spPr/>
    </dgm:pt>
    <dgm:pt modelId="{E84A5936-E6A8-4F4B-9A83-7B870C875F16}" type="pres">
      <dgm:prSet presAssocID="{22520C4F-F507-4C3D-AC8A-BB3E73A4F915}" presName="background4" presStyleLbl="node4" presStyleIdx="13" presStyleCnt="18"/>
      <dgm:spPr/>
    </dgm:pt>
    <dgm:pt modelId="{6DB0DA46-1BAB-42C2-A7C4-33D5622E2D03}" type="pres">
      <dgm:prSet presAssocID="{22520C4F-F507-4C3D-AC8A-BB3E73A4F915}" presName="text4" presStyleLbl="fgAcc4" presStyleIdx="13" presStyleCnt="18" custScaleY="163446">
        <dgm:presLayoutVars>
          <dgm:chPref val="3"/>
        </dgm:presLayoutVars>
      </dgm:prSet>
      <dgm:spPr/>
    </dgm:pt>
    <dgm:pt modelId="{93CA90D4-9549-488A-BEBC-29EB31045020}" type="pres">
      <dgm:prSet presAssocID="{22520C4F-F507-4C3D-AC8A-BB3E73A4F915}" presName="hierChild5" presStyleCnt="0"/>
      <dgm:spPr/>
    </dgm:pt>
    <dgm:pt modelId="{BAC56988-1386-491E-8938-C9685485574C}" type="pres">
      <dgm:prSet presAssocID="{032E8684-C34A-4B1E-9057-8170360BAFAF}" presName="Name23" presStyleLbl="parChTrans1D4" presStyleIdx="14" presStyleCnt="18"/>
      <dgm:spPr/>
    </dgm:pt>
    <dgm:pt modelId="{DB424721-C508-48F3-ACFA-206175FFF1E9}" type="pres">
      <dgm:prSet presAssocID="{B24432E6-165B-413C-8840-C51C572E5465}" presName="hierRoot4" presStyleCnt="0"/>
      <dgm:spPr/>
    </dgm:pt>
    <dgm:pt modelId="{1CA40EFA-22F5-4CD6-9821-9F985C05BADF}" type="pres">
      <dgm:prSet presAssocID="{B24432E6-165B-413C-8840-C51C572E5465}" presName="composite4" presStyleCnt="0"/>
      <dgm:spPr/>
    </dgm:pt>
    <dgm:pt modelId="{FB66B440-AA4E-46A3-BAC8-0F211619BC38}" type="pres">
      <dgm:prSet presAssocID="{B24432E6-165B-413C-8840-C51C572E5465}" presName="background4" presStyleLbl="node4" presStyleIdx="14" presStyleCnt="18"/>
      <dgm:spPr/>
    </dgm:pt>
    <dgm:pt modelId="{88FF6A0A-51CC-42C6-9F66-A7A8F3AC026E}" type="pres">
      <dgm:prSet presAssocID="{B24432E6-165B-413C-8840-C51C572E5465}" presName="text4" presStyleLbl="fgAcc4" presStyleIdx="14" presStyleCnt="18" custScaleY="202974">
        <dgm:presLayoutVars>
          <dgm:chPref val="3"/>
        </dgm:presLayoutVars>
      </dgm:prSet>
      <dgm:spPr/>
    </dgm:pt>
    <dgm:pt modelId="{4C8B7C56-19C9-488D-A0F7-54B065597211}" type="pres">
      <dgm:prSet presAssocID="{B24432E6-165B-413C-8840-C51C572E5465}" presName="hierChild5" presStyleCnt="0"/>
      <dgm:spPr/>
    </dgm:pt>
    <dgm:pt modelId="{D3F3B892-FA73-4D2F-A520-CBCD94FBA092}" type="pres">
      <dgm:prSet presAssocID="{7CD4D9AA-038E-4AB0-A05A-0F3540D2B4F0}" presName="Name23" presStyleLbl="parChTrans1D4" presStyleIdx="15" presStyleCnt="18"/>
      <dgm:spPr/>
    </dgm:pt>
    <dgm:pt modelId="{58EBDCDC-330D-44A5-AAEB-22A2095080CA}" type="pres">
      <dgm:prSet presAssocID="{52AA8B8A-83AC-475C-BCDE-6198406BCF2D}" presName="hierRoot4" presStyleCnt="0"/>
      <dgm:spPr/>
    </dgm:pt>
    <dgm:pt modelId="{669EE684-F6E5-4412-8483-7663EFCE67EF}" type="pres">
      <dgm:prSet presAssocID="{52AA8B8A-83AC-475C-BCDE-6198406BCF2D}" presName="composite4" presStyleCnt="0"/>
      <dgm:spPr/>
    </dgm:pt>
    <dgm:pt modelId="{89B39358-69F2-4193-9042-E43528B8883B}" type="pres">
      <dgm:prSet presAssocID="{52AA8B8A-83AC-475C-BCDE-6198406BCF2D}" presName="background4" presStyleLbl="node4" presStyleIdx="15" presStyleCnt="18"/>
      <dgm:spPr/>
    </dgm:pt>
    <dgm:pt modelId="{0143F746-8F68-4CD2-B250-8EDF9E90B3D6}" type="pres">
      <dgm:prSet presAssocID="{52AA8B8A-83AC-475C-BCDE-6198406BCF2D}" presName="text4" presStyleLbl="fgAcc4" presStyleIdx="15" presStyleCnt="18" custScaleX="112795" custScaleY="206584">
        <dgm:presLayoutVars>
          <dgm:chPref val="3"/>
        </dgm:presLayoutVars>
      </dgm:prSet>
      <dgm:spPr/>
    </dgm:pt>
    <dgm:pt modelId="{CFEA40F2-6C27-4BAA-9E02-5330A4A781EF}" type="pres">
      <dgm:prSet presAssocID="{52AA8B8A-83AC-475C-BCDE-6198406BCF2D}" presName="hierChild5" presStyleCnt="0"/>
      <dgm:spPr/>
    </dgm:pt>
    <dgm:pt modelId="{B42B82DD-8903-4ADC-BBF8-C33C7DA119BD}" type="pres">
      <dgm:prSet presAssocID="{28936F62-E7AD-40E4-B032-CE9E9A348FA9}" presName="Name23" presStyleLbl="parChTrans1D4" presStyleIdx="16" presStyleCnt="18"/>
      <dgm:spPr/>
    </dgm:pt>
    <dgm:pt modelId="{3835AB44-BD41-45CC-A967-12E1A159A330}" type="pres">
      <dgm:prSet presAssocID="{192A8348-DEA3-487C-91D6-F1498586A4BC}" presName="hierRoot4" presStyleCnt="0"/>
      <dgm:spPr/>
    </dgm:pt>
    <dgm:pt modelId="{DD78A782-FD25-4B35-AEC4-EC306701D056}" type="pres">
      <dgm:prSet presAssocID="{192A8348-DEA3-487C-91D6-F1498586A4BC}" presName="composite4" presStyleCnt="0"/>
      <dgm:spPr/>
    </dgm:pt>
    <dgm:pt modelId="{0A81C4EB-7780-4229-9EB4-19924D58645C}" type="pres">
      <dgm:prSet presAssocID="{192A8348-DEA3-487C-91D6-F1498586A4BC}" presName="background4" presStyleLbl="node4" presStyleIdx="16" presStyleCnt="18"/>
      <dgm:spPr/>
    </dgm:pt>
    <dgm:pt modelId="{E42356FF-58C7-440A-B959-C30985DFBEE3}" type="pres">
      <dgm:prSet presAssocID="{192A8348-DEA3-487C-91D6-F1498586A4BC}" presName="text4" presStyleLbl="fgAcc4" presStyleIdx="16" presStyleCnt="18" custScaleY="169093">
        <dgm:presLayoutVars>
          <dgm:chPref val="3"/>
        </dgm:presLayoutVars>
      </dgm:prSet>
      <dgm:spPr/>
    </dgm:pt>
    <dgm:pt modelId="{7715AAAA-BAAF-419F-A2A8-9B22B847B133}" type="pres">
      <dgm:prSet presAssocID="{192A8348-DEA3-487C-91D6-F1498586A4BC}" presName="hierChild5" presStyleCnt="0"/>
      <dgm:spPr/>
    </dgm:pt>
    <dgm:pt modelId="{BD27327A-06BF-435F-8CB3-6A761FDEB7BB}" type="pres">
      <dgm:prSet presAssocID="{EDA735B4-803E-46FC-824B-ACE907A50C97}" presName="Name17" presStyleLbl="parChTrans1D3" presStyleIdx="3" presStyleCnt="5"/>
      <dgm:spPr/>
    </dgm:pt>
    <dgm:pt modelId="{E60FEF18-BCBB-43CD-A5A6-0DD55DB78C3F}" type="pres">
      <dgm:prSet presAssocID="{0A6511AE-F9DE-48E7-9EB3-8B12207F7B10}" presName="hierRoot3" presStyleCnt="0"/>
      <dgm:spPr/>
    </dgm:pt>
    <dgm:pt modelId="{5EF20D70-0105-455B-8986-D1BF133A1224}" type="pres">
      <dgm:prSet presAssocID="{0A6511AE-F9DE-48E7-9EB3-8B12207F7B10}" presName="composite3" presStyleCnt="0"/>
      <dgm:spPr/>
    </dgm:pt>
    <dgm:pt modelId="{47C1611A-EDE7-4C57-BCEA-3C5CC43D2E79}" type="pres">
      <dgm:prSet presAssocID="{0A6511AE-F9DE-48E7-9EB3-8B12207F7B10}" presName="background3" presStyleLbl="node3" presStyleIdx="3" presStyleCnt="5"/>
      <dgm:spPr/>
    </dgm:pt>
    <dgm:pt modelId="{45CB2D9B-2243-4B5A-AEA2-98DDC4085B53}" type="pres">
      <dgm:prSet presAssocID="{0A6511AE-F9DE-48E7-9EB3-8B12207F7B10}" presName="text3" presStyleLbl="fgAcc3" presStyleIdx="3" presStyleCnt="5" custScaleX="173277">
        <dgm:presLayoutVars>
          <dgm:chPref val="3"/>
        </dgm:presLayoutVars>
      </dgm:prSet>
      <dgm:spPr/>
    </dgm:pt>
    <dgm:pt modelId="{DC6D1A84-77D5-43D3-B281-C7C32047BC23}" type="pres">
      <dgm:prSet presAssocID="{0A6511AE-F9DE-48E7-9EB3-8B12207F7B10}" presName="hierChild4" presStyleCnt="0"/>
      <dgm:spPr/>
    </dgm:pt>
    <dgm:pt modelId="{E525DCC1-3BC7-47D1-AC65-301B5222563F}" type="pres">
      <dgm:prSet presAssocID="{A92D2089-C1CC-417A-BADF-B25EA19CCCA9}" presName="Name23" presStyleLbl="parChTrans1D4" presStyleIdx="17" presStyleCnt="18"/>
      <dgm:spPr/>
    </dgm:pt>
    <dgm:pt modelId="{BC435716-F7E3-4985-81DC-41E888057E59}" type="pres">
      <dgm:prSet presAssocID="{A5B832BC-031F-4639-8F8A-3944F0CDFD20}" presName="hierRoot4" presStyleCnt="0"/>
      <dgm:spPr/>
    </dgm:pt>
    <dgm:pt modelId="{2FC41D7C-C8B8-4AFC-BC78-802B614C9F74}" type="pres">
      <dgm:prSet presAssocID="{A5B832BC-031F-4639-8F8A-3944F0CDFD20}" presName="composite4" presStyleCnt="0"/>
      <dgm:spPr/>
    </dgm:pt>
    <dgm:pt modelId="{8C1FFC2C-1870-4ACF-B3DD-F6BD7876679C}" type="pres">
      <dgm:prSet presAssocID="{A5B832BC-031F-4639-8F8A-3944F0CDFD20}" presName="background4" presStyleLbl="node4" presStyleIdx="17" presStyleCnt="18"/>
      <dgm:spPr/>
    </dgm:pt>
    <dgm:pt modelId="{3440022A-236A-4742-BC0C-6B63B7BC556B}" type="pres">
      <dgm:prSet presAssocID="{A5B832BC-031F-4639-8F8A-3944F0CDFD20}" presName="text4" presStyleLbl="fgAcc4" presStyleIdx="17" presStyleCnt="18" custScaleY="201973" custLinFactY="46301" custLinFactNeighborX="3925" custLinFactNeighborY="100000">
        <dgm:presLayoutVars>
          <dgm:chPref val="3"/>
        </dgm:presLayoutVars>
      </dgm:prSet>
      <dgm:spPr/>
    </dgm:pt>
    <dgm:pt modelId="{3C19709A-4105-4C9A-BAFB-155F11B29109}" type="pres">
      <dgm:prSet presAssocID="{A5B832BC-031F-4639-8F8A-3944F0CDFD20}" presName="hierChild5" presStyleCnt="0"/>
      <dgm:spPr/>
    </dgm:pt>
    <dgm:pt modelId="{9E87AAC7-8FA1-409C-B59B-DAC474A3D7F6}" type="pres">
      <dgm:prSet presAssocID="{75BD56C0-FF3C-48A9-BEB3-10EBF2FC0C71}" presName="Name10" presStyleLbl="parChTrans1D2" presStyleIdx="2" presStyleCnt="3"/>
      <dgm:spPr/>
    </dgm:pt>
    <dgm:pt modelId="{FEF2345E-B4B3-4E99-9388-336871168A0D}" type="pres">
      <dgm:prSet presAssocID="{E79CF8BC-1C1A-4A8F-B396-55A629151831}" presName="hierRoot2" presStyleCnt="0"/>
      <dgm:spPr/>
    </dgm:pt>
    <dgm:pt modelId="{4A4057BD-2F30-4775-8ABE-72BEA8D32653}" type="pres">
      <dgm:prSet presAssocID="{E79CF8BC-1C1A-4A8F-B396-55A629151831}" presName="composite2" presStyleCnt="0"/>
      <dgm:spPr/>
    </dgm:pt>
    <dgm:pt modelId="{5EFDDE5A-6F9D-46CC-B23E-F60ECB0E7FB3}" type="pres">
      <dgm:prSet presAssocID="{E79CF8BC-1C1A-4A8F-B396-55A629151831}" presName="background2" presStyleLbl="node2" presStyleIdx="2" presStyleCnt="3"/>
      <dgm:spPr/>
    </dgm:pt>
    <dgm:pt modelId="{E4CBA675-5A23-4057-8F16-C25872D649DA}" type="pres">
      <dgm:prSet presAssocID="{E79CF8BC-1C1A-4A8F-B396-55A629151831}" presName="text2" presStyleLbl="fgAcc2" presStyleIdx="2" presStyleCnt="3" custScaleX="177025">
        <dgm:presLayoutVars>
          <dgm:chPref val="3"/>
        </dgm:presLayoutVars>
      </dgm:prSet>
      <dgm:spPr/>
    </dgm:pt>
    <dgm:pt modelId="{4EEB33F1-6AAA-4CCB-B7CE-F79BC615F05F}" type="pres">
      <dgm:prSet presAssocID="{E79CF8BC-1C1A-4A8F-B396-55A629151831}" presName="hierChild3" presStyleCnt="0"/>
      <dgm:spPr/>
    </dgm:pt>
    <dgm:pt modelId="{82E2CC74-6ABE-4BD3-943F-73DE1FEB3111}" type="pres">
      <dgm:prSet presAssocID="{DE1AD62E-E082-436D-9A97-63321B4A7612}" presName="Name17" presStyleLbl="parChTrans1D3" presStyleIdx="4" presStyleCnt="5"/>
      <dgm:spPr/>
    </dgm:pt>
    <dgm:pt modelId="{867A494C-826F-4A64-A889-A21EE7C547D3}" type="pres">
      <dgm:prSet presAssocID="{C9ACDB2E-5201-482E-BCF7-D69DA68C9F89}" presName="hierRoot3" presStyleCnt="0"/>
      <dgm:spPr/>
    </dgm:pt>
    <dgm:pt modelId="{870E5C4A-3039-47B9-B03E-0BEEC5B70F6E}" type="pres">
      <dgm:prSet presAssocID="{C9ACDB2E-5201-482E-BCF7-D69DA68C9F89}" presName="composite3" presStyleCnt="0"/>
      <dgm:spPr/>
    </dgm:pt>
    <dgm:pt modelId="{9A1D49D8-154A-4D1B-8DEF-0F840E31818F}" type="pres">
      <dgm:prSet presAssocID="{C9ACDB2E-5201-482E-BCF7-D69DA68C9F89}" presName="background3" presStyleLbl="node3" presStyleIdx="4" presStyleCnt="5"/>
      <dgm:spPr/>
    </dgm:pt>
    <dgm:pt modelId="{27B970F7-5AA8-4DC5-AB98-FA6D447E05B9}" type="pres">
      <dgm:prSet presAssocID="{C9ACDB2E-5201-482E-BCF7-D69DA68C9F89}" presName="text3" presStyleLbl="fgAcc3" presStyleIdx="4" presStyleCnt="5" custScaleX="125058" custScaleY="264615" custLinFactY="100000" custLinFactNeighborX="3269" custLinFactNeighborY="194662">
        <dgm:presLayoutVars>
          <dgm:chPref val="3"/>
        </dgm:presLayoutVars>
      </dgm:prSet>
      <dgm:spPr/>
    </dgm:pt>
    <dgm:pt modelId="{AC626106-6C88-46F4-A99D-80B02ED12ECA}" type="pres">
      <dgm:prSet presAssocID="{C9ACDB2E-5201-482E-BCF7-D69DA68C9F89}" presName="hierChild4" presStyleCnt="0"/>
      <dgm:spPr/>
    </dgm:pt>
  </dgm:ptLst>
  <dgm:cxnLst>
    <dgm:cxn modelId="{759F1201-9E9F-4349-89DB-E512E44CBE0D}" srcId="{41C92E46-08EE-4CE1-B0AF-A6E59FEC40B6}" destId="{C7F9B29B-48B0-4B3C-ACCA-998A7002C2B6}" srcOrd="0" destOrd="0" parTransId="{17DB124A-9C1A-4AB0-9B6D-52C56C9BAF61}" sibTransId="{6566DB26-19C9-4E70-92C0-FD3EE1CBFE17}"/>
    <dgm:cxn modelId="{E7E7C302-41AE-47E0-A139-6C3B1BABF28C}" srcId="{DF406A71-B3C2-4AE6-8AB9-0D8055C5DF58}" destId="{52AA8B8A-83AC-475C-BCDE-6198406BCF2D}" srcOrd="2" destOrd="0" parTransId="{7CD4D9AA-038E-4AB0-A05A-0F3540D2B4F0}" sibTransId="{84FF4F00-7A11-40A7-93E9-FD531293D9DC}"/>
    <dgm:cxn modelId="{073CF303-8103-4797-BEB4-606AD9BEA295}" srcId="{D3164122-362F-4780-87EA-5452179970C9}" destId="{0A6511AE-F9DE-48E7-9EB3-8B12207F7B10}" srcOrd="1" destOrd="0" parTransId="{EDA735B4-803E-46FC-824B-ACE907A50C97}" sibTransId="{5EE1AA29-1C27-4D95-8748-0B702C1312E2}"/>
    <dgm:cxn modelId="{62E39605-3E59-4759-9717-14D7234569D8}" type="presOf" srcId="{22520C4F-F507-4C3D-AC8A-BB3E73A4F915}" destId="{6DB0DA46-1BAB-42C2-A7C4-33D5622E2D03}" srcOrd="0" destOrd="0" presId="urn:microsoft.com/office/officeart/2005/8/layout/hierarchy1"/>
    <dgm:cxn modelId="{D20D2A07-8B07-4DB9-B3A9-B93C80521383}" type="presOf" srcId="{A92D2089-C1CC-417A-BADF-B25EA19CCCA9}" destId="{E525DCC1-3BC7-47D1-AC65-301B5222563F}" srcOrd="0" destOrd="0" presId="urn:microsoft.com/office/officeart/2005/8/layout/hierarchy1"/>
    <dgm:cxn modelId="{3AB35507-5D11-4EDD-906C-524CA3D71581}" type="presOf" srcId="{0A6511AE-F9DE-48E7-9EB3-8B12207F7B10}" destId="{45CB2D9B-2243-4B5A-AEA2-98DDC4085B53}" srcOrd="0" destOrd="0" presId="urn:microsoft.com/office/officeart/2005/8/layout/hierarchy1"/>
    <dgm:cxn modelId="{0D08FC08-9400-447A-B0EF-77700C35ABC2}" type="presOf" srcId="{9640E334-9480-4A84-BC70-D24BCF153D52}" destId="{CDDF574B-1D82-4FB8-8077-5F85A7CEF7B9}" srcOrd="0" destOrd="0" presId="urn:microsoft.com/office/officeart/2005/8/layout/hierarchy1"/>
    <dgm:cxn modelId="{7CB04309-162B-4AB6-BCF3-D0CB43E43FB2}" srcId="{00BCEA8F-F653-44D6-88EA-98CFE7C798AD}" destId="{B24432E6-165B-413C-8840-C51C572E5465}" srcOrd="1" destOrd="0" parTransId="{032E8684-C34A-4B1E-9057-8170360BAFAF}" sibTransId="{8CCAC0A4-7A04-44AE-AEBA-C56890E35A9E}"/>
    <dgm:cxn modelId="{2FC09E09-8682-4480-980F-95F6E492E1E9}" srcId="{0AF064BC-4EDA-444F-988F-3ABD24DC688B}" destId="{E79CF8BC-1C1A-4A8F-B396-55A629151831}" srcOrd="2" destOrd="0" parTransId="{75BD56C0-FF3C-48A9-BEB3-10EBF2FC0C71}" sibTransId="{1C86DAB6-B300-44C7-A218-90441DA0E67B}"/>
    <dgm:cxn modelId="{BA04FC0A-F50F-4EF7-999C-E6CDCF9F3479}" type="presOf" srcId="{5A62F4D5-3144-46CD-9F40-8843616F1D79}" destId="{15C394E3-2F48-457A-8810-B39903F4222F}" srcOrd="0" destOrd="0" presId="urn:microsoft.com/office/officeart/2005/8/layout/hierarchy1"/>
    <dgm:cxn modelId="{F468680C-47BB-4038-8B9D-9F2B42857069}" type="presOf" srcId="{84A31C80-1FE0-4754-AF50-EE9A157A60F6}" destId="{19BED8C5-781F-4015-AE6D-3CDDE6224FD3}" srcOrd="0" destOrd="0" presId="urn:microsoft.com/office/officeart/2005/8/layout/hierarchy1"/>
    <dgm:cxn modelId="{C7BF0E12-1FBD-4797-B08D-ED303FBCC745}" srcId="{DF406A71-B3C2-4AE6-8AB9-0D8055C5DF58}" destId="{0513EC31-AAD5-4437-9EE4-F154488A0BD7}" srcOrd="0" destOrd="0" parTransId="{CFB0213E-D365-40F3-9054-6D11DFC6D814}" sibTransId="{82A08F32-08F0-4D78-A5A8-52ED076FE9CD}"/>
    <dgm:cxn modelId="{B6A62B12-9934-447E-8549-CC404711AD7D}" type="presOf" srcId="{C9ACDB2E-5201-482E-BCF7-D69DA68C9F89}" destId="{27B970F7-5AA8-4DC5-AB98-FA6D447E05B9}" srcOrd="0" destOrd="0" presId="urn:microsoft.com/office/officeart/2005/8/layout/hierarchy1"/>
    <dgm:cxn modelId="{90484F18-79E9-40E2-BEF3-29380C05DF99}" type="presOf" srcId="{00C11182-5807-44AB-9985-431CAC2E5275}" destId="{5B81F4FF-90E0-473F-AA26-0933966D080F}" srcOrd="0" destOrd="0" presId="urn:microsoft.com/office/officeart/2005/8/layout/hierarchy1"/>
    <dgm:cxn modelId="{E1A38119-E4B5-46F5-8956-95863616365C}" type="presOf" srcId="{00BCEA8F-F653-44D6-88EA-98CFE7C798AD}" destId="{2FB6FAE6-9D9F-492E-ABEC-12E6F3F155BE}" srcOrd="0" destOrd="0" presId="urn:microsoft.com/office/officeart/2005/8/layout/hierarchy1"/>
    <dgm:cxn modelId="{E42F6B24-4A58-44BC-B8C2-3E53E30040E4}" srcId="{0AF064BC-4EDA-444F-988F-3ABD24DC688B}" destId="{41C92E46-08EE-4CE1-B0AF-A6E59FEC40B6}" srcOrd="0" destOrd="0" parTransId="{286327CA-ACE8-4653-9998-D88FA69E35F5}" sibTransId="{70B076B7-3E89-4805-A144-E68838E10A2E}"/>
    <dgm:cxn modelId="{73A00727-ADEC-475E-9709-504AA6425822}" srcId="{D3164122-362F-4780-87EA-5452179970C9}" destId="{DF406A71-B3C2-4AE6-8AB9-0D8055C5DF58}" srcOrd="0" destOrd="0" parTransId="{AE66FE3E-D9EC-4BD9-968E-1FDAE6F3B630}" sibTransId="{02FC9910-B082-4CDD-8A3D-079A791A92D6}"/>
    <dgm:cxn modelId="{A6F8C229-478F-4139-A64A-7F87EDCF89AF}" type="presOf" srcId="{47FA4421-05FC-4814-959A-7D1222FA097E}" destId="{645ED8B1-5E96-473B-AA23-D316EBED0923}" srcOrd="0" destOrd="0" presId="urn:microsoft.com/office/officeart/2005/8/layout/hierarchy1"/>
    <dgm:cxn modelId="{83D7CF2A-8ED3-48A2-9C63-B549421EEAEB}" type="presOf" srcId="{0AF064BC-4EDA-444F-988F-3ABD24DC688B}" destId="{ADADA60F-19B2-4074-B728-71723E606108}" srcOrd="0" destOrd="0" presId="urn:microsoft.com/office/officeart/2005/8/layout/hierarchy1"/>
    <dgm:cxn modelId="{0DB7442C-1A62-4772-84D4-E6AD39EFD46A}" type="presOf" srcId="{6CBE605A-6D5A-481F-A89F-96253053BC8F}" destId="{9527C100-3346-4D8C-AEF2-3493117146B9}" srcOrd="0" destOrd="0" presId="urn:microsoft.com/office/officeart/2005/8/layout/hierarchy1"/>
    <dgm:cxn modelId="{C3A14530-C2F5-4C58-8B88-3B5127F10CE8}" type="presOf" srcId="{526D28C0-141A-4DC8-9BED-57A1F0807525}" destId="{F59AEC80-C586-41AF-BAD5-BA797DDE0228}" srcOrd="0" destOrd="0" presId="urn:microsoft.com/office/officeart/2005/8/layout/hierarchy1"/>
    <dgm:cxn modelId="{9E04F631-05C7-42E5-A4B3-D7C679F7AC1B}" type="presOf" srcId="{268D4E39-0CDB-40D6-B715-717E2E617DEF}" destId="{E304D56B-239A-4D0C-A7D2-813502A91E7F}" srcOrd="0" destOrd="0" presId="urn:microsoft.com/office/officeart/2005/8/layout/hierarchy1"/>
    <dgm:cxn modelId="{D8E7D135-7D5C-44D7-8F97-AEA6C5C95601}" type="presOf" srcId="{A53CC60E-10C3-415E-93A8-9C128720BE0A}" destId="{7618D471-BC2F-4BBB-A5F6-A73C03F07BA5}" srcOrd="0" destOrd="0" presId="urn:microsoft.com/office/officeart/2005/8/layout/hierarchy1"/>
    <dgm:cxn modelId="{C46C6D37-9A27-46A6-96B0-2A5AFD32C6D7}" srcId="{773620B6-72BD-4AA7-AD3E-C840BE0AB8D5}" destId="{45A1285D-03E2-4FC5-B63F-CC73CA1A4BEE}" srcOrd="0" destOrd="0" parTransId="{EC686701-50BE-4237-AA68-42564EA1EB32}" sibTransId="{AC3DA7D4-B83A-4B35-A29C-D18EB3BC8726}"/>
    <dgm:cxn modelId="{0B742D3E-C99E-4BDA-8DD0-B802E41F3CC4}" type="presOf" srcId="{DF9BBC3C-0CDC-47A3-8442-253F6FB492D9}" destId="{E16E5A0E-C98A-486A-A822-BCB1515D6D73}" srcOrd="0" destOrd="0" presId="urn:microsoft.com/office/officeart/2005/8/layout/hierarchy1"/>
    <dgm:cxn modelId="{0C98A13E-78A1-4CEB-9235-EFA838848E2D}" type="presOf" srcId="{C670D8F7-BD99-49EB-9E63-876022F745D6}" destId="{924979AF-3A37-49B4-8161-920557516DF4}" srcOrd="0" destOrd="0" presId="urn:microsoft.com/office/officeart/2005/8/layout/hierarchy1"/>
    <dgm:cxn modelId="{E48D3E5B-1D73-4B3A-B031-2525AAA303DF}" type="presOf" srcId="{DF406A71-B3C2-4AE6-8AB9-0D8055C5DF58}" destId="{446059D9-CC56-492D-BFE3-1297E163E248}" srcOrd="0" destOrd="0" presId="urn:microsoft.com/office/officeart/2005/8/layout/hierarchy1"/>
    <dgm:cxn modelId="{D8B92F5C-3928-4032-9F53-5507E9E15785}" srcId="{0513EC31-AAD5-4437-9EE4-F154488A0BD7}" destId="{562EACE6-FC7B-4591-94DE-DAFBC20EC355}" srcOrd="0" destOrd="0" parTransId="{52253047-0489-4A13-A1AF-649C4DC0F3AE}" sibTransId="{C2E82E2E-12E2-45C2-B612-0E2F55E1579E}"/>
    <dgm:cxn modelId="{10F4705C-6D94-4FB0-B4A1-CF0CB6B7E599}" srcId="{C7F9B29B-48B0-4B3C-ACCA-998A7002C2B6}" destId="{7A90E594-363B-402B-A060-DC5DAA2D68D4}" srcOrd="1" destOrd="0" parTransId="{9469052E-40C3-4755-9A73-167758021D10}" sibTransId="{02C2E2F2-40B4-4430-9534-FE1C13152C7E}"/>
    <dgm:cxn modelId="{78590962-33E2-46A5-A11B-198490289107}" type="presOf" srcId="{B24432E6-165B-413C-8840-C51C572E5465}" destId="{88FF6A0A-51CC-42C6-9F66-A7A8F3AC026E}" srcOrd="0" destOrd="0" presId="urn:microsoft.com/office/officeart/2005/8/layout/hierarchy1"/>
    <dgm:cxn modelId="{3B50E045-A860-4FB0-A125-C0775CBF04A4}" type="presOf" srcId="{9469052E-40C3-4755-9A73-167758021D10}" destId="{4DDB5832-6258-4634-B0DA-4E3D86752BE0}" srcOrd="0" destOrd="0" presId="urn:microsoft.com/office/officeart/2005/8/layout/hierarchy1"/>
    <dgm:cxn modelId="{32CBBE48-EE62-47DA-AA21-84FCE66839A8}" type="presOf" srcId="{28936F62-E7AD-40E4-B032-CE9E9A348FA9}" destId="{B42B82DD-8903-4ADC-BBF8-C33C7DA119BD}" srcOrd="0" destOrd="0" presId="urn:microsoft.com/office/officeart/2005/8/layout/hierarchy1"/>
    <dgm:cxn modelId="{2A7BBA6A-9DC8-45F5-AAA6-F0D2F5D6270C}" type="presOf" srcId="{17DB124A-9C1A-4AB0-9B6D-52C56C9BAF61}" destId="{05C2727E-D197-4DD7-81D1-57296E128183}" srcOrd="0" destOrd="0" presId="urn:microsoft.com/office/officeart/2005/8/layout/hierarchy1"/>
    <dgm:cxn modelId="{9BF5C84A-6BED-4CB4-B47B-D4DAF04063AB}" type="presOf" srcId="{DE1AD62E-E082-436D-9A97-63321B4A7612}" destId="{82E2CC74-6ABE-4BD3-943F-73DE1FEB3111}" srcOrd="0" destOrd="0" presId="urn:microsoft.com/office/officeart/2005/8/layout/hierarchy1"/>
    <dgm:cxn modelId="{53F04D4F-8AAB-49D0-AD9B-2864006667AA}" srcId="{00C11182-5807-44AB-9985-431CAC2E5275}" destId="{C670D8F7-BD99-49EB-9E63-876022F745D6}" srcOrd="0" destOrd="0" parTransId="{3B9BE9A6-0E02-421D-B781-839188EF02AD}" sibTransId="{F9016663-845B-421E-BF72-43F127870D87}"/>
    <dgm:cxn modelId="{0256B451-2A48-4808-9457-92BA3FB4FC22}" type="presOf" srcId="{2D2E37F3-7FF9-4529-BB9C-5F572877A8AB}" destId="{E8E3A2DF-7361-404C-A61F-02C3FC78834E}" srcOrd="0" destOrd="0" presId="urn:microsoft.com/office/officeart/2005/8/layout/hierarchy1"/>
    <dgm:cxn modelId="{4D79CA51-617D-41F5-8C87-497F0B407CE0}" type="presOf" srcId="{7A90E594-363B-402B-A060-DC5DAA2D68D4}" destId="{99B99B29-7B4C-4D52-98EB-EB40583810FE}" srcOrd="0" destOrd="0" presId="urn:microsoft.com/office/officeart/2005/8/layout/hierarchy1"/>
    <dgm:cxn modelId="{B184B353-9DCD-4C0D-B267-F31A57F47037}" srcId="{C7F9B29B-48B0-4B3C-ACCA-998A7002C2B6}" destId="{00C11182-5807-44AB-9985-431CAC2E5275}" srcOrd="2" destOrd="0" parTransId="{4D70C2E6-4F2B-40B4-98FC-0991C8A7645E}" sibTransId="{56F6BA3C-CE1E-46DD-B7C7-9B91B5B3A478}"/>
    <dgm:cxn modelId="{8BAB527A-BC46-4A72-81DE-FD40C698BD20}" srcId="{DF406A71-B3C2-4AE6-8AB9-0D8055C5DF58}" destId="{00BCEA8F-F653-44D6-88EA-98CFE7C798AD}" srcOrd="1" destOrd="0" parTransId="{D0CD1F33-805C-4A27-97CA-C3DAF4F16E95}" sibTransId="{C1D04897-9445-4127-9423-9166C2DA4AEE}"/>
    <dgm:cxn modelId="{3DD8C27A-4DAF-48BB-8481-2C7CA7FF3472}" type="presOf" srcId="{CFB0213E-D365-40F3-9054-6D11DFC6D814}" destId="{97C435D1-BB08-4A46-BEE0-F112D1C689B4}" srcOrd="0" destOrd="0" presId="urn:microsoft.com/office/officeart/2005/8/layout/hierarchy1"/>
    <dgm:cxn modelId="{D50B5B7E-0B00-4351-B2F8-C3F25D6D6427}" type="presOf" srcId="{7CD4D9AA-038E-4AB0-A05A-0F3540D2B4F0}" destId="{D3F3B892-FA73-4D2F-A520-CBCD94FBA092}" srcOrd="0" destOrd="0" presId="urn:microsoft.com/office/officeart/2005/8/layout/hierarchy1"/>
    <dgm:cxn modelId="{D274427F-29A6-4DC7-B664-09E240A10C1E}" type="presOf" srcId="{773620B6-72BD-4AA7-AD3E-C840BE0AB8D5}" destId="{EBC58B70-D1C5-47CF-B55B-1F05A54A9968}" srcOrd="0" destOrd="0" presId="urn:microsoft.com/office/officeart/2005/8/layout/hierarchy1"/>
    <dgm:cxn modelId="{4792537F-5B94-401A-8867-D8104230E0DE}" type="presOf" srcId="{126DD4E3-A4E4-476A-B60E-A35A6BA727B2}" destId="{629D5326-99B1-4621-B91F-43D37B11416E}" srcOrd="0" destOrd="0" presId="urn:microsoft.com/office/officeart/2005/8/layout/hierarchy1"/>
    <dgm:cxn modelId="{17BB5E80-9FC5-4789-A35A-C3A8C991778B}" type="presOf" srcId="{52253047-0489-4A13-A1AF-649C4DC0F3AE}" destId="{17B001EF-43E7-4A81-AACC-C07B339B7E2E}" srcOrd="0" destOrd="0" presId="urn:microsoft.com/office/officeart/2005/8/layout/hierarchy1"/>
    <dgm:cxn modelId="{F6E8CA80-686F-447F-A1A3-6F653AE3AA4A}" srcId="{773620B6-72BD-4AA7-AD3E-C840BE0AB8D5}" destId="{5A62F4D5-3144-46CD-9F40-8843616F1D79}" srcOrd="1" destOrd="0" parTransId="{47FA4421-05FC-4814-959A-7D1222FA097E}" sibTransId="{1A585383-E495-4F8C-993D-6BF4EADA7021}"/>
    <dgm:cxn modelId="{084B4786-17F5-4980-91BF-D8A2F0E7070E}" type="presOf" srcId="{52AA8B8A-83AC-475C-BCDE-6198406BCF2D}" destId="{0143F746-8F68-4CD2-B250-8EDF9E90B3D6}" srcOrd="0" destOrd="0" presId="urn:microsoft.com/office/officeart/2005/8/layout/hierarchy1"/>
    <dgm:cxn modelId="{2D39C387-C30E-4F61-9DCF-1A3FA45F2292}" type="presOf" srcId="{E79CF8BC-1C1A-4A8F-B396-55A629151831}" destId="{E4CBA675-5A23-4057-8F16-C25872D649DA}" srcOrd="0" destOrd="0" presId="urn:microsoft.com/office/officeart/2005/8/layout/hierarchy1"/>
    <dgm:cxn modelId="{91A93595-6A85-4238-A39C-FB73A08B9F8A}" type="presOf" srcId="{562EACE6-FC7B-4591-94DE-DAFBC20EC355}" destId="{4E021796-B6ED-4381-AC19-E9574AAC2B64}" srcOrd="0" destOrd="0" presId="urn:microsoft.com/office/officeart/2005/8/layout/hierarchy1"/>
    <dgm:cxn modelId="{7BD24399-7CB6-47B1-BB80-B418991CAAAC}" type="presOf" srcId="{286327CA-ACE8-4653-9998-D88FA69E35F5}" destId="{54C5C67C-4C45-4216-A95E-F6F65EC96C8D}" srcOrd="0" destOrd="0" presId="urn:microsoft.com/office/officeart/2005/8/layout/hierarchy1"/>
    <dgm:cxn modelId="{DA508CA0-6379-4D18-A362-082C16F5F112}" type="presOf" srcId="{EDA735B4-803E-46FC-824B-ACE907A50C97}" destId="{BD27327A-06BF-435F-8CB3-6A761FDEB7BB}" srcOrd="0" destOrd="0" presId="urn:microsoft.com/office/officeart/2005/8/layout/hierarchy1"/>
    <dgm:cxn modelId="{BA88FDA5-011F-4002-B4A4-151DF55876E7}" srcId="{41C92E46-08EE-4CE1-B0AF-A6E59FEC40B6}" destId="{773620B6-72BD-4AA7-AD3E-C840BE0AB8D5}" srcOrd="1" destOrd="0" parTransId="{DF9BBC3C-0CDC-47A3-8442-253F6FB492D9}" sibTransId="{175EAD08-F79E-4105-A06D-E5ABC96BE0E9}"/>
    <dgm:cxn modelId="{3CF05EA6-1F5B-453D-B07B-3702D04B7637}" type="presOf" srcId="{B8CD523F-C125-4FED-9040-AA05AAE6539F}" destId="{D9AD552E-FC1D-434E-A335-98EF42B4C86D}" srcOrd="0" destOrd="0" presId="urn:microsoft.com/office/officeart/2005/8/layout/hierarchy1"/>
    <dgm:cxn modelId="{4C6E49A7-90D0-4E27-9BCD-4101E185979C}" srcId="{45A1285D-03E2-4FC5-B63F-CC73CA1A4BEE}" destId="{84A31C80-1FE0-4754-AF50-EE9A157A60F6}" srcOrd="0" destOrd="0" parTransId="{77A40671-9BCE-464B-8290-9F8E4615F3E3}" sibTransId="{FA6C771B-2C35-42C9-B948-47B2DCC922B6}"/>
    <dgm:cxn modelId="{59F13BAA-A57E-4FB8-B783-6EB032129A0C}" type="presOf" srcId="{010C120B-AC4B-4CDB-A3BC-E70DEE42375E}" destId="{8D4834AA-BE9C-445D-AEB4-FC39536D94E1}" srcOrd="0" destOrd="0" presId="urn:microsoft.com/office/officeart/2005/8/layout/hierarchy1"/>
    <dgm:cxn modelId="{88A0BAAD-E6D6-4C33-A412-89050EFF5A33}" srcId="{0A6511AE-F9DE-48E7-9EB3-8B12207F7B10}" destId="{A5B832BC-031F-4639-8F8A-3944F0CDFD20}" srcOrd="0" destOrd="0" parTransId="{A92D2089-C1CC-417A-BADF-B25EA19CCCA9}" sibTransId="{362836F0-F6BA-4C0A-B1F4-A9232C13FF31}"/>
    <dgm:cxn modelId="{68C526B2-AD33-472F-BED7-3C6CF5308B84}" type="presOf" srcId="{75BD56C0-FF3C-48A9-BEB3-10EBF2FC0C71}" destId="{9E87AAC7-8FA1-409C-B59B-DAC474A3D7F6}" srcOrd="0" destOrd="0" presId="urn:microsoft.com/office/officeart/2005/8/layout/hierarchy1"/>
    <dgm:cxn modelId="{DC3666BA-F4FB-4A25-BB82-9D0CD42525BA}" type="presOf" srcId="{4D70C2E6-4F2B-40B4-98FC-0991C8A7645E}" destId="{3CBDBA62-4C7E-435D-BC9D-239044301547}" srcOrd="0" destOrd="0" presId="urn:microsoft.com/office/officeart/2005/8/layout/hierarchy1"/>
    <dgm:cxn modelId="{9E75F5BA-A6C3-4024-B1E6-C508EA71B9BF}" srcId="{6CBE605A-6D5A-481F-A89F-96253053BC8F}" destId="{0AF064BC-4EDA-444F-988F-3ABD24DC688B}" srcOrd="0" destOrd="0" parTransId="{39ED2AA1-05AE-48C4-9F67-020291445D66}" sibTransId="{95517898-53B1-4846-A3FE-D85634DE074E}"/>
    <dgm:cxn modelId="{03AC55BD-04B5-47A2-A026-57A71E28819E}" type="presOf" srcId="{77A40671-9BCE-464B-8290-9F8E4615F3E3}" destId="{BB4D565B-F6FC-4706-8990-80151501AC5A}" srcOrd="0" destOrd="0" presId="urn:microsoft.com/office/officeart/2005/8/layout/hierarchy1"/>
    <dgm:cxn modelId="{DB79D8BD-323B-46D0-B817-47EA1DE034AB}" type="presOf" srcId="{24F581BF-2B7B-4CEC-98D1-35DD8213987E}" destId="{C8D251E3-F7AA-416B-8430-B41CA48EA1D5}" srcOrd="0" destOrd="0" presId="urn:microsoft.com/office/officeart/2005/8/layout/hierarchy1"/>
    <dgm:cxn modelId="{CB5F19BE-63C8-4200-8247-27173E24EB42}" type="presOf" srcId="{D3164122-362F-4780-87EA-5452179970C9}" destId="{24C9B9A5-4725-4D4B-8B2A-6E0660D30F18}" srcOrd="0" destOrd="0" presId="urn:microsoft.com/office/officeart/2005/8/layout/hierarchy1"/>
    <dgm:cxn modelId="{7FA058C0-8548-4F04-B25B-5FB9B3952262}" srcId="{52AA8B8A-83AC-475C-BCDE-6198406BCF2D}" destId="{192A8348-DEA3-487C-91D6-F1498586A4BC}" srcOrd="0" destOrd="0" parTransId="{28936F62-E7AD-40E4-B032-CE9E9A348FA9}" sibTransId="{FB827B7F-9381-4A4A-8BCA-32C89CF2B91C}"/>
    <dgm:cxn modelId="{4AE81EC1-6C4D-4C56-B6C7-B6FA8A0E60C2}" srcId="{C7F9B29B-48B0-4B3C-ACCA-998A7002C2B6}" destId="{126DD4E3-A4E4-476A-B60E-A35A6BA727B2}" srcOrd="0" destOrd="0" parTransId="{526D28C0-141A-4DC8-9BED-57A1F0807525}" sibTransId="{40FCC1B4-D9FE-4E33-A45C-BC9CD82DE789}"/>
    <dgm:cxn modelId="{70FCC8C1-4AB0-4F53-B1CE-E6FE95D46ABD}" srcId="{00BCEA8F-F653-44D6-88EA-98CFE7C798AD}" destId="{22520C4F-F507-4C3D-AC8A-BB3E73A4F915}" srcOrd="0" destOrd="0" parTransId="{B8CD523F-C125-4FED-9040-AA05AAE6539F}" sibTransId="{F3812D61-215A-4E48-B00B-2410023302E9}"/>
    <dgm:cxn modelId="{E8209DC2-8D67-4043-B01A-D04CA0B962D7}" type="presOf" srcId="{D0CD1F33-805C-4A27-97CA-C3DAF4F16E95}" destId="{DC1818A1-8AB6-473A-A5A4-EA999F57E701}" srcOrd="0" destOrd="0" presId="urn:microsoft.com/office/officeart/2005/8/layout/hierarchy1"/>
    <dgm:cxn modelId="{DF2B70C8-55C4-4E44-94F8-B2546540C59E}" type="presOf" srcId="{192A8348-DEA3-487C-91D6-F1498586A4BC}" destId="{E42356FF-58C7-440A-B959-C30985DFBEE3}" srcOrd="0" destOrd="0" presId="urn:microsoft.com/office/officeart/2005/8/layout/hierarchy1"/>
    <dgm:cxn modelId="{83B756C9-9F01-437A-A1A1-737C7FAE9953}" type="presOf" srcId="{0513EC31-AAD5-4437-9EE4-F154488A0BD7}" destId="{09058E97-2D6D-4460-A61E-5F994535679C}" srcOrd="0" destOrd="0" presId="urn:microsoft.com/office/officeart/2005/8/layout/hierarchy1"/>
    <dgm:cxn modelId="{CEEFA4CE-42C1-480B-9119-59D254F0314C}" srcId="{0AF064BC-4EDA-444F-988F-3ABD24DC688B}" destId="{D3164122-362F-4780-87EA-5452179970C9}" srcOrd="1" destOrd="0" parTransId="{2D2E37F3-7FF9-4529-BB9C-5F572877A8AB}" sibTransId="{B3C0564D-CA70-4A91-ACA6-7FEF05F19782}"/>
    <dgm:cxn modelId="{4FDBE8CE-3DB4-4C90-96DD-AC6ABF69E435}" type="presOf" srcId="{3B9BE9A6-0E02-421D-B781-839188EF02AD}" destId="{D11D003C-CB16-47A8-9BF7-F56F919A5E74}" srcOrd="0" destOrd="0" presId="urn:microsoft.com/office/officeart/2005/8/layout/hierarchy1"/>
    <dgm:cxn modelId="{395FB6D7-DDC4-418E-8CF5-3280D32981A7}" type="presOf" srcId="{41C92E46-08EE-4CE1-B0AF-A6E59FEC40B6}" destId="{741352B3-95C7-4E61-A55A-302221A248CF}" srcOrd="0" destOrd="0" presId="urn:microsoft.com/office/officeart/2005/8/layout/hierarchy1"/>
    <dgm:cxn modelId="{9CD61CDB-3A6D-4AF1-9EC4-01B251FB2C3A}" type="presOf" srcId="{A5B832BC-031F-4639-8F8A-3944F0CDFD20}" destId="{3440022A-236A-4742-BC0C-6B63B7BC556B}" srcOrd="0" destOrd="0" presId="urn:microsoft.com/office/officeart/2005/8/layout/hierarchy1"/>
    <dgm:cxn modelId="{BD9E35DF-50FD-4878-B0B2-67058E866C04}" type="presOf" srcId="{C7F9B29B-48B0-4B3C-ACCA-998A7002C2B6}" destId="{BC64DDE1-F996-4F72-B5DC-77AEEC0E1908}" srcOrd="0" destOrd="0" presId="urn:microsoft.com/office/officeart/2005/8/layout/hierarchy1"/>
    <dgm:cxn modelId="{CA2BC1E5-4B6C-40B6-8EF8-7CFD7EDA2A35}" type="presOf" srcId="{032E8684-C34A-4B1E-9057-8170360BAFAF}" destId="{BAC56988-1386-491E-8938-C9685485574C}" srcOrd="0" destOrd="0" presId="urn:microsoft.com/office/officeart/2005/8/layout/hierarchy1"/>
    <dgm:cxn modelId="{65A931E8-E936-4AEA-B344-D2FFB73B2683}" type="presOf" srcId="{45A1285D-03E2-4FC5-B63F-CC73CA1A4BEE}" destId="{EBAF6D40-DDAF-45A2-A156-DA61074E76FD}" srcOrd="0" destOrd="0" presId="urn:microsoft.com/office/officeart/2005/8/layout/hierarchy1"/>
    <dgm:cxn modelId="{45873EEB-C9E7-4883-8EA8-C2C0D6D19ADB}" srcId="{126DD4E3-A4E4-476A-B60E-A35A6BA727B2}" destId="{A53CC60E-10C3-415E-93A8-9C128720BE0A}" srcOrd="0" destOrd="0" parTransId="{24F581BF-2B7B-4CEC-98D1-35DD8213987E}" sibTransId="{7C717820-9FE7-4191-9BF6-117175890E0E}"/>
    <dgm:cxn modelId="{B1FEDAEB-3F47-48C4-8DC9-C0D820161F8E}" srcId="{5A62F4D5-3144-46CD-9F40-8843616F1D79}" destId="{268D4E39-0CDB-40D6-B715-717E2E617DEF}" srcOrd="0" destOrd="0" parTransId="{010C120B-AC4B-4CDB-A3BC-E70DEE42375E}" sibTransId="{C9662D08-79E0-4ABC-9DA1-966C50D2329B}"/>
    <dgm:cxn modelId="{E63FB4F1-0A28-4CA9-A32F-91C8370DCC04}" type="presOf" srcId="{EC686701-50BE-4237-AA68-42564EA1EB32}" destId="{2691E219-C375-4042-B2EB-189263EA8A4F}" srcOrd="0" destOrd="0" presId="urn:microsoft.com/office/officeart/2005/8/layout/hierarchy1"/>
    <dgm:cxn modelId="{F5D547F4-476A-4CAC-97CD-EF4157ED8D44}" srcId="{7A90E594-363B-402B-A060-DC5DAA2D68D4}" destId="{9640E334-9480-4A84-BC70-D24BCF153D52}" srcOrd="0" destOrd="0" parTransId="{3594922D-EAA2-49B3-BCEC-FA7D0F48F81E}" sibTransId="{7F8BCA58-E7ED-410E-8AC5-97143C6F6617}"/>
    <dgm:cxn modelId="{0D1136F5-BCE9-4ED3-982C-5575778C6422}" srcId="{E79CF8BC-1C1A-4A8F-B396-55A629151831}" destId="{C9ACDB2E-5201-482E-BCF7-D69DA68C9F89}" srcOrd="0" destOrd="0" parTransId="{DE1AD62E-E082-436D-9A97-63321B4A7612}" sibTransId="{AA815CD0-3328-4CFD-B71E-3DE13ADC19CF}"/>
    <dgm:cxn modelId="{80C742F6-CE75-4FAF-B7F9-686CE194698A}" type="presOf" srcId="{AE66FE3E-D9EC-4BD9-968E-1FDAE6F3B630}" destId="{0CDB784D-B2D7-4E33-AB5E-42DED4D3DF95}" srcOrd="0" destOrd="0" presId="urn:microsoft.com/office/officeart/2005/8/layout/hierarchy1"/>
    <dgm:cxn modelId="{A5E91FFA-2E82-4D7E-9ECC-D3D489176887}" type="presOf" srcId="{3594922D-EAA2-49B3-BCEC-FA7D0F48F81E}" destId="{03F8D7D9-9430-479F-9DAF-1C10E6B9B1FA}" srcOrd="0" destOrd="0" presId="urn:microsoft.com/office/officeart/2005/8/layout/hierarchy1"/>
    <dgm:cxn modelId="{95031996-042B-4187-B561-443A0D001548}" type="presParOf" srcId="{9527C100-3346-4D8C-AEF2-3493117146B9}" destId="{F4659643-A17D-4730-B5C8-8AA9619ADD02}" srcOrd="0" destOrd="0" presId="urn:microsoft.com/office/officeart/2005/8/layout/hierarchy1"/>
    <dgm:cxn modelId="{BA276A53-49FD-49D3-B0B0-5315950BEFAC}" type="presParOf" srcId="{F4659643-A17D-4730-B5C8-8AA9619ADD02}" destId="{DDC2FE42-A3F3-4FFD-99B2-CBB8B1F77803}" srcOrd="0" destOrd="0" presId="urn:microsoft.com/office/officeart/2005/8/layout/hierarchy1"/>
    <dgm:cxn modelId="{2560F9D7-77A0-4734-9A39-D2438861550D}" type="presParOf" srcId="{DDC2FE42-A3F3-4FFD-99B2-CBB8B1F77803}" destId="{5F5B63A1-87FB-4EFC-BE4B-DA4F05642682}" srcOrd="0" destOrd="0" presId="urn:microsoft.com/office/officeart/2005/8/layout/hierarchy1"/>
    <dgm:cxn modelId="{9EFFCD24-19D8-4B22-990F-9B979C45B9E3}" type="presParOf" srcId="{DDC2FE42-A3F3-4FFD-99B2-CBB8B1F77803}" destId="{ADADA60F-19B2-4074-B728-71723E606108}" srcOrd="1" destOrd="0" presId="urn:microsoft.com/office/officeart/2005/8/layout/hierarchy1"/>
    <dgm:cxn modelId="{2CF656EA-0B35-44D6-AF01-BB72D50A7143}" type="presParOf" srcId="{F4659643-A17D-4730-B5C8-8AA9619ADD02}" destId="{52AA0C46-8C79-49A1-ABAA-5C3DAF34B49E}" srcOrd="1" destOrd="0" presId="urn:microsoft.com/office/officeart/2005/8/layout/hierarchy1"/>
    <dgm:cxn modelId="{13013AED-ECF1-42D6-AA0F-C687523924BC}" type="presParOf" srcId="{52AA0C46-8C79-49A1-ABAA-5C3DAF34B49E}" destId="{54C5C67C-4C45-4216-A95E-F6F65EC96C8D}" srcOrd="0" destOrd="0" presId="urn:microsoft.com/office/officeart/2005/8/layout/hierarchy1"/>
    <dgm:cxn modelId="{15205AB1-CCCE-48EB-8E85-D898AFDCEDD0}" type="presParOf" srcId="{52AA0C46-8C79-49A1-ABAA-5C3DAF34B49E}" destId="{C510BAC4-CE52-4258-AB8C-5006EE97AE16}" srcOrd="1" destOrd="0" presId="urn:microsoft.com/office/officeart/2005/8/layout/hierarchy1"/>
    <dgm:cxn modelId="{47DF508B-59B9-4905-968E-73F84035664A}" type="presParOf" srcId="{C510BAC4-CE52-4258-AB8C-5006EE97AE16}" destId="{35F2A059-171D-4730-9AB8-28E703E9A94F}" srcOrd="0" destOrd="0" presId="urn:microsoft.com/office/officeart/2005/8/layout/hierarchy1"/>
    <dgm:cxn modelId="{CBEEEE74-5FEA-4242-A4B3-789322D5FD1B}" type="presParOf" srcId="{35F2A059-171D-4730-9AB8-28E703E9A94F}" destId="{FB0B6571-93CA-44A5-8E24-4103747CA439}" srcOrd="0" destOrd="0" presId="urn:microsoft.com/office/officeart/2005/8/layout/hierarchy1"/>
    <dgm:cxn modelId="{8BE56B05-3AED-43AD-A7DB-FD51FF354401}" type="presParOf" srcId="{35F2A059-171D-4730-9AB8-28E703E9A94F}" destId="{741352B3-95C7-4E61-A55A-302221A248CF}" srcOrd="1" destOrd="0" presId="urn:microsoft.com/office/officeart/2005/8/layout/hierarchy1"/>
    <dgm:cxn modelId="{259EDAD1-ABE2-4BE1-8313-4BCE1440C5F5}" type="presParOf" srcId="{C510BAC4-CE52-4258-AB8C-5006EE97AE16}" destId="{2988F7B9-BB18-49BE-9599-F662950AE806}" srcOrd="1" destOrd="0" presId="urn:microsoft.com/office/officeart/2005/8/layout/hierarchy1"/>
    <dgm:cxn modelId="{B0BA41BE-287A-4E72-97F1-F0496A36E28C}" type="presParOf" srcId="{2988F7B9-BB18-49BE-9599-F662950AE806}" destId="{05C2727E-D197-4DD7-81D1-57296E128183}" srcOrd="0" destOrd="0" presId="urn:microsoft.com/office/officeart/2005/8/layout/hierarchy1"/>
    <dgm:cxn modelId="{0B71052C-583C-42ED-8E02-38B113A4F4DF}" type="presParOf" srcId="{2988F7B9-BB18-49BE-9599-F662950AE806}" destId="{49FB0E29-7663-4067-91E2-E9BC0AFCCA35}" srcOrd="1" destOrd="0" presId="urn:microsoft.com/office/officeart/2005/8/layout/hierarchy1"/>
    <dgm:cxn modelId="{79B22B26-93B8-4CE4-9A82-D5B61CC79A38}" type="presParOf" srcId="{49FB0E29-7663-4067-91E2-E9BC0AFCCA35}" destId="{66EA0B94-9B82-4A79-944B-03BB8CB8B85A}" srcOrd="0" destOrd="0" presId="urn:microsoft.com/office/officeart/2005/8/layout/hierarchy1"/>
    <dgm:cxn modelId="{A5BED163-7B8B-4B2D-878A-B0E0E262C0FC}" type="presParOf" srcId="{66EA0B94-9B82-4A79-944B-03BB8CB8B85A}" destId="{A7B26193-12D5-40E4-9F11-56B852E28DEE}" srcOrd="0" destOrd="0" presId="urn:microsoft.com/office/officeart/2005/8/layout/hierarchy1"/>
    <dgm:cxn modelId="{EFB32C08-C5ED-48D6-BEF5-7F81731E4F50}" type="presParOf" srcId="{66EA0B94-9B82-4A79-944B-03BB8CB8B85A}" destId="{BC64DDE1-F996-4F72-B5DC-77AEEC0E1908}" srcOrd="1" destOrd="0" presId="urn:microsoft.com/office/officeart/2005/8/layout/hierarchy1"/>
    <dgm:cxn modelId="{420C57E8-5503-4E73-A555-89B5EC946946}" type="presParOf" srcId="{49FB0E29-7663-4067-91E2-E9BC0AFCCA35}" destId="{3FD22C9F-3BC3-417A-B9B3-88E5999338C0}" srcOrd="1" destOrd="0" presId="urn:microsoft.com/office/officeart/2005/8/layout/hierarchy1"/>
    <dgm:cxn modelId="{4BB1B270-CFF8-4C0C-B5F2-21FA99A24E56}" type="presParOf" srcId="{3FD22C9F-3BC3-417A-B9B3-88E5999338C0}" destId="{F59AEC80-C586-41AF-BAD5-BA797DDE0228}" srcOrd="0" destOrd="0" presId="urn:microsoft.com/office/officeart/2005/8/layout/hierarchy1"/>
    <dgm:cxn modelId="{11FEB5A2-7A03-498F-B598-794E793A586A}" type="presParOf" srcId="{3FD22C9F-3BC3-417A-B9B3-88E5999338C0}" destId="{2DA195EF-3E84-40F4-BA05-1C18069E68E5}" srcOrd="1" destOrd="0" presId="urn:microsoft.com/office/officeart/2005/8/layout/hierarchy1"/>
    <dgm:cxn modelId="{E2A1EED1-562C-4760-855F-34B56FCE66CC}" type="presParOf" srcId="{2DA195EF-3E84-40F4-BA05-1C18069E68E5}" destId="{D3DFAA3D-2288-4548-BC65-1C9680FC53C7}" srcOrd="0" destOrd="0" presId="urn:microsoft.com/office/officeart/2005/8/layout/hierarchy1"/>
    <dgm:cxn modelId="{1B71526D-7345-4726-9BA6-C1B303D2E265}" type="presParOf" srcId="{D3DFAA3D-2288-4548-BC65-1C9680FC53C7}" destId="{9D15A430-DBED-4797-9883-CEA48FB9795A}" srcOrd="0" destOrd="0" presId="urn:microsoft.com/office/officeart/2005/8/layout/hierarchy1"/>
    <dgm:cxn modelId="{63464223-970E-42DC-921F-60C0E5D98763}" type="presParOf" srcId="{D3DFAA3D-2288-4548-BC65-1C9680FC53C7}" destId="{629D5326-99B1-4621-B91F-43D37B11416E}" srcOrd="1" destOrd="0" presId="urn:microsoft.com/office/officeart/2005/8/layout/hierarchy1"/>
    <dgm:cxn modelId="{61975B9E-EA70-4DE4-96F3-666A0DBC4E28}" type="presParOf" srcId="{2DA195EF-3E84-40F4-BA05-1C18069E68E5}" destId="{53432F6C-5D03-4E38-88D0-BD54FE22DD8C}" srcOrd="1" destOrd="0" presId="urn:microsoft.com/office/officeart/2005/8/layout/hierarchy1"/>
    <dgm:cxn modelId="{CA795CD9-9293-4BC8-8C9A-179B199E6ECB}" type="presParOf" srcId="{53432F6C-5D03-4E38-88D0-BD54FE22DD8C}" destId="{C8D251E3-F7AA-416B-8430-B41CA48EA1D5}" srcOrd="0" destOrd="0" presId="urn:microsoft.com/office/officeart/2005/8/layout/hierarchy1"/>
    <dgm:cxn modelId="{F8C37FCC-5782-4ADC-A8D1-4238ACB1D32E}" type="presParOf" srcId="{53432F6C-5D03-4E38-88D0-BD54FE22DD8C}" destId="{EF46DC86-082B-47A7-BB04-34FF2C66B831}" srcOrd="1" destOrd="0" presId="urn:microsoft.com/office/officeart/2005/8/layout/hierarchy1"/>
    <dgm:cxn modelId="{F6A14C18-93AB-4E36-B257-B945471C7C93}" type="presParOf" srcId="{EF46DC86-082B-47A7-BB04-34FF2C66B831}" destId="{5940F53F-1C6C-4AB0-AF06-359AF1C2E348}" srcOrd="0" destOrd="0" presId="urn:microsoft.com/office/officeart/2005/8/layout/hierarchy1"/>
    <dgm:cxn modelId="{65841D55-2495-487D-AE5D-AA752AA59174}" type="presParOf" srcId="{5940F53F-1C6C-4AB0-AF06-359AF1C2E348}" destId="{6F31B42E-D7FE-4F79-B77D-9F7F5361E59E}" srcOrd="0" destOrd="0" presId="urn:microsoft.com/office/officeart/2005/8/layout/hierarchy1"/>
    <dgm:cxn modelId="{8DB4C161-DC14-4CBE-AB1A-7D410891193F}" type="presParOf" srcId="{5940F53F-1C6C-4AB0-AF06-359AF1C2E348}" destId="{7618D471-BC2F-4BBB-A5F6-A73C03F07BA5}" srcOrd="1" destOrd="0" presId="urn:microsoft.com/office/officeart/2005/8/layout/hierarchy1"/>
    <dgm:cxn modelId="{5E232D3B-45F7-4C3F-A9BB-3E8D6C1CE374}" type="presParOf" srcId="{EF46DC86-082B-47A7-BB04-34FF2C66B831}" destId="{774A7530-D5BB-4927-A351-665AFF8D7A62}" srcOrd="1" destOrd="0" presId="urn:microsoft.com/office/officeart/2005/8/layout/hierarchy1"/>
    <dgm:cxn modelId="{C50EA8B9-05DB-4CB9-B410-A9B3B29FC20C}" type="presParOf" srcId="{3FD22C9F-3BC3-417A-B9B3-88E5999338C0}" destId="{4DDB5832-6258-4634-B0DA-4E3D86752BE0}" srcOrd="2" destOrd="0" presId="urn:microsoft.com/office/officeart/2005/8/layout/hierarchy1"/>
    <dgm:cxn modelId="{979701F5-BB3F-4D95-A1AF-C931688C5640}" type="presParOf" srcId="{3FD22C9F-3BC3-417A-B9B3-88E5999338C0}" destId="{1367761A-F0E9-49D9-9BC5-B139AC537713}" srcOrd="3" destOrd="0" presId="urn:microsoft.com/office/officeart/2005/8/layout/hierarchy1"/>
    <dgm:cxn modelId="{FE09423D-87D0-440F-882F-808282D7AE29}" type="presParOf" srcId="{1367761A-F0E9-49D9-9BC5-B139AC537713}" destId="{561C8962-14BE-41ED-857F-2C7E04BB6E10}" srcOrd="0" destOrd="0" presId="urn:microsoft.com/office/officeart/2005/8/layout/hierarchy1"/>
    <dgm:cxn modelId="{DC471C4A-3C3A-4B57-A88E-70979F4C72DB}" type="presParOf" srcId="{561C8962-14BE-41ED-857F-2C7E04BB6E10}" destId="{CD9AC1F0-7200-4377-83E2-2953F0C8DE9D}" srcOrd="0" destOrd="0" presId="urn:microsoft.com/office/officeart/2005/8/layout/hierarchy1"/>
    <dgm:cxn modelId="{8B7FE6EE-55B2-4115-B9FF-B6575011F875}" type="presParOf" srcId="{561C8962-14BE-41ED-857F-2C7E04BB6E10}" destId="{99B99B29-7B4C-4D52-98EB-EB40583810FE}" srcOrd="1" destOrd="0" presId="urn:microsoft.com/office/officeart/2005/8/layout/hierarchy1"/>
    <dgm:cxn modelId="{32AEEAE9-0378-4E88-9265-A6A49C9C8184}" type="presParOf" srcId="{1367761A-F0E9-49D9-9BC5-B139AC537713}" destId="{DFDD2FD3-5015-47A3-AC31-05FF4CF0562F}" srcOrd="1" destOrd="0" presId="urn:microsoft.com/office/officeart/2005/8/layout/hierarchy1"/>
    <dgm:cxn modelId="{6BD649C5-8DAA-4569-9364-13498BDD2AA4}" type="presParOf" srcId="{DFDD2FD3-5015-47A3-AC31-05FF4CF0562F}" destId="{03F8D7D9-9430-479F-9DAF-1C10E6B9B1FA}" srcOrd="0" destOrd="0" presId="urn:microsoft.com/office/officeart/2005/8/layout/hierarchy1"/>
    <dgm:cxn modelId="{5AA92BC8-890E-492F-9EB8-16A3490FB574}" type="presParOf" srcId="{DFDD2FD3-5015-47A3-AC31-05FF4CF0562F}" destId="{07F7AC54-86E9-4AF5-AD4A-23D40C2F6609}" srcOrd="1" destOrd="0" presId="urn:microsoft.com/office/officeart/2005/8/layout/hierarchy1"/>
    <dgm:cxn modelId="{F1E6EEB8-444C-4AAB-94DD-43F1B274E6CC}" type="presParOf" srcId="{07F7AC54-86E9-4AF5-AD4A-23D40C2F6609}" destId="{2396085E-1BCB-4A29-B06C-842D13319228}" srcOrd="0" destOrd="0" presId="urn:microsoft.com/office/officeart/2005/8/layout/hierarchy1"/>
    <dgm:cxn modelId="{B0384DE3-F759-4189-B323-1F760BC367AE}" type="presParOf" srcId="{2396085E-1BCB-4A29-B06C-842D13319228}" destId="{5150BB15-1346-483E-AF7D-70E2640A7E40}" srcOrd="0" destOrd="0" presId="urn:microsoft.com/office/officeart/2005/8/layout/hierarchy1"/>
    <dgm:cxn modelId="{8A712D3B-5E9E-41BE-AEE4-9F9D99C1B50C}" type="presParOf" srcId="{2396085E-1BCB-4A29-B06C-842D13319228}" destId="{CDDF574B-1D82-4FB8-8077-5F85A7CEF7B9}" srcOrd="1" destOrd="0" presId="urn:microsoft.com/office/officeart/2005/8/layout/hierarchy1"/>
    <dgm:cxn modelId="{3A7F2020-8366-42D1-86A7-79E4A19F1665}" type="presParOf" srcId="{07F7AC54-86E9-4AF5-AD4A-23D40C2F6609}" destId="{933DDD88-8DD9-4E5E-9806-8B09BE811C9B}" srcOrd="1" destOrd="0" presId="urn:microsoft.com/office/officeart/2005/8/layout/hierarchy1"/>
    <dgm:cxn modelId="{B7D5F24A-8939-4494-9710-C75B055B9952}" type="presParOf" srcId="{3FD22C9F-3BC3-417A-B9B3-88E5999338C0}" destId="{3CBDBA62-4C7E-435D-BC9D-239044301547}" srcOrd="4" destOrd="0" presId="urn:microsoft.com/office/officeart/2005/8/layout/hierarchy1"/>
    <dgm:cxn modelId="{13B4827F-4B09-488A-A1B7-396D9AB69872}" type="presParOf" srcId="{3FD22C9F-3BC3-417A-B9B3-88E5999338C0}" destId="{0C985457-ABEA-4543-9E67-3CEAEBACA288}" srcOrd="5" destOrd="0" presId="urn:microsoft.com/office/officeart/2005/8/layout/hierarchy1"/>
    <dgm:cxn modelId="{6DAE1ADD-E4B2-45A4-9C81-25E439E90ED7}" type="presParOf" srcId="{0C985457-ABEA-4543-9E67-3CEAEBACA288}" destId="{1583A36E-A3F3-4BD5-939E-C762C960AEBA}" srcOrd="0" destOrd="0" presId="urn:microsoft.com/office/officeart/2005/8/layout/hierarchy1"/>
    <dgm:cxn modelId="{5025AACB-BFE5-401F-B441-46351D5496D8}" type="presParOf" srcId="{1583A36E-A3F3-4BD5-939E-C762C960AEBA}" destId="{37D316C6-5040-4D74-8864-132E6BA9BBFC}" srcOrd="0" destOrd="0" presId="urn:microsoft.com/office/officeart/2005/8/layout/hierarchy1"/>
    <dgm:cxn modelId="{35D4C823-BA93-4096-AF15-52A77EE466AD}" type="presParOf" srcId="{1583A36E-A3F3-4BD5-939E-C762C960AEBA}" destId="{5B81F4FF-90E0-473F-AA26-0933966D080F}" srcOrd="1" destOrd="0" presId="urn:microsoft.com/office/officeart/2005/8/layout/hierarchy1"/>
    <dgm:cxn modelId="{ED4CE71F-75C6-4291-B3EA-9BBCC6647400}" type="presParOf" srcId="{0C985457-ABEA-4543-9E67-3CEAEBACA288}" destId="{F7224FD9-C049-4084-8DA9-9FD6F0D3816E}" srcOrd="1" destOrd="0" presId="urn:microsoft.com/office/officeart/2005/8/layout/hierarchy1"/>
    <dgm:cxn modelId="{9A34EA4F-A803-4CD8-A47C-1F313D6A4E20}" type="presParOf" srcId="{F7224FD9-C049-4084-8DA9-9FD6F0D3816E}" destId="{D11D003C-CB16-47A8-9BF7-F56F919A5E74}" srcOrd="0" destOrd="0" presId="urn:microsoft.com/office/officeart/2005/8/layout/hierarchy1"/>
    <dgm:cxn modelId="{2BDFA7D3-93E9-4073-8FE4-7286A40D09E6}" type="presParOf" srcId="{F7224FD9-C049-4084-8DA9-9FD6F0D3816E}" destId="{4F047DB4-C4BA-4D93-A18F-4C41B3003984}" srcOrd="1" destOrd="0" presId="urn:microsoft.com/office/officeart/2005/8/layout/hierarchy1"/>
    <dgm:cxn modelId="{D76C4BD6-2F64-4555-916A-972496D866AA}" type="presParOf" srcId="{4F047DB4-C4BA-4D93-A18F-4C41B3003984}" destId="{5C8802A8-13CB-4672-98FC-B20CD74DF89D}" srcOrd="0" destOrd="0" presId="urn:microsoft.com/office/officeart/2005/8/layout/hierarchy1"/>
    <dgm:cxn modelId="{493DCECE-DF22-43FF-BB01-C88D5C45527C}" type="presParOf" srcId="{5C8802A8-13CB-4672-98FC-B20CD74DF89D}" destId="{B3AB75D9-CAB8-4D3E-ADC7-4B8D7ABDFAD3}" srcOrd="0" destOrd="0" presId="urn:microsoft.com/office/officeart/2005/8/layout/hierarchy1"/>
    <dgm:cxn modelId="{259A6ABA-87AB-4702-BCC8-549DAE8C8285}" type="presParOf" srcId="{5C8802A8-13CB-4672-98FC-B20CD74DF89D}" destId="{924979AF-3A37-49B4-8161-920557516DF4}" srcOrd="1" destOrd="0" presId="urn:microsoft.com/office/officeart/2005/8/layout/hierarchy1"/>
    <dgm:cxn modelId="{CE1A6C42-A730-44F2-ABB2-24A4041B8989}" type="presParOf" srcId="{4F047DB4-C4BA-4D93-A18F-4C41B3003984}" destId="{A7191729-F617-4AA6-8763-44492C6750E5}" srcOrd="1" destOrd="0" presId="urn:microsoft.com/office/officeart/2005/8/layout/hierarchy1"/>
    <dgm:cxn modelId="{55E2A14C-41C7-4996-8F67-36367B966FB0}" type="presParOf" srcId="{2988F7B9-BB18-49BE-9599-F662950AE806}" destId="{E16E5A0E-C98A-486A-A822-BCB1515D6D73}" srcOrd="2" destOrd="0" presId="urn:microsoft.com/office/officeart/2005/8/layout/hierarchy1"/>
    <dgm:cxn modelId="{B0C3D39F-3748-4FA5-9768-AD554077AE24}" type="presParOf" srcId="{2988F7B9-BB18-49BE-9599-F662950AE806}" destId="{B9CB67D4-ED5B-47A9-B2C7-641C3D8CC0D1}" srcOrd="3" destOrd="0" presId="urn:microsoft.com/office/officeart/2005/8/layout/hierarchy1"/>
    <dgm:cxn modelId="{8A163C3A-1A52-46CD-AD37-969173D130B4}" type="presParOf" srcId="{B9CB67D4-ED5B-47A9-B2C7-641C3D8CC0D1}" destId="{830343D5-0977-419B-A2D5-AC6B488CE6A2}" srcOrd="0" destOrd="0" presId="urn:microsoft.com/office/officeart/2005/8/layout/hierarchy1"/>
    <dgm:cxn modelId="{9B7EAA91-556D-495D-BD80-F1AF5C6ECAFB}" type="presParOf" srcId="{830343D5-0977-419B-A2D5-AC6B488CE6A2}" destId="{4243BF0C-15AF-4355-BD68-7D01430782DD}" srcOrd="0" destOrd="0" presId="urn:microsoft.com/office/officeart/2005/8/layout/hierarchy1"/>
    <dgm:cxn modelId="{2D3486D5-CC1E-4F7A-9EC6-075BB8053F32}" type="presParOf" srcId="{830343D5-0977-419B-A2D5-AC6B488CE6A2}" destId="{EBC58B70-D1C5-47CF-B55B-1F05A54A9968}" srcOrd="1" destOrd="0" presId="urn:microsoft.com/office/officeart/2005/8/layout/hierarchy1"/>
    <dgm:cxn modelId="{FDE92CC3-9591-48C2-A516-19B8D582D4B8}" type="presParOf" srcId="{B9CB67D4-ED5B-47A9-B2C7-641C3D8CC0D1}" destId="{EF337F9F-29D0-4BF2-9DD5-0B29E1C154EC}" srcOrd="1" destOrd="0" presId="urn:microsoft.com/office/officeart/2005/8/layout/hierarchy1"/>
    <dgm:cxn modelId="{3A4BCBEE-DE3F-44A2-BF1C-BF379D347B0F}" type="presParOf" srcId="{EF337F9F-29D0-4BF2-9DD5-0B29E1C154EC}" destId="{2691E219-C375-4042-B2EB-189263EA8A4F}" srcOrd="0" destOrd="0" presId="urn:microsoft.com/office/officeart/2005/8/layout/hierarchy1"/>
    <dgm:cxn modelId="{7122C93B-5C5E-49A1-BA7D-39491048D1D3}" type="presParOf" srcId="{EF337F9F-29D0-4BF2-9DD5-0B29E1C154EC}" destId="{9FDBE04E-7C00-4DAC-9A4C-165C3F588959}" srcOrd="1" destOrd="0" presId="urn:microsoft.com/office/officeart/2005/8/layout/hierarchy1"/>
    <dgm:cxn modelId="{642630D2-01A7-496C-885B-E71F3B5A6663}" type="presParOf" srcId="{9FDBE04E-7C00-4DAC-9A4C-165C3F588959}" destId="{57FE2EFC-2652-4F1D-A351-83DF6E670686}" srcOrd="0" destOrd="0" presId="urn:microsoft.com/office/officeart/2005/8/layout/hierarchy1"/>
    <dgm:cxn modelId="{C15F6657-4EC5-47F2-8D85-172ECBE68246}" type="presParOf" srcId="{57FE2EFC-2652-4F1D-A351-83DF6E670686}" destId="{3060C2E0-FED7-4E6A-A92C-E15167EB816D}" srcOrd="0" destOrd="0" presId="urn:microsoft.com/office/officeart/2005/8/layout/hierarchy1"/>
    <dgm:cxn modelId="{8D27A01B-5803-4AD4-A7DF-B8A923582064}" type="presParOf" srcId="{57FE2EFC-2652-4F1D-A351-83DF6E670686}" destId="{EBAF6D40-DDAF-45A2-A156-DA61074E76FD}" srcOrd="1" destOrd="0" presId="urn:microsoft.com/office/officeart/2005/8/layout/hierarchy1"/>
    <dgm:cxn modelId="{D93D7CA4-8615-465A-A17D-3D3A3F08AFB3}" type="presParOf" srcId="{9FDBE04E-7C00-4DAC-9A4C-165C3F588959}" destId="{865DB349-E5AF-46C0-B0AC-E9D0A52F9C7D}" srcOrd="1" destOrd="0" presId="urn:microsoft.com/office/officeart/2005/8/layout/hierarchy1"/>
    <dgm:cxn modelId="{6EA56A78-EA5B-46C2-9BC3-E4878FACB24A}" type="presParOf" srcId="{865DB349-E5AF-46C0-B0AC-E9D0A52F9C7D}" destId="{BB4D565B-F6FC-4706-8990-80151501AC5A}" srcOrd="0" destOrd="0" presId="urn:microsoft.com/office/officeart/2005/8/layout/hierarchy1"/>
    <dgm:cxn modelId="{0E892212-2B02-4849-B6C0-E5233B1D7543}" type="presParOf" srcId="{865DB349-E5AF-46C0-B0AC-E9D0A52F9C7D}" destId="{DB24DBD5-2E0F-4BE1-9EB8-B8E357737FB0}" srcOrd="1" destOrd="0" presId="urn:microsoft.com/office/officeart/2005/8/layout/hierarchy1"/>
    <dgm:cxn modelId="{886743D5-DE8A-4811-8581-12A8233934A7}" type="presParOf" srcId="{DB24DBD5-2E0F-4BE1-9EB8-B8E357737FB0}" destId="{A207C99A-26B1-4EAF-BDD6-BFCF06BCD42E}" srcOrd="0" destOrd="0" presId="urn:microsoft.com/office/officeart/2005/8/layout/hierarchy1"/>
    <dgm:cxn modelId="{E1898776-500D-4008-9147-84C510B819DF}" type="presParOf" srcId="{A207C99A-26B1-4EAF-BDD6-BFCF06BCD42E}" destId="{E7122916-451F-4F71-B809-118A671FF1E5}" srcOrd="0" destOrd="0" presId="urn:microsoft.com/office/officeart/2005/8/layout/hierarchy1"/>
    <dgm:cxn modelId="{A2951C75-D3E8-4D27-AB60-BB575F07CB66}" type="presParOf" srcId="{A207C99A-26B1-4EAF-BDD6-BFCF06BCD42E}" destId="{19BED8C5-781F-4015-AE6D-3CDDE6224FD3}" srcOrd="1" destOrd="0" presId="urn:microsoft.com/office/officeart/2005/8/layout/hierarchy1"/>
    <dgm:cxn modelId="{A58D5239-F67E-4F5B-8459-5D42F99A5E32}" type="presParOf" srcId="{DB24DBD5-2E0F-4BE1-9EB8-B8E357737FB0}" destId="{80D88D14-C8A1-488D-B1CA-341ABB7F36C5}" srcOrd="1" destOrd="0" presId="urn:microsoft.com/office/officeart/2005/8/layout/hierarchy1"/>
    <dgm:cxn modelId="{21E6166C-BB15-4A9D-9BA8-3EE0FBC975F8}" type="presParOf" srcId="{EF337F9F-29D0-4BF2-9DD5-0B29E1C154EC}" destId="{645ED8B1-5E96-473B-AA23-D316EBED0923}" srcOrd="2" destOrd="0" presId="urn:microsoft.com/office/officeart/2005/8/layout/hierarchy1"/>
    <dgm:cxn modelId="{49134B9E-222F-4E77-A6FA-F2FD7E8CCEB9}" type="presParOf" srcId="{EF337F9F-29D0-4BF2-9DD5-0B29E1C154EC}" destId="{3664CB06-1BF2-4F87-88EC-7F3A613F216A}" srcOrd="3" destOrd="0" presId="urn:microsoft.com/office/officeart/2005/8/layout/hierarchy1"/>
    <dgm:cxn modelId="{81385182-7F9A-4479-8C8B-D6DD6C7DCF16}" type="presParOf" srcId="{3664CB06-1BF2-4F87-88EC-7F3A613F216A}" destId="{CE225D9A-D68F-484B-989A-AE927810BF42}" srcOrd="0" destOrd="0" presId="urn:microsoft.com/office/officeart/2005/8/layout/hierarchy1"/>
    <dgm:cxn modelId="{86F43705-5515-47C9-B911-B68C8CAA54A4}" type="presParOf" srcId="{CE225D9A-D68F-484B-989A-AE927810BF42}" destId="{A8C67FA6-7ABD-4618-B377-927EC3884E24}" srcOrd="0" destOrd="0" presId="urn:microsoft.com/office/officeart/2005/8/layout/hierarchy1"/>
    <dgm:cxn modelId="{B6A92E95-9684-4A6A-A27D-A9B5E293767E}" type="presParOf" srcId="{CE225D9A-D68F-484B-989A-AE927810BF42}" destId="{15C394E3-2F48-457A-8810-B39903F4222F}" srcOrd="1" destOrd="0" presId="urn:microsoft.com/office/officeart/2005/8/layout/hierarchy1"/>
    <dgm:cxn modelId="{F10170FD-E8A6-46D4-8B09-E50C7B47298B}" type="presParOf" srcId="{3664CB06-1BF2-4F87-88EC-7F3A613F216A}" destId="{CA9302BB-7C05-470D-89A4-582741ADBBA0}" srcOrd="1" destOrd="0" presId="urn:microsoft.com/office/officeart/2005/8/layout/hierarchy1"/>
    <dgm:cxn modelId="{FBB587E8-CD3D-478B-AF80-35AE2AB865AA}" type="presParOf" srcId="{CA9302BB-7C05-470D-89A4-582741ADBBA0}" destId="{8D4834AA-BE9C-445D-AEB4-FC39536D94E1}" srcOrd="0" destOrd="0" presId="urn:microsoft.com/office/officeart/2005/8/layout/hierarchy1"/>
    <dgm:cxn modelId="{C6BC2266-7F19-4BC6-97C4-1AB459EEFCA7}" type="presParOf" srcId="{CA9302BB-7C05-470D-89A4-582741ADBBA0}" destId="{CF09EE53-1413-46C2-ADA2-9A14EED231C4}" srcOrd="1" destOrd="0" presId="urn:microsoft.com/office/officeart/2005/8/layout/hierarchy1"/>
    <dgm:cxn modelId="{FAF84659-18A5-404A-B45D-4DCF3201FD39}" type="presParOf" srcId="{CF09EE53-1413-46C2-ADA2-9A14EED231C4}" destId="{C5BC64E9-7896-4C8F-99CB-F797682F6EC4}" srcOrd="0" destOrd="0" presId="urn:microsoft.com/office/officeart/2005/8/layout/hierarchy1"/>
    <dgm:cxn modelId="{31D7761D-CC25-47FB-8E2F-0CFE2863E0AB}" type="presParOf" srcId="{C5BC64E9-7896-4C8F-99CB-F797682F6EC4}" destId="{E9B3408C-50B8-4856-A4C3-CF930E3AC9F0}" srcOrd="0" destOrd="0" presId="urn:microsoft.com/office/officeart/2005/8/layout/hierarchy1"/>
    <dgm:cxn modelId="{596CD238-3858-4037-8FCF-60E1843C850B}" type="presParOf" srcId="{C5BC64E9-7896-4C8F-99CB-F797682F6EC4}" destId="{E304D56B-239A-4D0C-A7D2-813502A91E7F}" srcOrd="1" destOrd="0" presId="urn:microsoft.com/office/officeart/2005/8/layout/hierarchy1"/>
    <dgm:cxn modelId="{7A5D65B6-01C2-42B4-8F96-A550F0878B4C}" type="presParOf" srcId="{CF09EE53-1413-46C2-ADA2-9A14EED231C4}" destId="{B3F67780-1390-42BA-974B-89B15A64F22E}" srcOrd="1" destOrd="0" presId="urn:microsoft.com/office/officeart/2005/8/layout/hierarchy1"/>
    <dgm:cxn modelId="{C1DA2FD5-9647-404F-AADB-FE744E327928}" type="presParOf" srcId="{52AA0C46-8C79-49A1-ABAA-5C3DAF34B49E}" destId="{E8E3A2DF-7361-404C-A61F-02C3FC78834E}" srcOrd="2" destOrd="0" presId="urn:microsoft.com/office/officeart/2005/8/layout/hierarchy1"/>
    <dgm:cxn modelId="{F415F0D7-5D8A-4FCD-A6DD-73DACF0D07B8}" type="presParOf" srcId="{52AA0C46-8C79-49A1-ABAA-5C3DAF34B49E}" destId="{D8957EF7-3CB9-49E5-BD5D-ED4DEFB7F48D}" srcOrd="3" destOrd="0" presId="urn:microsoft.com/office/officeart/2005/8/layout/hierarchy1"/>
    <dgm:cxn modelId="{3B1ABC37-E758-4D88-9DF1-D965A7599B8E}" type="presParOf" srcId="{D8957EF7-3CB9-49E5-BD5D-ED4DEFB7F48D}" destId="{4DB13304-2B2F-4ADF-AC29-A572FE68047F}" srcOrd="0" destOrd="0" presId="urn:microsoft.com/office/officeart/2005/8/layout/hierarchy1"/>
    <dgm:cxn modelId="{C8778845-5419-431E-8DA7-5FE98761DC4E}" type="presParOf" srcId="{4DB13304-2B2F-4ADF-AC29-A572FE68047F}" destId="{C99AF00D-587A-4D2F-9DF3-F086B60B49B6}" srcOrd="0" destOrd="0" presId="urn:microsoft.com/office/officeart/2005/8/layout/hierarchy1"/>
    <dgm:cxn modelId="{FE40235F-F2E0-44C2-B52F-8F86A159AD6B}" type="presParOf" srcId="{4DB13304-2B2F-4ADF-AC29-A572FE68047F}" destId="{24C9B9A5-4725-4D4B-8B2A-6E0660D30F18}" srcOrd="1" destOrd="0" presId="urn:microsoft.com/office/officeart/2005/8/layout/hierarchy1"/>
    <dgm:cxn modelId="{95E0E9D3-94D5-4745-BEF5-4CBB5A302EBF}" type="presParOf" srcId="{D8957EF7-3CB9-49E5-BD5D-ED4DEFB7F48D}" destId="{ADFE5AE9-6515-4DCB-81BA-C2F2C20F5CEE}" srcOrd="1" destOrd="0" presId="urn:microsoft.com/office/officeart/2005/8/layout/hierarchy1"/>
    <dgm:cxn modelId="{700B1F71-46BE-433E-9723-804F44BE49D8}" type="presParOf" srcId="{ADFE5AE9-6515-4DCB-81BA-C2F2C20F5CEE}" destId="{0CDB784D-B2D7-4E33-AB5E-42DED4D3DF95}" srcOrd="0" destOrd="0" presId="urn:microsoft.com/office/officeart/2005/8/layout/hierarchy1"/>
    <dgm:cxn modelId="{1288B410-BB36-4747-B0FA-A809EBC16170}" type="presParOf" srcId="{ADFE5AE9-6515-4DCB-81BA-C2F2C20F5CEE}" destId="{1E24F256-6879-4031-8DEB-4A56A67D8B76}" srcOrd="1" destOrd="0" presId="urn:microsoft.com/office/officeart/2005/8/layout/hierarchy1"/>
    <dgm:cxn modelId="{52C48E2D-9A0F-4D2E-88ED-A506519929FC}" type="presParOf" srcId="{1E24F256-6879-4031-8DEB-4A56A67D8B76}" destId="{946AF80A-242A-4866-A0A3-F4EE4FEAD3E3}" srcOrd="0" destOrd="0" presId="urn:microsoft.com/office/officeart/2005/8/layout/hierarchy1"/>
    <dgm:cxn modelId="{66339D02-17B3-4C33-A3E1-89B9879AD203}" type="presParOf" srcId="{946AF80A-242A-4866-A0A3-F4EE4FEAD3E3}" destId="{A8ABF9B4-AFFB-4B89-A425-BBEDF4894B77}" srcOrd="0" destOrd="0" presId="urn:microsoft.com/office/officeart/2005/8/layout/hierarchy1"/>
    <dgm:cxn modelId="{32DEACAF-4926-4BF8-8F6A-64648C92E7CF}" type="presParOf" srcId="{946AF80A-242A-4866-A0A3-F4EE4FEAD3E3}" destId="{446059D9-CC56-492D-BFE3-1297E163E248}" srcOrd="1" destOrd="0" presId="urn:microsoft.com/office/officeart/2005/8/layout/hierarchy1"/>
    <dgm:cxn modelId="{C51C7558-3EA1-4F75-B13A-395E81B506C5}" type="presParOf" srcId="{1E24F256-6879-4031-8DEB-4A56A67D8B76}" destId="{A4C84C6C-C7E0-4692-AFDA-6E72D6001B0B}" srcOrd="1" destOrd="0" presId="urn:microsoft.com/office/officeart/2005/8/layout/hierarchy1"/>
    <dgm:cxn modelId="{8A389258-C835-4737-8BF0-DD978A6C16E4}" type="presParOf" srcId="{A4C84C6C-C7E0-4692-AFDA-6E72D6001B0B}" destId="{97C435D1-BB08-4A46-BEE0-F112D1C689B4}" srcOrd="0" destOrd="0" presId="urn:microsoft.com/office/officeart/2005/8/layout/hierarchy1"/>
    <dgm:cxn modelId="{DCF3A14A-8964-4BAB-B05E-D822AD4B410A}" type="presParOf" srcId="{A4C84C6C-C7E0-4692-AFDA-6E72D6001B0B}" destId="{C11E8BBD-4861-46F7-BC6A-5AEB8CE643D6}" srcOrd="1" destOrd="0" presId="urn:microsoft.com/office/officeart/2005/8/layout/hierarchy1"/>
    <dgm:cxn modelId="{3DC1CBB2-1C02-49E8-97D5-D6219E701A3D}" type="presParOf" srcId="{C11E8BBD-4861-46F7-BC6A-5AEB8CE643D6}" destId="{DFC26B8E-9B07-42A2-93C9-1BF0B5621432}" srcOrd="0" destOrd="0" presId="urn:microsoft.com/office/officeart/2005/8/layout/hierarchy1"/>
    <dgm:cxn modelId="{EFF4DA78-5673-4F88-A9BE-1920D60E912E}" type="presParOf" srcId="{DFC26B8E-9B07-42A2-93C9-1BF0B5621432}" destId="{8DAE1D9F-ABE0-4BE8-A7DC-F41ADEE0AB61}" srcOrd="0" destOrd="0" presId="urn:microsoft.com/office/officeart/2005/8/layout/hierarchy1"/>
    <dgm:cxn modelId="{C79DC2FD-8F5F-4580-AC1F-9FDCAD9C01A3}" type="presParOf" srcId="{DFC26B8E-9B07-42A2-93C9-1BF0B5621432}" destId="{09058E97-2D6D-4460-A61E-5F994535679C}" srcOrd="1" destOrd="0" presId="urn:microsoft.com/office/officeart/2005/8/layout/hierarchy1"/>
    <dgm:cxn modelId="{07EE4654-3BBA-4925-90A9-61F8E0AD6C36}" type="presParOf" srcId="{C11E8BBD-4861-46F7-BC6A-5AEB8CE643D6}" destId="{8D1218E8-395E-42C9-B1C0-6C0787840B64}" srcOrd="1" destOrd="0" presId="urn:microsoft.com/office/officeart/2005/8/layout/hierarchy1"/>
    <dgm:cxn modelId="{9E0E0E97-FA1A-44E0-9A21-72DAEFB46EB1}" type="presParOf" srcId="{8D1218E8-395E-42C9-B1C0-6C0787840B64}" destId="{17B001EF-43E7-4A81-AACC-C07B339B7E2E}" srcOrd="0" destOrd="0" presId="urn:microsoft.com/office/officeart/2005/8/layout/hierarchy1"/>
    <dgm:cxn modelId="{1C10C201-02E3-4A76-A3CF-021AF02F2F96}" type="presParOf" srcId="{8D1218E8-395E-42C9-B1C0-6C0787840B64}" destId="{8249328F-A1E9-4F84-A095-183301BECBCC}" srcOrd="1" destOrd="0" presId="urn:microsoft.com/office/officeart/2005/8/layout/hierarchy1"/>
    <dgm:cxn modelId="{D30C88F6-EBA6-4EC4-A640-EDDA8AEC74EA}" type="presParOf" srcId="{8249328F-A1E9-4F84-A095-183301BECBCC}" destId="{9AFF083F-06E8-4278-A82D-959C56A150EE}" srcOrd="0" destOrd="0" presId="urn:microsoft.com/office/officeart/2005/8/layout/hierarchy1"/>
    <dgm:cxn modelId="{A7270722-874E-4524-A829-3C2E1C6F85D7}" type="presParOf" srcId="{9AFF083F-06E8-4278-A82D-959C56A150EE}" destId="{648F769D-2066-4046-9CF2-1858CA164EA5}" srcOrd="0" destOrd="0" presId="urn:microsoft.com/office/officeart/2005/8/layout/hierarchy1"/>
    <dgm:cxn modelId="{F0D1CDAD-28D6-4DE4-BF39-3DE084FEF911}" type="presParOf" srcId="{9AFF083F-06E8-4278-A82D-959C56A150EE}" destId="{4E021796-B6ED-4381-AC19-E9574AAC2B64}" srcOrd="1" destOrd="0" presId="urn:microsoft.com/office/officeart/2005/8/layout/hierarchy1"/>
    <dgm:cxn modelId="{B826F691-6566-4898-B306-4CCC547804D6}" type="presParOf" srcId="{8249328F-A1E9-4F84-A095-183301BECBCC}" destId="{A144A888-5C9A-424F-8FCC-B97F58ADB18C}" srcOrd="1" destOrd="0" presId="urn:microsoft.com/office/officeart/2005/8/layout/hierarchy1"/>
    <dgm:cxn modelId="{0C4C48B4-506E-442E-8244-128F64FEED7A}" type="presParOf" srcId="{A4C84C6C-C7E0-4692-AFDA-6E72D6001B0B}" destId="{DC1818A1-8AB6-473A-A5A4-EA999F57E701}" srcOrd="2" destOrd="0" presId="urn:microsoft.com/office/officeart/2005/8/layout/hierarchy1"/>
    <dgm:cxn modelId="{E781E07C-E632-4DFF-8E72-8699821B29E2}" type="presParOf" srcId="{A4C84C6C-C7E0-4692-AFDA-6E72D6001B0B}" destId="{984723F0-2234-4E84-98C5-60DFCA74ABB2}" srcOrd="3" destOrd="0" presId="urn:microsoft.com/office/officeart/2005/8/layout/hierarchy1"/>
    <dgm:cxn modelId="{02F1A06F-6C5F-4C9D-8EFD-8CD0A56D8C60}" type="presParOf" srcId="{984723F0-2234-4E84-98C5-60DFCA74ABB2}" destId="{0317DB76-02A7-4C59-8B80-E0759B3F4380}" srcOrd="0" destOrd="0" presId="urn:microsoft.com/office/officeart/2005/8/layout/hierarchy1"/>
    <dgm:cxn modelId="{B86EA480-274E-4CF9-BC62-123B0A1EFF1F}" type="presParOf" srcId="{0317DB76-02A7-4C59-8B80-E0759B3F4380}" destId="{E541C4D3-3AF5-40A0-80FD-347ECB125216}" srcOrd="0" destOrd="0" presId="urn:microsoft.com/office/officeart/2005/8/layout/hierarchy1"/>
    <dgm:cxn modelId="{0A2DC273-8F82-4F5F-B46D-E1ACCC503062}" type="presParOf" srcId="{0317DB76-02A7-4C59-8B80-E0759B3F4380}" destId="{2FB6FAE6-9D9F-492E-ABEC-12E6F3F155BE}" srcOrd="1" destOrd="0" presId="urn:microsoft.com/office/officeart/2005/8/layout/hierarchy1"/>
    <dgm:cxn modelId="{A09E9125-2371-47CE-B09C-F92682F336B3}" type="presParOf" srcId="{984723F0-2234-4E84-98C5-60DFCA74ABB2}" destId="{666EFC0D-B25C-4A05-91EF-2ECB498A2309}" srcOrd="1" destOrd="0" presId="urn:microsoft.com/office/officeart/2005/8/layout/hierarchy1"/>
    <dgm:cxn modelId="{7CDFA2E2-1167-4DF3-A866-8CDB882AEE14}" type="presParOf" srcId="{666EFC0D-B25C-4A05-91EF-2ECB498A2309}" destId="{D9AD552E-FC1D-434E-A335-98EF42B4C86D}" srcOrd="0" destOrd="0" presId="urn:microsoft.com/office/officeart/2005/8/layout/hierarchy1"/>
    <dgm:cxn modelId="{07C12412-34E4-4136-90D4-E8BE11D97BC2}" type="presParOf" srcId="{666EFC0D-B25C-4A05-91EF-2ECB498A2309}" destId="{279685FB-56E6-4C98-AC48-31C0C78958DD}" srcOrd="1" destOrd="0" presId="urn:microsoft.com/office/officeart/2005/8/layout/hierarchy1"/>
    <dgm:cxn modelId="{AB4D33C1-451D-4BB6-94E8-23BDC45E272D}" type="presParOf" srcId="{279685FB-56E6-4C98-AC48-31C0C78958DD}" destId="{2CA25493-C730-43FE-9697-FE71E1E44266}" srcOrd="0" destOrd="0" presId="urn:microsoft.com/office/officeart/2005/8/layout/hierarchy1"/>
    <dgm:cxn modelId="{FAA461DB-0E4D-4AAC-A828-5257C6C500E8}" type="presParOf" srcId="{2CA25493-C730-43FE-9697-FE71E1E44266}" destId="{E84A5936-E6A8-4F4B-9A83-7B870C875F16}" srcOrd="0" destOrd="0" presId="urn:microsoft.com/office/officeart/2005/8/layout/hierarchy1"/>
    <dgm:cxn modelId="{5C6E5DC6-699F-4A43-BEFD-492893D244EA}" type="presParOf" srcId="{2CA25493-C730-43FE-9697-FE71E1E44266}" destId="{6DB0DA46-1BAB-42C2-A7C4-33D5622E2D03}" srcOrd="1" destOrd="0" presId="urn:microsoft.com/office/officeart/2005/8/layout/hierarchy1"/>
    <dgm:cxn modelId="{28EA5F90-86EF-49A4-B1B1-71B4A4A1C334}" type="presParOf" srcId="{279685FB-56E6-4C98-AC48-31C0C78958DD}" destId="{93CA90D4-9549-488A-BEBC-29EB31045020}" srcOrd="1" destOrd="0" presId="urn:microsoft.com/office/officeart/2005/8/layout/hierarchy1"/>
    <dgm:cxn modelId="{B371F029-AF99-4A51-9174-B398DFD280EE}" type="presParOf" srcId="{666EFC0D-B25C-4A05-91EF-2ECB498A2309}" destId="{BAC56988-1386-491E-8938-C9685485574C}" srcOrd="2" destOrd="0" presId="urn:microsoft.com/office/officeart/2005/8/layout/hierarchy1"/>
    <dgm:cxn modelId="{55E12DC0-4AF0-47E0-8365-51AF7D1EB2FF}" type="presParOf" srcId="{666EFC0D-B25C-4A05-91EF-2ECB498A2309}" destId="{DB424721-C508-48F3-ACFA-206175FFF1E9}" srcOrd="3" destOrd="0" presId="urn:microsoft.com/office/officeart/2005/8/layout/hierarchy1"/>
    <dgm:cxn modelId="{9CD122F4-E6E5-4E64-BC15-21C7A0ECAD9E}" type="presParOf" srcId="{DB424721-C508-48F3-ACFA-206175FFF1E9}" destId="{1CA40EFA-22F5-4CD6-9821-9F985C05BADF}" srcOrd="0" destOrd="0" presId="urn:microsoft.com/office/officeart/2005/8/layout/hierarchy1"/>
    <dgm:cxn modelId="{246EC1FB-7EB6-4436-945F-4CD51F529283}" type="presParOf" srcId="{1CA40EFA-22F5-4CD6-9821-9F985C05BADF}" destId="{FB66B440-AA4E-46A3-BAC8-0F211619BC38}" srcOrd="0" destOrd="0" presId="urn:microsoft.com/office/officeart/2005/8/layout/hierarchy1"/>
    <dgm:cxn modelId="{707D939E-F173-427C-B08C-C668ABA827D4}" type="presParOf" srcId="{1CA40EFA-22F5-4CD6-9821-9F985C05BADF}" destId="{88FF6A0A-51CC-42C6-9F66-A7A8F3AC026E}" srcOrd="1" destOrd="0" presId="urn:microsoft.com/office/officeart/2005/8/layout/hierarchy1"/>
    <dgm:cxn modelId="{10866DEE-BD89-4B28-B506-4F744EFD69D8}" type="presParOf" srcId="{DB424721-C508-48F3-ACFA-206175FFF1E9}" destId="{4C8B7C56-19C9-488D-A0F7-54B065597211}" srcOrd="1" destOrd="0" presId="urn:microsoft.com/office/officeart/2005/8/layout/hierarchy1"/>
    <dgm:cxn modelId="{A0FC257F-27D6-4570-9C52-82D7F871DA5E}" type="presParOf" srcId="{A4C84C6C-C7E0-4692-AFDA-6E72D6001B0B}" destId="{D3F3B892-FA73-4D2F-A520-CBCD94FBA092}" srcOrd="4" destOrd="0" presId="urn:microsoft.com/office/officeart/2005/8/layout/hierarchy1"/>
    <dgm:cxn modelId="{D48C73F4-9586-4464-BAA1-2EEC99F29C6B}" type="presParOf" srcId="{A4C84C6C-C7E0-4692-AFDA-6E72D6001B0B}" destId="{58EBDCDC-330D-44A5-AAEB-22A2095080CA}" srcOrd="5" destOrd="0" presId="urn:microsoft.com/office/officeart/2005/8/layout/hierarchy1"/>
    <dgm:cxn modelId="{563D82D3-1401-4A95-973D-3E136F9FAD00}" type="presParOf" srcId="{58EBDCDC-330D-44A5-AAEB-22A2095080CA}" destId="{669EE684-F6E5-4412-8483-7663EFCE67EF}" srcOrd="0" destOrd="0" presId="urn:microsoft.com/office/officeart/2005/8/layout/hierarchy1"/>
    <dgm:cxn modelId="{E36B46AB-AF10-43E0-8B1A-8788CDE11FAC}" type="presParOf" srcId="{669EE684-F6E5-4412-8483-7663EFCE67EF}" destId="{89B39358-69F2-4193-9042-E43528B8883B}" srcOrd="0" destOrd="0" presId="urn:microsoft.com/office/officeart/2005/8/layout/hierarchy1"/>
    <dgm:cxn modelId="{98EE186E-4DE1-4DE6-9AF9-8BB0E56E2F16}" type="presParOf" srcId="{669EE684-F6E5-4412-8483-7663EFCE67EF}" destId="{0143F746-8F68-4CD2-B250-8EDF9E90B3D6}" srcOrd="1" destOrd="0" presId="urn:microsoft.com/office/officeart/2005/8/layout/hierarchy1"/>
    <dgm:cxn modelId="{842918AD-AC1F-480B-97E0-F92790A39586}" type="presParOf" srcId="{58EBDCDC-330D-44A5-AAEB-22A2095080CA}" destId="{CFEA40F2-6C27-4BAA-9E02-5330A4A781EF}" srcOrd="1" destOrd="0" presId="urn:microsoft.com/office/officeart/2005/8/layout/hierarchy1"/>
    <dgm:cxn modelId="{517B2307-5853-4B82-81D4-E9EA2DB436A4}" type="presParOf" srcId="{CFEA40F2-6C27-4BAA-9E02-5330A4A781EF}" destId="{B42B82DD-8903-4ADC-BBF8-C33C7DA119BD}" srcOrd="0" destOrd="0" presId="urn:microsoft.com/office/officeart/2005/8/layout/hierarchy1"/>
    <dgm:cxn modelId="{310521DC-2E6C-4B0B-A3C6-19189566C7A7}" type="presParOf" srcId="{CFEA40F2-6C27-4BAA-9E02-5330A4A781EF}" destId="{3835AB44-BD41-45CC-A967-12E1A159A330}" srcOrd="1" destOrd="0" presId="urn:microsoft.com/office/officeart/2005/8/layout/hierarchy1"/>
    <dgm:cxn modelId="{5EB46E60-4402-421C-8C8F-7231DB1FD59A}" type="presParOf" srcId="{3835AB44-BD41-45CC-A967-12E1A159A330}" destId="{DD78A782-FD25-4B35-AEC4-EC306701D056}" srcOrd="0" destOrd="0" presId="urn:microsoft.com/office/officeart/2005/8/layout/hierarchy1"/>
    <dgm:cxn modelId="{CF105281-47CC-4721-B4DB-39A4B89C61A7}" type="presParOf" srcId="{DD78A782-FD25-4B35-AEC4-EC306701D056}" destId="{0A81C4EB-7780-4229-9EB4-19924D58645C}" srcOrd="0" destOrd="0" presId="urn:microsoft.com/office/officeart/2005/8/layout/hierarchy1"/>
    <dgm:cxn modelId="{5C6BD5CD-B3A3-4D4C-8520-CD60E1C9D437}" type="presParOf" srcId="{DD78A782-FD25-4B35-AEC4-EC306701D056}" destId="{E42356FF-58C7-440A-B959-C30985DFBEE3}" srcOrd="1" destOrd="0" presId="urn:microsoft.com/office/officeart/2005/8/layout/hierarchy1"/>
    <dgm:cxn modelId="{14105587-7DDB-4296-80E9-C1A1A7CD6E82}" type="presParOf" srcId="{3835AB44-BD41-45CC-A967-12E1A159A330}" destId="{7715AAAA-BAAF-419F-A2A8-9B22B847B133}" srcOrd="1" destOrd="0" presId="urn:microsoft.com/office/officeart/2005/8/layout/hierarchy1"/>
    <dgm:cxn modelId="{0DDE56B1-5FB1-452D-8EA2-B4738C26B79A}" type="presParOf" srcId="{ADFE5AE9-6515-4DCB-81BA-C2F2C20F5CEE}" destId="{BD27327A-06BF-435F-8CB3-6A761FDEB7BB}" srcOrd="2" destOrd="0" presId="urn:microsoft.com/office/officeart/2005/8/layout/hierarchy1"/>
    <dgm:cxn modelId="{1B0F341C-3F76-4314-89B0-151159E1FF41}" type="presParOf" srcId="{ADFE5AE9-6515-4DCB-81BA-C2F2C20F5CEE}" destId="{E60FEF18-BCBB-43CD-A5A6-0DD55DB78C3F}" srcOrd="3" destOrd="0" presId="urn:microsoft.com/office/officeart/2005/8/layout/hierarchy1"/>
    <dgm:cxn modelId="{9629CC95-4489-4C1B-9D7B-AF84713CF173}" type="presParOf" srcId="{E60FEF18-BCBB-43CD-A5A6-0DD55DB78C3F}" destId="{5EF20D70-0105-455B-8986-D1BF133A1224}" srcOrd="0" destOrd="0" presId="urn:microsoft.com/office/officeart/2005/8/layout/hierarchy1"/>
    <dgm:cxn modelId="{B6C0FF6B-65E0-47D5-943A-236A8467AFB2}" type="presParOf" srcId="{5EF20D70-0105-455B-8986-D1BF133A1224}" destId="{47C1611A-EDE7-4C57-BCEA-3C5CC43D2E79}" srcOrd="0" destOrd="0" presId="urn:microsoft.com/office/officeart/2005/8/layout/hierarchy1"/>
    <dgm:cxn modelId="{49D577C4-1533-4F01-B3E2-CC902A5E74FE}" type="presParOf" srcId="{5EF20D70-0105-455B-8986-D1BF133A1224}" destId="{45CB2D9B-2243-4B5A-AEA2-98DDC4085B53}" srcOrd="1" destOrd="0" presId="urn:microsoft.com/office/officeart/2005/8/layout/hierarchy1"/>
    <dgm:cxn modelId="{890C0369-923C-4F52-A2A5-09365D7C8142}" type="presParOf" srcId="{E60FEF18-BCBB-43CD-A5A6-0DD55DB78C3F}" destId="{DC6D1A84-77D5-43D3-B281-C7C32047BC23}" srcOrd="1" destOrd="0" presId="urn:microsoft.com/office/officeart/2005/8/layout/hierarchy1"/>
    <dgm:cxn modelId="{16C5EB26-E4A9-4844-83B1-5D5607CFDA0C}" type="presParOf" srcId="{DC6D1A84-77D5-43D3-B281-C7C32047BC23}" destId="{E525DCC1-3BC7-47D1-AC65-301B5222563F}" srcOrd="0" destOrd="0" presId="urn:microsoft.com/office/officeart/2005/8/layout/hierarchy1"/>
    <dgm:cxn modelId="{3BC1C122-0B42-4F77-AE31-BE3A29E340A0}" type="presParOf" srcId="{DC6D1A84-77D5-43D3-B281-C7C32047BC23}" destId="{BC435716-F7E3-4985-81DC-41E888057E59}" srcOrd="1" destOrd="0" presId="urn:microsoft.com/office/officeart/2005/8/layout/hierarchy1"/>
    <dgm:cxn modelId="{430CA613-811C-47EB-BC65-838E2AD5D23D}" type="presParOf" srcId="{BC435716-F7E3-4985-81DC-41E888057E59}" destId="{2FC41D7C-C8B8-4AFC-BC78-802B614C9F74}" srcOrd="0" destOrd="0" presId="urn:microsoft.com/office/officeart/2005/8/layout/hierarchy1"/>
    <dgm:cxn modelId="{D0A3C688-3B7B-4F13-A926-E53EC1B32ECD}" type="presParOf" srcId="{2FC41D7C-C8B8-4AFC-BC78-802B614C9F74}" destId="{8C1FFC2C-1870-4ACF-B3DD-F6BD7876679C}" srcOrd="0" destOrd="0" presId="urn:microsoft.com/office/officeart/2005/8/layout/hierarchy1"/>
    <dgm:cxn modelId="{2CCCD3C7-EC37-4359-892D-947AB06A43FE}" type="presParOf" srcId="{2FC41D7C-C8B8-4AFC-BC78-802B614C9F74}" destId="{3440022A-236A-4742-BC0C-6B63B7BC556B}" srcOrd="1" destOrd="0" presId="urn:microsoft.com/office/officeart/2005/8/layout/hierarchy1"/>
    <dgm:cxn modelId="{EFC45375-E29D-4B70-B2F8-2A65C3924772}" type="presParOf" srcId="{BC435716-F7E3-4985-81DC-41E888057E59}" destId="{3C19709A-4105-4C9A-BAFB-155F11B29109}" srcOrd="1" destOrd="0" presId="urn:microsoft.com/office/officeart/2005/8/layout/hierarchy1"/>
    <dgm:cxn modelId="{7ACFAB4A-3315-4A75-A7BE-02221B39C766}" type="presParOf" srcId="{52AA0C46-8C79-49A1-ABAA-5C3DAF34B49E}" destId="{9E87AAC7-8FA1-409C-B59B-DAC474A3D7F6}" srcOrd="4" destOrd="0" presId="urn:microsoft.com/office/officeart/2005/8/layout/hierarchy1"/>
    <dgm:cxn modelId="{A0261FB0-6CAC-4B59-B9FB-AB4B9AFEF1CB}" type="presParOf" srcId="{52AA0C46-8C79-49A1-ABAA-5C3DAF34B49E}" destId="{FEF2345E-B4B3-4E99-9388-336871168A0D}" srcOrd="5" destOrd="0" presId="urn:microsoft.com/office/officeart/2005/8/layout/hierarchy1"/>
    <dgm:cxn modelId="{EA822C80-2A31-4332-9360-C10F5F44886D}" type="presParOf" srcId="{FEF2345E-B4B3-4E99-9388-336871168A0D}" destId="{4A4057BD-2F30-4775-8ABE-72BEA8D32653}" srcOrd="0" destOrd="0" presId="urn:microsoft.com/office/officeart/2005/8/layout/hierarchy1"/>
    <dgm:cxn modelId="{D14FB828-0512-4AA1-9D15-022F916BD23B}" type="presParOf" srcId="{4A4057BD-2F30-4775-8ABE-72BEA8D32653}" destId="{5EFDDE5A-6F9D-46CC-B23E-F60ECB0E7FB3}" srcOrd="0" destOrd="0" presId="urn:microsoft.com/office/officeart/2005/8/layout/hierarchy1"/>
    <dgm:cxn modelId="{A574D78F-E423-4CD6-A676-C2F693EE3B37}" type="presParOf" srcId="{4A4057BD-2F30-4775-8ABE-72BEA8D32653}" destId="{E4CBA675-5A23-4057-8F16-C25872D649DA}" srcOrd="1" destOrd="0" presId="urn:microsoft.com/office/officeart/2005/8/layout/hierarchy1"/>
    <dgm:cxn modelId="{6E65954F-F3BA-47FC-A9F1-5445C4D3A618}" type="presParOf" srcId="{FEF2345E-B4B3-4E99-9388-336871168A0D}" destId="{4EEB33F1-6AAA-4CCB-B7CE-F79BC615F05F}" srcOrd="1" destOrd="0" presId="urn:microsoft.com/office/officeart/2005/8/layout/hierarchy1"/>
    <dgm:cxn modelId="{02F970C4-53CD-423A-B282-9733442CAF18}" type="presParOf" srcId="{4EEB33F1-6AAA-4CCB-B7CE-F79BC615F05F}" destId="{82E2CC74-6ABE-4BD3-943F-73DE1FEB3111}" srcOrd="0" destOrd="0" presId="urn:microsoft.com/office/officeart/2005/8/layout/hierarchy1"/>
    <dgm:cxn modelId="{C4DCACCC-24C6-4868-97D4-682EFFDB9001}" type="presParOf" srcId="{4EEB33F1-6AAA-4CCB-B7CE-F79BC615F05F}" destId="{867A494C-826F-4A64-A889-A21EE7C547D3}" srcOrd="1" destOrd="0" presId="urn:microsoft.com/office/officeart/2005/8/layout/hierarchy1"/>
    <dgm:cxn modelId="{234E7909-E014-498D-A502-60DE8E74D666}" type="presParOf" srcId="{867A494C-826F-4A64-A889-A21EE7C547D3}" destId="{870E5C4A-3039-47B9-B03E-0BEEC5B70F6E}" srcOrd="0" destOrd="0" presId="urn:microsoft.com/office/officeart/2005/8/layout/hierarchy1"/>
    <dgm:cxn modelId="{2C971992-AB2F-4C8D-9FB3-4599F72891DE}" type="presParOf" srcId="{870E5C4A-3039-47B9-B03E-0BEEC5B70F6E}" destId="{9A1D49D8-154A-4D1B-8DEF-0F840E31818F}" srcOrd="0" destOrd="0" presId="urn:microsoft.com/office/officeart/2005/8/layout/hierarchy1"/>
    <dgm:cxn modelId="{E22D2C75-61CD-4C85-921F-CFD26D132511}" type="presParOf" srcId="{870E5C4A-3039-47B9-B03E-0BEEC5B70F6E}" destId="{27B970F7-5AA8-4DC5-AB98-FA6D447E05B9}" srcOrd="1" destOrd="0" presId="urn:microsoft.com/office/officeart/2005/8/layout/hierarchy1"/>
    <dgm:cxn modelId="{81E06D8D-C35D-4F3A-B03F-A6A02F0C4D21}" type="presParOf" srcId="{867A494C-826F-4A64-A889-A21EE7C547D3}" destId="{AC626106-6C88-46F4-A99D-80B02ED12EC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CBE605A-6D5A-481F-A89F-96253053BC8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s-PE"/>
        </a:p>
      </dgm:t>
    </dgm:pt>
    <dgm:pt modelId="{0AF064BC-4EDA-444F-988F-3ABD24DC688B}">
      <dgm:prSet phldrT="[Texto]" custT="1"/>
      <dgm:spPr>
        <a:solidFill>
          <a:schemeClr val="accent1">
            <a:alpha val="90000"/>
          </a:schemeClr>
        </a:solidFill>
      </dgm:spPr>
      <dgm:t>
        <a:bodyPr/>
        <a:lstStyle/>
        <a:p>
          <a:r>
            <a:rPr lang="es-ES" sz="1400" dirty="0"/>
            <a:t>Manufactura Aditiva</a:t>
          </a:r>
          <a:endParaRPr lang="es-PE" sz="1400" dirty="0"/>
        </a:p>
      </dgm:t>
    </dgm:pt>
    <dgm:pt modelId="{39ED2AA1-05AE-48C4-9F67-020291445D66}" type="parTrans" cxnId="{9E75F5BA-A6C3-4024-B1E6-C508EA71B9BF}">
      <dgm:prSet/>
      <dgm:spPr/>
      <dgm:t>
        <a:bodyPr/>
        <a:lstStyle/>
        <a:p>
          <a:endParaRPr lang="es-PE"/>
        </a:p>
      </dgm:t>
    </dgm:pt>
    <dgm:pt modelId="{95517898-53B1-4846-A3FE-D85634DE074E}" type="sibTrans" cxnId="{9E75F5BA-A6C3-4024-B1E6-C508EA71B9BF}">
      <dgm:prSet/>
      <dgm:spPr/>
      <dgm:t>
        <a:bodyPr/>
        <a:lstStyle/>
        <a:p>
          <a:endParaRPr lang="es-PE"/>
        </a:p>
      </dgm:t>
    </dgm:pt>
    <dgm:pt modelId="{41C92E46-08EE-4CE1-B0AF-A6E59FEC40B6}">
      <dgm:prSet phldrT="[Texto]" custT="1"/>
      <dgm:spPr/>
      <dgm:t>
        <a:bodyPr/>
        <a:lstStyle/>
        <a:p>
          <a:r>
            <a:rPr lang="es-ES" sz="1400" dirty="0"/>
            <a:t>Líquido</a:t>
          </a:r>
          <a:endParaRPr lang="es-PE" sz="1400" dirty="0"/>
        </a:p>
      </dgm:t>
    </dgm:pt>
    <dgm:pt modelId="{286327CA-ACE8-4653-9998-D88FA69E35F5}" type="parTrans" cxnId="{E42F6B24-4A58-44BC-B8C2-3E53E30040E4}">
      <dgm:prSet/>
      <dgm:spPr/>
      <dgm:t>
        <a:bodyPr/>
        <a:lstStyle/>
        <a:p>
          <a:endParaRPr lang="es-PE"/>
        </a:p>
      </dgm:t>
    </dgm:pt>
    <dgm:pt modelId="{70B076B7-3E89-4805-A144-E68838E10A2E}" type="sibTrans" cxnId="{E42F6B24-4A58-44BC-B8C2-3E53E30040E4}">
      <dgm:prSet/>
      <dgm:spPr/>
      <dgm:t>
        <a:bodyPr/>
        <a:lstStyle/>
        <a:p>
          <a:endParaRPr lang="es-PE"/>
        </a:p>
      </dgm:t>
    </dgm:pt>
    <dgm:pt modelId="{C7F9B29B-48B0-4B3C-ACCA-998A7002C2B6}">
      <dgm:prSet phldrT="[Texto]" custT="1"/>
      <dgm:spPr/>
      <dgm:t>
        <a:bodyPr/>
        <a:lstStyle/>
        <a:p>
          <a:r>
            <a:rPr lang="es-ES" sz="1400" dirty="0"/>
            <a:t>Fotopolímeros</a:t>
          </a:r>
          <a:endParaRPr lang="es-PE" sz="1400" dirty="0"/>
        </a:p>
      </dgm:t>
    </dgm:pt>
    <dgm:pt modelId="{17DB124A-9C1A-4AB0-9B6D-52C56C9BAF61}" type="parTrans" cxnId="{759F1201-9E9F-4349-89DB-E512E44CBE0D}">
      <dgm:prSet/>
      <dgm:spPr/>
      <dgm:t>
        <a:bodyPr/>
        <a:lstStyle/>
        <a:p>
          <a:endParaRPr lang="es-PE"/>
        </a:p>
      </dgm:t>
    </dgm:pt>
    <dgm:pt modelId="{6566DB26-19C9-4E70-92C0-FD3EE1CBFE17}" type="sibTrans" cxnId="{759F1201-9E9F-4349-89DB-E512E44CBE0D}">
      <dgm:prSet/>
      <dgm:spPr/>
      <dgm:t>
        <a:bodyPr/>
        <a:lstStyle/>
        <a:p>
          <a:endParaRPr lang="es-PE"/>
        </a:p>
      </dgm:t>
    </dgm:pt>
    <dgm:pt modelId="{773620B6-72BD-4AA7-AD3E-C840BE0AB8D5}">
      <dgm:prSet phldrT="[Texto]" custT="1"/>
      <dgm:spPr/>
      <dgm:t>
        <a:bodyPr/>
        <a:lstStyle/>
        <a:p>
          <a:r>
            <a:rPr lang="es-ES" sz="1400" dirty="0"/>
            <a:t>Materiales fundidos</a:t>
          </a:r>
          <a:endParaRPr lang="es-PE" sz="1400" dirty="0"/>
        </a:p>
      </dgm:t>
    </dgm:pt>
    <dgm:pt modelId="{DF9BBC3C-0CDC-47A3-8442-253F6FB492D9}" type="parTrans" cxnId="{BA88FDA5-011F-4002-B4A4-151DF55876E7}">
      <dgm:prSet/>
      <dgm:spPr/>
      <dgm:t>
        <a:bodyPr/>
        <a:lstStyle/>
        <a:p>
          <a:endParaRPr lang="es-PE"/>
        </a:p>
      </dgm:t>
    </dgm:pt>
    <dgm:pt modelId="{175EAD08-F79E-4105-A06D-E5ABC96BE0E9}" type="sibTrans" cxnId="{BA88FDA5-011F-4002-B4A4-151DF55876E7}">
      <dgm:prSet/>
      <dgm:spPr/>
      <dgm:t>
        <a:bodyPr/>
        <a:lstStyle/>
        <a:p>
          <a:endParaRPr lang="es-PE"/>
        </a:p>
      </dgm:t>
    </dgm:pt>
    <dgm:pt modelId="{E79CF8BC-1C1A-4A8F-B396-55A629151831}">
      <dgm:prSet phldrT="[Texto]" custT="1"/>
      <dgm:spPr/>
      <dgm:t>
        <a:bodyPr/>
        <a:lstStyle/>
        <a:p>
          <a:r>
            <a:rPr lang="es-ES" sz="1400" dirty="0"/>
            <a:t>Láminas</a:t>
          </a:r>
          <a:endParaRPr lang="es-PE" sz="1400" dirty="0"/>
        </a:p>
      </dgm:t>
    </dgm:pt>
    <dgm:pt modelId="{75BD56C0-FF3C-48A9-BEB3-10EBF2FC0C71}" type="parTrans" cxnId="{2FC09E09-8682-4480-980F-95F6E492E1E9}">
      <dgm:prSet/>
      <dgm:spPr/>
      <dgm:t>
        <a:bodyPr/>
        <a:lstStyle/>
        <a:p>
          <a:endParaRPr lang="es-PE"/>
        </a:p>
      </dgm:t>
    </dgm:pt>
    <dgm:pt modelId="{1C86DAB6-B300-44C7-A218-90441DA0E67B}" type="sibTrans" cxnId="{2FC09E09-8682-4480-980F-95F6E492E1E9}">
      <dgm:prSet/>
      <dgm:spPr/>
      <dgm:t>
        <a:bodyPr/>
        <a:lstStyle/>
        <a:p>
          <a:endParaRPr lang="es-PE"/>
        </a:p>
      </dgm:t>
    </dgm:pt>
    <dgm:pt modelId="{C9ACDB2E-5201-482E-BCF7-D69DA68C9F89}">
      <dgm:prSet phldrT="[Texto]" custT="1"/>
      <dgm:spPr/>
      <dgm:t>
        <a:bodyPr/>
        <a:lstStyle/>
        <a:p>
          <a:r>
            <a:rPr lang="es-ES" sz="1200" dirty="0" err="1"/>
            <a:t>Laminated</a:t>
          </a:r>
          <a:r>
            <a:rPr lang="es-ES" sz="1200" dirty="0"/>
            <a:t> </a:t>
          </a:r>
          <a:r>
            <a:rPr lang="es-ES" sz="1200" dirty="0" err="1"/>
            <a:t>Object</a:t>
          </a:r>
          <a:r>
            <a:rPr lang="es-ES" sz="1200" dirty="0"/>
            <a:t> </a:t>
          </a:r>
          <a:r>
            <a:rPr lang="es-ES" sz="1200" dirty="0" err="1"/>
            <a:t>Manufacturing</a:t>
          </a:r>
          <a:endParaRPr lang="es-ES" sz="1200" dirty="0"/>
        </a:p>
        <a:p>
          <a:r>
            <a:rPr lang="es-ES" sz="1200" dirty="0"/>
            <a:t>(LOM)</a:t>
          </a:r>
          <a:endParaRPr lang="es-PE" sz="1200" dirty="0"/>
        </a:p>
      </dgm:t>
    </dgm:pt>
    <dgm:pt modelId="{DE1AD62E-E082-436D-9A97-63321B4A7612}" type="parTrans" cxnId="{0D1136F5-BCE9-4ED3-982C-5575778C6422}">
      <dgm:prSet/>
      <dgm:spPr/>
      <dgm:t>
        <a:bodyPr/>
        <a:lstStyle/>
        <a:p>
          <a:endParaRPr lang="es-PE"/>
        </a:p>
      </dgm:t>
    </dgm:pt>
    <dgm:pt modelId="{AA815CD0-3328-4CFD-B71E-3DE13ADC19CF}" type="sibTrans" cxnId="{0D1136F5-BCE9-4ED3-982C-5575778C6422}">
      <dgm:prSet/>
      <dgm:spPr/>
      <dgm:t>
        <a:bodyPr/>
        <a:lstStyle/>
        <a:p>
          <a:endParaRPr lang="es-PE"/>
        </a:p>
      </dgm:t>
    </dgm:pt>
    <dgm:pt modelId="{D3164122-362F-4780-87EA-5452179970C9}">
      <dgm:prSet custT="1"/>
      <dgm:spPr/>
      <dgm:t>
        <a:bodyPr/>
        <a:lstStyle/>
        <a:p>
          <a:r>
            <a:rPr lang="es-ES" sz="1400" dirty="0"/>
            <a:t>Polvos</a:t>
          </a:r>
          <a:endParaRPr lang="es-PE" sz="1400" dirty="0"/>
        </a:p>
      </dgm:t>
    </dgm:pt>
    <dgm:pt modelId="{2D2E37F3-7FF9-4529-BB9C-5F572877A8AB}" type="parTrans" cxnId="{CEEFA4CE-42C1-480B-9119-59D254F0314C}">
      <dgm:prSet/>
      <dgm:spPr/>
      <dgm:t>
        <a:bodyPr/>
        <a:lstStyle/>
        <a:p>
          <a:endParaRPr lang="es-PE"/>
        </a:p>
      </dgm:t>
    </dgm:pt>
    <dgm:pt modelId="{B3C0564D-CA70-4A91-ACA6-7FEF05F19782}" type="sibTrans" cxnId="{CEEFA4CE-42C1-480B-9119-59D254F0314C}">
      <dgm:prSet/>
      <dgm:spPr/>
      <dgm:t>
        <a:bodyPr/>
        <a:lstStyle/>
        <a:p>
          <a:endParaRPr lang="es-PE"/>
        </a:p>
      </dgm:t>
    </dgm:pt>
    <dgm:pt modelId="{0A6511AE-F9DE-48E7-9EB3-8B12207F7B10}">
      <dgm:prSet custT="1"/>
      <dgm:spPr/>
      <dgm:t>
        <a:bodyPr/>
        <a:lstStyle/>
        <a:p>
          <a:r>
            <a:rPr lang="es-ES" sz="1400" dirty="0"/>
            <a:t>Deposición de laser coaxial</a:t>
          </a:r>
          <a:endParaRPr lang="es-PE" sz="1400" dirty="0"/>
        </a:p>
      </dgm:t>
    </dgm:pt>
    <dgm:pt modelId="{EDA735B4-803E-46FC-824B-ACE907A50C97}" type="parTrans" cxnId="{073CF303-8103-4797-BEB4-606AD9BEA295}">
      <dgm:prSet/>
      <dgm:spPr/>
      <dgm:t>
        <a:bodyPr/>
        <a:lstStyle/>
        <a:p>
          <a:endParaRPr lang="es-PE"/>
        </a:p>
      </dgm:t>
    </dgm:pt>
    <dgm:pt modelId="{5EE1AA29-1C27-4D95-8748-0B702C1312E2}" type="sibTrans" cxnId="{073CF303-8103-4797-BEB4-606AD9BEA295}">
      <dgm:prSet/>
      <dgm:spPr/>
      <dgm:t>
        <a:bodyPr/>
        <a:lstStyle/>
        <a:p>
          <a:endParaRPr lang="es-PE"/>
        </a:p>
      </dgm:t>
    </dgm:pt>
    <dgm:pt modelId="{DF406A71-B3C2-4AE6-8AB9-0D8055C5DF58}">
      <dgm:prSet custT="1"/>
      <dgm:spPr/>
      <dgm:t>
        <a:bodyPr/>
        <a:lstStyle/>
        <a:p>
          <a:r>
            <a:rPr lang="es-ES" sz="1400" dirty="0"/>
            <a:t>Fusión de lecho de polvo</a:t>
          </a:r>
          <a:endParaRPr lang="es-PE" sz="1400" dirty="0"/>
        </a:p>
      </dgm:t>
    </dgm:pt>
    <dgm:pt modelId="{AE66FE3E-D9EC-4BD9-968E-1FDAE6F3B630}" type="parTrans" cxnId="{73A00727-ADEC-475E-9709-504AA6425822}">
      <dgm:prSet/>
      <dgm:spPr/>
      <dgm:t>
        <a:bodyPr/>
        <a:lstStyle/>
        <a:p>
          <a:endParaRPr lang="es-PE"/>
        </a:p>
      </dgm:t>
    </dgm:pt>
    <dgm:pt modelId="{02FC9910-B082-4CDD-8A3D-079A791A92D6}" type="sibTrans" cxnId="{73A00727-ADEC-475E-9709-504AA6425822}">
      <dgm:prSet/>
      <dgm:spPr/>
      <dgm:t>
        <a:bodyPr/>
        <a:lstStyle/>
        <a:p>
          <a:endParaRPr lang="es-PE"/>
        </a:p>
      </dgm:t>
    </dgm:pt>
    <dgm:pt modelId="{7A90E594-363B-402B-A060-DC5DAA2D68D4}">
      <dgm:prSet custT="1"/>
      <dgm:spPr/>
      <dgm:t>
        <a:bodyPr/>
        <a:lstStyle/>
        <a:p>
          <a:r>
            <a:rPr lang="es-ES" sz="1200" dirty="0"/>
            <a:t>Cura mediante escaneo vectorial (láser)</a:t>
          </a:r>
          <a:endParaRPr lang="es-PE" sz="1200" dirty="0"/>
        </a:p>
      </dgm:t>
    </dgm:pt>
    <dgm:pt modelId="{9469052E-40C3-4755-9A73-167758021D10}" type="parTrans" cxnId="{10F4705C-6D94-4FB0-B4A1-CF0CB6B7E599}">
      <dgm:prSet/>
      <dgm:spPr/>
      <dgm:t>
        <a:bodyPr/>
        <a:lstStyle/>
        <a:p>
          <a:endParaRPr lang="es-PE"/>
        </a:p>
      </dgm:t>
    </dgm:pt>
    <dgm:pt modelId="{02C2E2F2-40B4-4430-9534-FE1C13152C7E}" type="sibTrans" cxnId="{10F4705C-6D94-4FB0-B4A1-CF0CB6B7E599}">
      <dgm:prSet/>
      <dgm:spPr/>
      <dgm:t>
        <a:bodyPr/>
        <a:lstStyle/>
        <a:p>
          <a:endParaRPr lang="es-PE"/>
        </a:p>
      </dgm:t>
    </dgm:pt>
    <dgm:pt modelId="{126DD4E3-A4E4-476A-B60E-A35A6BA727B2}">
      <dgm:prSet custT="1"/>
      <dgm:spPr/>
      <dgm:t>
        <a:bodyPr/>
        <a:lstStyle/>
        <a:p>
          <a:r>
            <a:rPr lang="es-ES" sz="1200" dirty="0"/>
            <a:t>Cura mediante escaneo de trama(proyector</a:t>
          </a:r>
          <a:r>
            <a:rPr lang="es-ES" sz="700" dirty="0"/>
            <a:t>)</a:t>
          </a:r>
          <a:endParaRPr lang="es-PE" sz="700" dirty="0"/>
        </a:p>
      </dgm:t>
    </dgm:pt>
    <dgm:pt modelId="{526D28C0-141A-4DC8-9BED-57A1F0807525}" type="parTrans" cxnId="{4AE81EC1-6C4D-4C56-B6C7-B6FA8A0E60C2}">
      <dgm:prSet/>
      <dgm:spPr/>
      <dgm:t>
        <a:bodyPr/>
        <a:lstStyle/>
        <a:p>
          <a:endParaRPr lang="es-PE"/>
        </a:p>
      </dgm:t>
    </dgm:pt>
    <dgm:pt modelId="{40FCC1B4-D9FE-4E33-A45C-BC9CD82DE789}" type="sibTrans" cxnId="{4AE81EC1-6C4D-4C56-B6C7-B6FA8A0E60C2}">
      <dgm:prSet/>
      <dgm:spPr/>
      <dgm:t>
        <a:bodyPr/>
        <a:lstStyle/>
        <a:p>
          <a:endParaRPr lang="es-PE"/>
        </a:p>
      </dgm:t>
    </dgm:pt>
    <dgm:pt modelId="{00C11182-5807-44AB-9985-431CAC2E5275}">
      <dgm:prSet custT="1"/>
      <dgm:spPr/>
      <dgm:t>
        <a:bodyPr/>
        <a:lstStyle/>
        <a:p>
          <a:r>
            <a:rPr lang="es-ES" sz="1200" dirty="0"/>
            <a:t>Curado con lámpara después de deposición selectiva</a:t>
          </a:r>
          <a:endParaRPr lang="es-PE" sz="1200" dirty="0"/>
        </a:p>
      </dgm:t>
    </dgm:pt>
    <dgm:pt modelId="{4D70C2E6-4F2B-40B4-98FC-0991C8A7645E}" type="parTrans" cxnId="{B184B353-9DCD-4C0D-B267-F31A57F47037}">
      <dgm:prSet/>
      <dgm:spPr/>
      <dgm:t>
        <a:bodyPr/>
        <a:lstStyle/>
        <a:p>
          <a:endParaRPr lang="es-PE"/>
        </a:p>
      </dgm:t>
    </dgm:pt>
    <dgm:pt modelId="{56F6BA3C-CE1E-46DD-B7C7-9B91B5B3A478}" type="sibTrans" cxnId="{B184B353-9DCD-4C0D-B267-F31A57F47037}">
      <dgm:prSet/>
      <dgm:spPr/>
      <dgm:t>
        <a:bodyPr/>
        <a:lstStyle/>
        <a:p>
          <a:endParaRPr lang="es-PE"/>
        </a:p>
      </dgm:t>
    </dgm:pt>
    <dgm:pt modelId="{9640E334-9480-4A84-BC70-D24BCF153D52}">
      <dgm:prSet custT="1"/>
      <dgm:spPr/>
      <dgm:t>
        <a:bodyPr/>
        <a:lstStyle/>
        <a:p>
          <a:r>
            <a:rPr lang="es-ES" sz="1200" dirty="0"/>
            <a:t>Estereolitografía</a:t>
          </a:r>
        </a:p>
        <a:p>
          <a:r>
            <a:rPr lang="es-ES" sz="1200" dirty="0"/>
            <a:t>(SLA)</a:t>
          </a:r>
          <a:endParaRPr lang="es-PE" sz="1200" dirty="0"/>
        </a:p>
      </dgm:t>
    </dgm:pt>
    <dgm:pt modelId="{3594922D-EAA2-49B3-BCEC-FA7D0F48F81E}" type="parTrans" cxnId="{F5D547F4-476A-4CAC-97CD-EF4157ED8D44}">
      <dgm:prSet/>
      <dgm:spPr/>
      <dgm:t>
        <a:bodyPr/>
        <a:lstStyle/>
        <a:p>
          <a:endParaRPr lang="es-PE"/>
        </a:p>
      </dgm:t>
    </dgm:pt>
    <dgm:pt modelId="{7F8BCA58-E7ED-410E-8AC5-97143C6F6617}" type="sibTrans" cxnId="{F5D547F4-476A-4CAC-97CD-EF4157ED8D44}">
      <dgm:prSet/>
      <dgm:spPr/>
      <dgm:t>
        <a:bodyPr/>
        <a:lstStyle/>
        <a:p>
          <a:endParaRPr lang="es-PE"/>
        </a:p>
      </dgm:t>
    </dgm:pt>
    <dgm:pt modelId="{A53CC60E-10C3-415E-93A8-9C128720BE0A}">
      <dgm:prSet custT="1"/>
      <dgm:spPr/>
      <dgm:t>
        <a:bodyPr/>
        <a:lstStyle/>
        <a:p>
          <a:r>
            <a:rPr lang="es-ES" sz="1200" dirty="0"/>
            <a:t>Digital Light </a:t>
          </a:r>
          <a:r>
            <a:rPr lang="es-ES" sz="1200" dirty="0" err="1"/>
            <a:t>Projection</a:t>
          </a:r>
          <a:r>
            <a:rPr lang="es-ES" sz="1200" dirty="0"/>
            <a:t> </a:t>
          </a:r>
        </a:p>
        <a:p>
          <a:r>
            <a:rPr lang="es-ES" sz="1200" dirty="0"/>
            <a:t>(DLP)</a:t>
          </a:r>
          <a:endParaRPr lang="es-PE" sz="1200" dirty="0"/>
        </a:p>
      </dgm:t>
    </dgm:pt>
    <dgm:pt modelId="{24F581BF-2B7B-4CEC-98D1-35DD8213987E}" type="parTrans" cxnId="{45873EEB-C9E7-4883-8EA8-C2C0D6D19ADB}">
      <dgm:prSet/>
      <dgm:spPr/>
      <dgm:t>
        <a:bodyPr/>
        <a:lstStyle/>
        <a:p>
          <a:endParaRPr lang="es-PE"/>
        </a:p>
      </dgm:t>
    </dgm:pt>
    <dgm:pt modelId="{7C717820-9FE7-4191-9BF6-117175890E0E}" type="sibTrans" cxnId="{45873EEB-C9E7-4883-8EA8-C2C0D6D19ADB}">
      <dgm:prSet/>
      <dgm:spPr/>
      <dgm:t>
        <a:bodyPr/>
        <a:lstStyle/>
        <a:p>
          <a:endParaRPr lang="es-PE"/>
        </a:p>
      </dgm:t>
    </dgm:pt>
    <dgm:pt modelId="{C670D8F7-BD99-49EB-9E63-876022F745D6}">
      <dgm:prSet custT="1"/>
      <dgm:spPr/>
      <dgm:t>
        <a:bodyPr/>
        <a:lstStyle/>
        <a:p>
          <a:r>
            <a:rPr lang="es-ES" sz="1400" dirty="0"/>
            <a:t>Multi-Jet </a:t>
          </a:r>
          <a:r>
            <a:rPr lang="es-ES" sz="1400" dirty="0" err="1"/>
            <a:t>Modeling</a:t>
          </a:r>
          <a:r>
            <a:rPr lang="es-ES" sz="1400" dirty="0"/>
            <a:t> </a:t>
          </a:r>
        </a:p>
        <a:p>
          <a:r>
            <a:rPr lang="es-ES" sz="1400" dirty="0"/>
            <a:t>(MJM)</a:t>
          </a:r>
          <a:endParaRPr lang="es-PE" sz="1400" dirty="0"/>
        </a:p>
      </dgm:t>
    </dgm:pt>
    <dgm:pt modelId="{3B9BE9A6-0E02-421D-B781-839188EF02AD}" type="parTrans" cxnId="{53F04D4F-8AAB-49D0-AD9B-2864006667AA}">
      <dgm:prSet/>
      <dgm:spPr/>
      <dgm:t>
        <a:bodyPr/>
        <a:lstStyle/>
        <a:p>
          <a:endParaRPr lang="es-PE"/>
        </a:p>
      </dgm:t>
    </dgm:pt>
    <dgm:pt modelId="{F9016663-845B-421E-BF72-43F127870D87}" type="sibTrans" cxnId="{53F04D4F-8AAB-49D0-AD9B-2864006667AA}">
      <dgm:prSet/>
      <dgm:spPr/>
      <dgm:t>
        <a:bodyPr/>
        <a:lstStyle/>
        <a:p>
          <a:endParaRPr lang="es-PE"/>
        </a:p>
      </dgm:t>
    </dgm:pt>
    <dgm:pt modelId="{0513EC31-AAD5-4437-9EE4-F154488A0BD7}">
      <dgm:prSet custT="1"/>
      <dgm:spPr/>
      <dgm:t>
        <a:bodyPr/>
        <a:lstStyle/>
        <a:p>
          <a:r>
            <a:rPr lang="es-ES" sz="1200" dirty="0"/>
            <a:t>Fusión por rayo electrónico</a:t>
          </a:r>
          <a:endParaRPr lang="es-PE" sz="1200" dirty="0"/>
        </a:p>
      </dgm:t>
    </dgm:pt>
    <dgm:pt modelId="{CFB0213E-D365-40F3-9054-6D11DFC6D814}" type="parTrans" cxnId="{C7BF0E12-1FBD-4797-B08D-ED303FBCC745}">
      <dgm:prSet/>
      <dgm:spPr/>
      <dgm:t>
        <a:bodyPr/>
        <a:lstStyle/>
        <a:p>
          <a:endParaRPr lang="es-PE"/>
        </a:p>
      </dgm:t>
    </dgm:pt>
    <dgm:pt modelId="{82A08F32-08F0-4D78-A5A8-52ED076FE9CD}" type="sibTrans" cxnId="{C7BF0E12-1FBD-4797-B08D-ED303FBCC745}">
      <dgm:prSet/>
      <dgm:spPr/>
      <dgm:t>
        <a:bodyPr/>
        <a:lstStyle/>
        <a:p>
          <a:endParaRPr lang="es-PE"/>
        </a:p>
      </dgm:t>
    </dgm:pt>
    <dgm:pt modelId="{00BCEA8F-F653-44D6-88EA-98CFE7C798AD}">
      <dgm:prSet custT="1"/>
      <dgm:spPr/>
      <dgm:t>
        <a:bodyPr/>
        <a:lstStyle/>
        <a:p>
          <a:r>
            <a:rPr lang="es-ES" sz="1400" dirty="0"/>
            <a:t>Fusión por láser</a:t>
          </a:r>
          <a:endParaRPr lang="es-PE" sz="1400" dirty="0"/>
        </a:p>
      </dgm:t>
    </dgm:pt>
    <dgm:pt modelId="{D0CD1F33-805C-4A27-97CA-C3DAF4F16E95}" type="parTrans" cxnId="{8BAB527A-BC46-4A72-81DE-FD40C698BD20}">
      <dgm:prSet/>
      <dgm:spPr/>
      <dgm:t>
        <a:bodyPr/>
        <a:lstStyle/>
        <a:p>
          <a:endParaRPr lang="es-PE"/>
        </a:p>
      </dgm:t>
    </dgm:pt>
    <dgm:pt modelId="{C1D04897-9445-4127-9423-9166C2DA4AEE}" type="sibTrans" cxnId="{8BAB527A-BC46-4A72-81DE-FD40C698BD20}">
      <dgm:prSet/>
      <dgm:spPr/>
      <dgm:t>
        <a:bodyPr/>
        <a:lstStyle/>
        <a:p>
          <a:endParaRPr lang="es-PE"/>
        </a:p>
      </dgm:t>
    </dgm:pt>
    <dgm:pt modelId="{A5B832BC-031F-4639-8F8A-3944F0CDFD20}">
      <dgm:prSet custT="1"/>
      <dgm:spPr/>
      <dgm:t>
        <a:bodyPr/>
        <a:lstStyle/>
        <a:p>
          <a:r>
            <a:rPr lang="es-ES" sz="1200" dirty="0"/>
            <a:t>Laser Metal </a:t>
          </a:r>
          <a:r>
            <a:rPr lang="es-ES" sz="1200" dirty="0" err="1"/>
            <a:t>Deposition</a:t>
          </a:r>
          <a:endParaRPr lang="es-ES" sz="1200" dirty="0"/>
        </a:p>
        <a:p>
          <a:r>
            <a:rPr lang="es-ES" sz="1200" dirty="0"/>
            <a:t>(LMD)</a:t>
          </a:r>
          <a:endParaRPr lang="es-PE" sz="1200" dirty="0"/>
        </a:p>
      </dgm:t>
    </dgm:pt>
    <dgm:pt modelId="{A92D2089-C1CC-417A-BADF-B25EA19CCCA9}" type="parTrans" cxnId="{88A0BAAD-E6D6-4C33-A412-89050EFF5A33}">
      <dgm:prSet/>
      <dgm:spPr/>
      <dgm:t>
        <a:bodyPr/>
        <a:lstStyle/>
        <a:p>
          <a:endParaRPr lang="es-PE"/>
        </a:p>
      </dgm:t>
    </dgm:pt>
    <dgm:pt modelId="{362836F0-F6BA-4C0A-B1F4-A9232C13FF31}" type="sibTrans" cxnId="{88A0BAAD-E6D6-4C33-A412-89050EFF5A33}">
      <dgm:prSet/>
      <dgm:spPr/>
      <dgm:t>
        <a:bodyPr/>
        <a:lstStyle/>
        <a:p>
          <a:endParaRPr lang="es-PE"/>
        </a:p>
      </dgm:t>
    </dgm:pt>
    <dgm:pt modelId="{45A1285D-03E2-4FC5-B63F-CC73CA1A4BEE}">
      <dgm:prSet custT="1"/>
      <dgm:spPr/>
      <dgm:t>
        <a:bodyPr/>
        <a:lstStyle/>
        <a:p>
          <a:r>
            <a:rPr lang="es-ES" sz="1400" dirty="0"/>
            <a:t>Extrusión</a:t>
          </a:r>
          <a:endParaRPr lang="es-PE" sz="1400" dirty="0"/>
        </a:p>
      </dgm:t>
    </dgm:pt>
    <dgm:pt modelId="{EC686701-50BE-4237-AA68-42564EA1EB32}" type="parTrans" cxnId="{C46C6D37-9A27-46A6-96B0-2A5AFD32C6D7}">
      <dgm:prSet/>
      <dgm:spPr/>
      <dgm:t>
        <a:bodyPr/>
        <a:lstStyle/>
        <a:p>
          <a:endParaRPr lang="es-PE"/>
        </a:p>
      </dgm:t>
    </dgm:pt>
    <dgm:pt modelId="{AC3DA7D4-B83A-4B35-A29C-D18EB3BC8726}" type="sibTrans" cxnId="{C46C6D37-9A27-46A6-96B0-2A5AFD32C6D7}">
      <dgm:prSet/>
      <dgm:spPr/>
      <dgm:t>
        <a:bodyPr/>
        <a:lstStyle/>
        <a:p>
          <a:endParaRPr lang="es-PE"/>
        </a:p>
      </dgm:t>
    </dgm:pt>
    <dgm:pt modelId="{5A62F4D5-3144-46CD-9F40-8843616F1D79}">
      <dgm:prSet custT="1"/>
      <dgm:spPr/>
      <dgm:t>
        <a:bodyPr/>
        <a:lstStyle/>
        <a:p>
          <a:r>
            <a:rPr lang="es-ES" sz="1200" dirty="0"/>
            <a:t>Inyección de tinta</a:t>
          </a:r>
        </a:p>
        <a:p>
          <a:r>
            <a:rPr lang="es-ES" sz="1200" dirty="0"/>
            <a:t>(</a:t>
          </a:r>
          <a:r>
            <a:rPr lang="es-ES" sz="1200" dirty="0" err="1"/>
            <a:t>Ink</a:t>
          </a:r>
          <a:r>
            <a:rPr lang="es-ES" sz="1200" dirty="0"/>
            <a:t> </a:t>
          </a:r>
          <a:r>
            <a:rPr lang="es-ES" sz="1200" dirty="0" err="1"/>
            <a:t>Jetting</a:t>
          </a:r>
          <a:r>
            <a:rPr lang="es-ES" sz="1200" dirty="0"/>
            <a:t>)</a:t>
          </a:r>
          <a:endParaRPr lang="es-PE" sz="1200" dirty="0"/>
        </a:p>
      </dgm:t>
    </dgm:pt>
    <dgm:pt modelId="{47FA4421-05FC-4814-959A-7D1222FA097E}" type="parTrans" cxnId="{F6E8CA80-686F-447F-A1A3-6F653AE3AA4A}">
      <dgm:prSet/>
      <dgm:spPr/>
      <dgm:t>
        <a:bodyPr/>
        <a:lstStyle/>
        <a:p>
          <a:endParaRPr lang="es-PE"/>
        </a:p>
      </dgm:t>
    </dgm:pt>
    <dgm:pt modelId="{1A585383-E495-4F8C-993D-6BF4EADA7021}" type="sibTrans" cxnId="{F6E8CA80-686F-447F-A1A3-6F653AE3AA4A}">
      <dgm:prSet/>
      <dgm:spPr/>
      <dgm:t>
        <a:bodyPr/>
        <a:lstStyle/>
        <a:p>
          <a:endParaRPr lang="es-PE"/>
        </a:p>
      </dgm:t>
    </dgm:pt>
    <dgm:pt modelId="{84A31C80-1FE0-4754-AF50-EE9A157A60F6}">
      <dgm:prSet custT="1"/>
      <dgm:spPr/>
      <dgm:t>
        <a:bodyPr/>
        <a:lstStyle/>
        <a:p>
          <a:r>
            <a:rPr lang="es-ES" sz="1200" dirty="0" err="1"/>
            <a:t>Fusion</a:t>
          </a:r>
          <a:r>
            <a:rPr lang="es-ES" sz="1200" dirty="0"/>
            <a:t> </a:t>
          </a:r>
          <a:r>
            <a:rPr lang="es-ES" sz="1200" dirty="0" err="1"/>
            <a:t>Deposition</a:t>
          </a:r>
          <a:r>
            <a:rPr lang="es-ES" sz="1200" dirty="0"/>
            <a:t> </a:t>
          </a:r>
          <a:r>
            <a:rPr lang="es-ES" sz="1200" dirty="0" err="1"/>
            <a:t>Modelling</a:t>
          </a:r>
          <a:r>
            <a:rPr lang="es-ES" sz="1200" dirty="0"/>
            <a:t> </a:t>
          </a:r>
        </a:p>
        <a:p>
          <a:r>
            <a:rPr lang="es-ES" sz="1200" dirty="0"/>
            <a:t>(FDM)</a:t>
          </a:r>
          <a:endParaRPr lang="es-PE" sz="1200" dirty="0"/>
        </a:p>
      </dgm:t>
    </dgm:pt>
    <dgm:pt modelId="{77A40671-9BCE-464B-8290-9F8E4615F3E3}" type="parTrans" cxnId="{4C6E49A7-90D0-4E27-9BCD-4101E185979C}">
      <dgm:prSet/>
      <dgm:spPr/>
      <dgm:t>
        <a:bodyPr/>
        <a:lstStyle/>
        <a:p>
          <a:endParaRPr lang="es-PE"/>
        </a:p>
      </dgm:t>
    </dgm:pt>
    <dgm:pt modelId="{FA6C771B-2C35-42C9-B948-47B2DCC922B6}" type="sibTrans" cxnId="{4C6E49A7-90D0-4E27-9BCD-4101E185979C}">
      <dgm:prSet/>
      <dgm:spPr/>
      <dgm:t>
        <a:bodyPr/>
        <a:lstStyle/>
        <a:p>
          <a:endParaRPr lang="es-PE"/>
        </a:p>
      </dgm:t>
    </dgm:pt>
    <dgm:pt modelId="{268D4E39-0CDB-40D6-B715-717E2E617DEF}">
      <dgm:prSet custT="1"/>
      <dgm:spPr/>
      <dgm:t>
        <a:bodyPr/>
        <a:lstStyle/>
        <a:p>
          <a:r>
            <a:rPr lang="es-ES" sz="1200" dirty="0" err="1"/>
            <a:t>Drop</a:t>
          </a:r>
          <a:r>
            <a:rPr lang="es-ES" sz="1200" dirty="0"/>
            <a:t> </a:t>
          </a:r>
          <a:r>
            <a:rPr lang="es-ES" sz="1200" dirty="0" err="1"/>
            <a:t>on</a:t>
          </a:r>
          <a:r>
            <a:rPr lang="es-ES" sz="1200" dirty="0"/>
            <a:t> </a:t>
          </a:r>
          <a:r>
            <a:rPr lang="es-ES" sz="1200" dirty="0" err="1"/>
            <a:t>Demand</a:t>
          </a:r>
          <a:endParaRPr lang="es-ES" sz="1200" dirty="0"/>
        </a:p>
        <a:p>
          <a:r>
            <a:rPr lang="es-ES" sz="1200" dirty="0"/>
            <a:t>(</a:t>
          </a:r>
          <a:r>
            <a:rPr lang="es-ES" sz="1200" dirty="0" err="1"/>
            <a:t>DoD</a:t>
          </a:r>
          <a:r>
            <a:rPr lang="es-ES" sz="1200" dirty="0"/>
            <a:t>)</a:t>
          </a:r>
          <a:endParaRPr lang="es-PE" sz="1200" dirty="0"/>
        </a:p>
      </dgm:t>
    </dgm:pt>
    <dgm:pt modelId="{010C120B-AC4B-4CDB-A3BC-E70DEE42375E}" type="parTrans" cxnId="{B1FEDAEB-3F47-48C4-8DC9-C0D820161F8E}">
      <dgm:prSet/>
      <dgm:spPr/>
      <dgm:t>
        <a:bodyPr/>
        <a:lstStyle/>
        <a:p>
          <a:endParaRPr lang="es-PE"/>
        </a:p>
      </dgm:t>
    </dgm:pt>
    <dgm:pt modelId="{C9662D08-79E0-4ABC-9DA1-966C50D2329B}" type="sibTrans" cxnId="{B1FEDAEB-3F47-48C4-8DC9-C0D820161F8E}">
      <dgm:prSet/>
      <dgm:spPr/>
      <dgm:t>
        <a:bodyPr/>
        <a:lstStyle/>
        <a:p>
          <a:endParaRPr lang="es-PE"/>
        </a:p>
      </dgm:t>
    </dgm:pt>
    <dgm:pt modelId="{52AA8B8A-83AC-475C-BCDE-6198406BCF2D}">
      <dgm:prSet custT="1"/>
      <dgm:spPr/>
      <dgm:t>
        <a:bodyPr/>
        <a:lstStyle/>
        <a:p>
          <a:r>
            <a:rPr lang="es-ES" sz="1400" dirty="0"/>
            <a:t>Fusión por aglutinante</a:t>
          </a:r>
          <a:endParaRPr lang="es-PE" sz="1400" dirty="0"/>
        </a:p>
      </dgm:t>
    </dgm:pt>
    <dgm:pt modelId="{7CD4D9AA-038E-4AB0-A05A-0F3540D2B4F0}" type="parTrans" cxnId="{E7E7C302-41AE-47E0-A139-6C3B1BABF28C}">
      <dgm:prSet/>
      <dgm:spPr/>
      <dgm:t>
        <a:bodyPr/>
        <a:lstStyle/>
        <a:p>
          <a:endParaRPr lang="es-PE"/>
        </a:p>
      </dgm:t>
    </dgm:pt>
    <dgm:pt modelId="{84FF4F00-7A11-40A7-93E9-FD531293D9DC}" type="sibTrans" cxnId="{E7E7C302-41AE-47E0-A139-6C3B1BABF28C}">
      <dgm:prSet/>
      <dgm:spPr/>
      <dgm:t>
        <a:bodyPr/>
        <a:lstStyle/>
        <a:p>
          <a:endParaRPr lang="es-PE"/>
        </a:p>
      </dgm:t>
    </dgm:pt>
    <dgm:pt modelId="{562EACE6-FC7B-4591-94DE-DAFBC20EC355}">
      <dgm:prSet custT="1"/>
      <dgm:spPr/>
      <dgm:t>
        <a:bodyPr/>
        <a:lstStyle/>
        <a:p>
          <a:r>
            <a:rPr lang="es-ES" sz="1200" dirty="0" err="1"/>
            <a:t>Electron</a:t>
          </a:r>
          <a:r>
            <a:rPr lang="es-ES" sz="1200" dirty="0"/>
            <a:t> Beam </a:t>
          </a:r>
          <a:r>
            <a:rPr lang="es-ES" sz="1200" dirty="0" err="1"/>
            <a:t>Melting</a:t>
          </a:r>
          <a:r>
            <a:rPr lang="es-ES" sz="1200" dirty="0"/>
            <a:t> </a:t>
          </a:r>
        </a:p>
        <a:p>
          <a:r>
            <a:rPr lang="es-ES" sz="1200" dirty="0"/>
            <a:t>(EBM)</a:t>
          </a:r>
          <a:endParaRPr lang="es-PE" sz="1200" dirty="0"/>
        </a:p>
      </dgm:t>
    </dgm:pt>
    <dgm:pt modelId="{52253047-0489-4A13-A1AF-649C4DC0F3AE}" type="parTrans" cxnId="{D8B92F5C-3928-4032-9F53-5507E9E15785}">
      <dgm:prSet/>
      <dgm:spPr/>
      <dgm:t>
        <a:bodyPr/>
        <a:lstStyle/>
        <a:p>
          <a:endParaRPr lang="es-PE"/>
        </a:p>
      </dgm:t>
    </dgm:pt>
    <dgm:pt modelId="{C2E82E2E-12E2-45C2-B612-0E2F55E1579E}" type="sibTrans" cxnId="{D8B92F5C-3928-4032-9F53-5507E9E15785}">
      <dgm:prSet/>
      <dgm:spPr/>
      <dgm:t>
        <a:bodyPr/>
        <a:lstStyle/>
        <a:p>
          <a:endParaRPr lang="es-PE"/>
        </a:p>
      </dgm:t>
    </dgm:pt>
    <dgm:pt modelId="{22520C4F-F507-4C3D-AC8A-BB3E73A4F915}">
      <dgm:prSet custT="1"/>
      <dgm:spPr/>
      <dgm:t>
        <a:bodyPr/>
        <a:lstStyle/>
        <a:p>
          <a:r>
            <a:rPr lang="es-ES" sz="1200" dirty="0" err="1"/>
            <a:t>Selective</a:t>
          </a:r>
          <a:r>
            <a:rPr lang="es-ES" sz="1200" dirty="0"/>
            <a:t> Laser </a:t>
          </a:r>
          <a:r>
            <a:rPr lang="es-ES" sz="1200" dirty="0" err="1"/>
            <a:t>Sintering</a:t>
          </a:r>
          <a:r>
            <a:rPr lang="es-ES" sz="1200" dirty="0"/>
            <a:t> </a:t>
          </a:r>
        </a:p>
        <a:p>
          <a:r>
            <a:rPr lang="es-ES" sz="1200" dirty="0"/>
            <a:t>(SLS)</a:t>
          </a:r>
          <a:endParaRPr lang="es-PE" sz="1200" dirty="0"/>
        </a:p>
      </dgm:t>
    </dgm:pt>
    <dgm:pt modelId="{B8CD523F-C125-4FED-9040-AA05AAE6539F}" type="parTrans" cxnId="{70FCC8C1-4AB0-4F53-B1CE-E6FE95D46ABD}">
      <dgm:prSet/>
      <dgm:spPr/>
      <dgm:t>
        <a:bodyPr/>
        <a:lstStyle/>
        <a:p>
          <a:endParaRPr lang="es-PE"/>
        </a:p>
      </dgm:t>
    </dgm:pt>
    <dgm:pt modelId="{F3812D61-215A-4E48-B00B-2410023302E9}" type="sibTrans" cxnId="{70FCC8C1-4AB0-4F53-B1CE-E6FE95D46ABD}">
      <dgm:prSet/>
      <dgm:spPr/>
      <dgm:t>
        <a:bodyPr/>
        <a:lstStyle/>
        <a:p>
          <a:endParaRPr lang="es-PE"/>
        </a:p>
      </dgm:t>
    </dgm:pt>
    <dgm:pt modelId="{B24432E6-165B-413C-8840-C51C572E5465}">
      <dgm:prSet custT="1"/>
      <dgm:spPr/>
      <dgm:t>
        <a:bodyPr/>
        <a:lstStyle/>
        <a:p>
          <a:r>
            <a:rPr lang="es-ES" sz="1200" dirty="0"/>
            <a:t>Direct Metal Laser </a:t>
          </a:r>
          <a:r>
            <a:rPr lang="es-ES" sz="1200" dirty="0" err="1"/>
            <a:t>Sintering</a:t>
          </a:r>
          <a:endParaRPr lang="es-ES" sz="1200" dirty="0"/>
        </a:p>
        <a:p>
          <a:r>
            <a:rPr lang="es-ES" sz="1200" dirty="0"/>
            <a:t>(DMLS)</a:t>
          </a:r>
          <a:endParaRPr lang="es-PE" sz="1200" dirty="0"/>
        </a:p>
      </dgm:t>
    </dgm:pt>
    <dgm:pt modelId="{032E8684-C34A-4B1E-9057-8170360BAFAF}" type="parTrans" cxnId="{7CB04309-162B-4AB6-BCF3-D0CB43E43FB2}">
      <dgm:prSet/>
      <dgm:spPr/>
      <dgm:t>
        <a:bodyPr/>
        <a:lstStyle/>
        <a:p>
          <a:endParaRPr lang="es-PE"/>
        </a:p>
      </dgm:t>
    </dgm:pt>
    <dgm:pt modelId="{8CCAC0A4-7A04-44AE-AEBA-C56890E35A9E}" type="sibTrans" cxnId="{7CB04309-162B-4AB6-BCF3-D0CB43E43FB2}">
      <dgm:prSet/>
      <dgm:spPr/>
      <dgm:t>
        <a:bodyPr/>
        <a:lstStyle/>
        <a:p>
          <a:endParaRPr lang="es-PE"/>
        </a:p>
      </dgm:t>
    </dgm:pt>
    <dgm:pt modelId="{192A8348-DEA3-487C-91D6-F1498586A4BC}">
      <dgm:prSet custT="1"/>
      <dgm:spPr/>
      <dgm:t>
        <a:bodyPr/>
        <a:lstStyle/>
        <a:p>
          <a:r>
            <a:rPr lang="es-ES" sz="1200" dirty="0" err="1"/>
            <a:t>Binder</a:t>
          </a:r>
          <a:r>
            <a:rPr lang="es-ES" sz="1200" dirty="0"/>
            <a:t> </a:t>
          </a:r>
          <a:r>
            <a:rPr lang="es-ES" sz="1200" dirty="0" err="1"/>
            <a:t>Jetting</a:t>
          </a:r>
          <a:endParaRPr lang="es-ES" sz="1200" dirty="0"/>
        </a:p>
        <a:p>
          <a:r>
            <a:rPr lang="es-ES" sz="1200" dirty="0"/>
            <a:t>(BJ)</a:t>
          </a:r>
          <a:endParaRPr lang="es-PE" sz="1200" dirty="0"/>
        </a:p>
      </dgm:t>
    </dgm:pt>
    <dgm:pt modelId="{28936F62-E7AD-40E4-B032-CE9E9A348FA9}" type="parTrans" cxnId="{7FA058C0-8548-4F04-B25B-5FB9B3952262}">
      <dgm:prSet/>
      <dgm:spPr/>
      <dgm:t>
        <a:bodyPr/>
        <a:lstStyle/>
        <a:p>
          <a:endParaRPr lang="es-PE"/>
        </a:p>
      </dgm:t>
    </dgm:pt>
    <dgm:pt modelId="{FB827B7F-9381-4A4A-8BCA-32C89CF2B91C}" type="sibTrans" cxnId="{7FA058C0-8548-4F04-B25B-5FB9B3952262}">
      <dgm:prSet/>
      <dgm:spPr/>
      <dgm:t>
        <a:bodyPr/>
        <a:lstStyle/>
        <a:p>
          <a:endParaRPr lang="es-PE"/>
        </a:p>
      </dgm:t>
    </dgm:pt>
    <dgm:pt modelId="{9527C100-3346-4D8C-AEF2-3493117146B9}" type="pres">
      <dgm:prSet presAssocID="{6CBE605A-6D5A-481F-A89F-96253053BC8F}" presName="hierChild1" presStyleCnt="0">
        <dgm:presLayoutVars>
          <dgm:chPref val="1"/>
          <dgm:dir/>
          <dgm:animOne val="branch"/>
          <dgm:animLvl val="lvl"/>
          <dgm:resizeHandles/>
        </dgm:presLayoutVars>
      </dgm:prSet>
      <dgm:spPr/>
    </dgm:pt>
    <dgm:pt modelId="{F4659643-A17D-4730-B5C8-8AA9619ADD02}" type="pres">
      <dgm:prSet presAssocID="{0AF064BC-4EDA-444F-988F-3ABD24DC688B}" presName="hierRoot1" presStyleCnt="0"/>
      <dgm:spPr/>
    </dgm:pt>
    <dgm:pt modelId="{DDC2FE42-A3F3-4FFD-99B2-CBB8B1F77803}" type="pres">
      <dgm:prSet presAssocID="{0AF064BC-4EDA-444F-988F-3ABD24DC688B}" presName="composite" presStyleCnt="0"/>
      <dgm:spPr/>
    </dgm:pt>
    <dgm:pt modelId="{5F5B63A1-87FB-4EFC-BE4B-DA4F05642682}" type="pres">
      <dgm:prSet presAssocID="{0AF064BC-4EDA-444F-988F-3ABD24DC688B}" presName="background" presStyleLbl="node0" presStyleIdx="0" presStyleCnt="1"/>
      <dgm:spPr/>
    </dgm:pt>
    <dgm:pt modelId="{ADADA60F-19B2-4074-B728-71723E606108}" type="pres">
      <dgm:prSet presAssocID="{0AF064BC-4EDA-444F-988F-3ABD24DC688B}" presName="text" presStyleLbl="fgAcc0" presStyleIdx="0" presStyleCnt="1" custScaleX="172596" custScaleY="168399">
        <dgm:presLayoutVars>
          <dgm:chPref val="3"/>
        </dgm:presLayoutVars>
      </dgm:prSet>
      <dgm:spPr/>
    </dgm:pt>
    <dgm:pt modelId="{52AA0C46-8C79-49A1-ABAA-5C3DAF34B49E}" type="pres">
      <dgm:prSet presAssocID="{0AF064BC-4EDA-444F-988F-3ABD24DC688B}" presName="hierChild2" presStyleCnt="0"/>
      <dgm:spPr/>
    </dgm:pt>
    <dgm:pt modelId="{54C5C67C-4C45-4216-A95E-F6F65EC96C8D}" type="pres">
      <dgm:prSet presAssocID="{286327CA-ACE8-4653-9998-D88FA69E35F5}" presName="Name10" presStyleLbl="parChTrans1D2" presStyleIdx="0" presStyleCnt="3"/>
      <dgm:spPr/>
    </dgm:pt>
    <dgm:pt modelId="{C510BAC4-CE52-4258-AB8C-5006EE97AE16}" type="pres">
      <dgm:prSet presAssocID="{41C92E46-08EE-4CE1-B0AF-A6E59FEC40B6}" presName="hierRoot2" presStyleCnt="0"/>
      <dgm:spPr/>
    </dgm:pt>
    <dgm:pt modelId="{35F2A059-171D-4730-9AB8-28E703E9A94F}" type="pres">
      <dgm:prSet presAssocID="{41C92E46-08EE-4CE1-B0AF-A6E59FEC40B6}" presName="composite2" presStyleCnt="0"/>
      <dgm:spPr/>
    </dgm:pt>
    <dgm:pt modelId="{FB0B6571-93CA-44A5-8E24-4103747CA439}" type="pres">
      <dgm:prSet presAssocID="{41C92E46-08EE-4CE1-B0AF-A6E59FEC40B6}" presName="background2" presStyleLbl="node2" presStyleIdx="0" presStyleCnt="3"/>
      <dgm:spPr/>
    </dgm:pt>
    <dgm:pt modelId="{741352B3-95C7-4E61-A55A-302221A248CF}" type="pres">
      <dgm:prSet presAssocID="{41C92E46-08EE-4CE1-B0AF-A6E59FEC40B6}" presName="text2" presStyleLbl="fgAcc2" presStyleIdx="0" presStyleCnt="3">
        <dgm:presLayoutVars>
          <dgm:chPref val="3"/>
        </dgm:presLayoutVars>
      </dgm:prSet>
      <dgm:spPr/>
    </dgm:pt>
    <dgm:pt modelId="{2988F7B9-BB18-49BE-9599-F662950AE806}" type="pres">
      <dgm:prSet presAssocID="{41C92E46-08EE-4CE1-B0AF-A6E59FEC40B6}" presName="hierChild3" presStyleCnt="0"/>
      <dgm:spPr/>
    </dgm:pt>
    <dgm:pt modelId="{05C2727E-D197-4DD7-81D1-57296E128183}" type="pres">
      <dgm:prSet presAssocID="{17DB124A-9C1A-4AB0-9B6D-52C56C9BAF61}" presName="Name17" presStyleLbl="parChTrans1D3" presStyleIdx="0" presStyleCnt="5"/>
      <dgm:spPr/>
    </dgm:pt>
    <dgm:pt modelId="{49FB0E29-7663-4067-91E2-E9BC0AFCCA35}" type="pres">
      <dgm:prSet presAssocID="{C7F9B29B-48B0-4B3C-ACCA-998A7002C2B6}" presName="hierRoot3" presStyleCnt="0"/>
      <dgm:spPr/>
    </dgm:pt>
    <dgm:pt modelId="{66EA0B94-9B82-4A79-944B-03BB8CB8B85A}" type="pres">
      <dgm:prSet presAssocID="{C7F9B29B-48B0-4B3C-ACCA-998A7002C2B6}" presName="composite3" presStyleCnt="0"/>
      <dgm:spPr/>
    </dgm:pt>
    <dgm:pt modelId="{A7B26193-12D5-40E4-9F11-56B852E28DEE}" type="pres">
      <dgm:prSet presAssocID="{C7F9B29B-48B0-4B3C-ACCA-998A7002C2B6}" presName="background3" presStyleLbl="node3" presStyleIdx="0" presStyleCnt="5"/>
      <dgm:spPr/>
    </dgm:pt>
    <dgm:pt modelId="{BC64DDE1-F996-4F72-B5DC-77AEEC0E1908}" type="pres">
      <dgm:prSet presAssocID="{C7F9B29B-48B0-4B3C-ACCA-998A7002C2B6}" presName="text3" presStyleLbl="fgAcc3" presStyleIdx="0" presStyleCnt="5" custScaleX="199867">
        <dgm:presLayoutVars>
          <dgm:chPref val="3"/>
        </dgm:presLayoutVars>
      </dgm:prSet>
      <dgm:spPr/>
    </dgm:pt>
    <dgm:pt modelId="{3FD22C9F-3BC3-417A-B9B3-88E5999338C0}" type="pres">
      <dgm:prSet presAssocID="{C7F9B29B-48B0-4B3C-ACCA-998A7002C2B6}" presName="hierChild4" presStyleCnt="0"/>
      <dgm:spPr/>
    </dgm:pt>
    <dgm:pt modelId="{F59AEC80-C586-41AF-BAD5-BA797DDE0228}" type="pres">
      <dgm:prSet presAssocID="{526D28C0-141A-4DC8-9BED-57A1F0807525}" presName="Name23" presStyleLbl="parChTrans1D4" presStyleIdx="0" presStyleCnt="18"/>
      <dgm:spPr/>
    </dgm:pt>
    <dgm:pt modelId="{2DA195EF-3E84-40F4-BA05-1C18069E68E5}" type="pres">
      <dgm:prSet presAssocID="{126DD4E3-A4E4-476A-B60E-A35A6BA727B2}" presName="hierRoot4" presStyleCnt="0"/>
      <dgm:spPr/>
    </dgm:pt>
    <dgm:pt modelId="{D3DFAA3D-2288-4548-BC65-1C9680FC53C7}" type="pres">
      <dgm:prSet presAssocID="{126DD4E3-A4E4-476A-B60E-A35A6BA727B2}" presName="composite4" presStyleCnt="0"/>
      <dgm:spPr/>
    </dgm:pt>
    <dgm:pt modelId="{9D15A430-DBED-4797-9883-CEA48FB9795A}" type="pres">
      <dgm:prSet presAssocID="{126DD4E3-A4E4-476A-B60E-A35A6BA727B2}" presName="background4" presStyleLbl="node4" presStyleIdx="0" presStyleCnt="18"/>
      <dgm:spPr/>
    </dgm:pt>
    <dgm:pt modelId="{629D5326-99B1-4621-B91F-43D37B11416E}" type="pres">
      <dgm:prSet presAssocID="{126DD4E3-A4E4-476A-B60E-A35A6BA727B2}" presName="text4" presStyleLbl="fgAcc4" presStyleIdx="0" presStyleCnt="18" custScaleX="123166" custScaleY="238148">
        <dgm:presLayoutVars>
          <dgm:chPref val="3"/>
        </dgm:presLayoutVars>
      </dgm:prSet>
      <dgm:spPr/>
    </dgm:pt>
    <dgm:pt modelId="{53432F6C-5D03-4E38-88D0-BD54FE22DD8C}" type="pres">
      <dgm:prSet presAssocID="{126DD4E3-A4E4-476A-B60E-A35A6BA727B2}" presName="hierChild5" presStyleCnt="0"/>
      <dgm:spPr/>
    </dgm:pt>
    <dgm:pt modelId="{C8D251E3-F7AA-416B-8430-B41CA48EA1D5}" type="pres">
      <dgm:prSet presAssocID="{24F581BF-2B7B-4CEC-98D1-35DD8213987E}" presName="Name23" presStyleLbl="parChTrans1D4" presStyleIdx="1" presStyleCnt="18"/>
      <dgm:spPr/>
    </dgm:pt>
    <dgm:pt modelId="{EF46DC86-082B-47A7-BB04-34FF2C66B831}" type="pres">
      <dgm:prSet presAssocID="{A53CC60E-10C3-415E-93A8-9C128720BE0A}" presName="hierRoot4" presStyleCnt="0"/>
      <dgm:spPr/>
    </dgm:pt>
    <dgm:pt modelId="{5940F53F-1C6C-4AB0-AF06-359AF1C2E348}" type="pres">
      <dgm:prSet presAssocID="{A53CC60E-10C3-415E-93A8-9C128720BE0A}" presName="composite4" presStyleCnt="0"/>
      <dgm:spPr/>
    </dgm:pt>
    <dgm:pt modelId="{6F31B42E-D7FE-4F79-B77D-9F7F5361E59E}" type="pres">
      <dgm:prSet presAssocID="{A53CC60E-10C3-415E-93A8-9C128720BE0A}" presName="background4" presStyleLbl="node4" presStyleIdx="1" presStyleCnt="18"/>
      <dgm:spPr/>
    </dgm:pt>
    <dgm:pt modelId="{7618D471-BC2F-4BBB-A5F6-A73C03F07BA5}" type="pres">
      <dgm:prSet presAssocID="{A53CC60E-10C3-415E-93A8-9C128720BE0A}" presName="text4" presStyleLbl="fgAcc4" presStyleIdx="1" presStyleCnt="18" custScaleX="116740" custScaleY="230333">
        <dgm:presLayoutVars>
          <dgm:chPref val="3"/>
        </dgm:presLayoutVars>
      </dgm:prSet>
      <dgm:spPr/>
    </dgm:pt>
    <dgm:pt modelId="{774A7530-D5BB-4927-A351-665AFF8D7A62}" type="pres">
      <dgm:prSet presAssocID="{A53CC60E-10C3-415E-93A8-9C128720BE0A}" presName="hierChild5" presStyleCnt="0"/>
      <dgm:spPr/>
    </dgm:pt>
    <dgm:pt modelId="{4DDB5832-6258-4634-B0DA-4E3D86752BE0}" type="pres">
      <dgm:prSet presAssocID="{9469052E-40C3-4755-9A73-167758021D10}" presName="Name23" presStyleLbl="parChTrans1D4" presStyleIdx="2" presStyleCnt="18"/>
      <dgm:spPr/>
    </dgm:pt>
    <dgm:pt modelId="{1367761A-F0E9-49D9-9BC5-B139AC537713}" type="pres">
      <dgm:prSet presAssocID="{7A90E594-363B-402B-A060-DC5DAA2D68D4}" presName="hierRoot4" presStyleCnt="0"/>
      <dgm:spPr/>
    </dgm:pt>
    <dgm:pt modelId="{561C8962-14BE-41ED-857F-2C7E04BB6E10}" type="pres">
      <dgm:prSet presAssocID="{7A90E594-363B-402B-A060-DC5DAA2D68D4}" presName="composite4" presStyleCnt="0"/>
      <dgm:spPr/>
    </dgm:pt>
    <dgm:pt modelId="{CD9AC1F0-7200-4377-83E2-2953F0C8DE9D}" type="pres">
      <dgm:prSet presAssocID="{7A90E594-363B-402B-A060-DC5DAA2D68D4}" presName="background4" presStyleLbl="node4" presStyleIdx="2" presStyleCnt="18"/>
      <dgm:spPr/>
    </dgm:pt>
    <dgm:pt modelId="{99B99B29-7B4C-4D52-98EB-EB40583810FE}" type="pres">
      <dgm:prSet presAssocID="{7A90E594-363B-402B-A060-DC5DAA2D68D4}" presName="text4" presStyleLbl="fgAcc4" presStyleIdx="2" presStyleCnt="18" custScaleY="184627">
        <dgm:presLayoutVars>
          <dgm:chPref val="3"/>
        </dgm:presLayoutVars>
      </dgm:prSet>
      <dgm:spPr/>
    </dgm:pt>
    <dgm:pt modelId="{DFDD2FD3-5015-47A3-AC31-05FF4CF0562F}" type="pres">
      <dgm:prSet presAssocID="{7A90E594-363B-402B-A060-DC5DAA2D68D4}" presName="hierChild5" presStyleCnt="0"/>
      <dgm:spPr/>
    </dgm:pt>
    <dgm:pt modelId="{03F8D7D9-9430-479F-9DAF-1C10E6B9B1FA}" type="pres">
      <dgm:prSet presAssocID="{3594922D-EAA2-49B3-BCEC-FA7D0F48F81E}" presName="Name23" presStyleLbl="parChTrans1D4" presStyleIdx="3" presStyleCnt="18"/>
      <dgm:spPr/>
    </dgm:pt>
    <dgm:pt modelId="{07F7AC54-86E9-4AF5-AD4A-23D40C2F6609}" type="pres">
      <dgm:prSet presAssocID="{9640E334-9480-4A84-BC70-D24BCF153D52}" presName="hierRoot4" presStyleCnt="0"/>
      <dgm:spPr/>
    </dgm:pt>
    <dgm:pt modelId="{2396085E-1BCB-4A29-B06C-842D13319228}" type="pres">
      <dgm:prSet presAssocID="{9640E334-9480-4A84-BC70-D24BCF153D52}" presName="composite4" presStyleCnt="0"/>
      <dgm:spPr/>
    </dgm:pt>
    <dgm:pt modelId="{5150BB15-1346-483E-AF7D-70E2640A7E40}" type="pres">
      <dgm:prSet presAssocID="{9640E334-9480-4A84-BC70-D24BCF153D52}" presName="background4" presStyleLbl="node4" presStyleIdx="3" presStyleCnt="18"/>
      <dgm:spPr/>
    </dgm:pt>
    <dgm:pt modelId="{CDDF574B-1D82-4FB8-8077-5F85A7CEF7B9}" type="pres">
      <dgm:prSet presAssocID="{9640E334-9480-4A84-BC70-D24BCF153D52}" presName="text4" presStyleLbl="fgAcc4" presStyleIdx="3" presStyleCnt="18" custScaleX="114039" custScaleY="167913">
        <dgm:presLayoutVars>
          <dgm:chPref val="3"/>
        </dgm:presLayoutVars>
      </dgm:prSet>
      <dgm:spPr/>
    </dgm:pt>
    <dgm:pt modelId="{933DDD88-8DD9-4E5E-9806-8B09BE811C9B}" type="pres">
      <dgm:prSet presAssocID="{9640E334-9480-4A84-BC70-D24BCF153D52}" presName="hierChild5" presStyleCnt="0"/>
      <dgm:spPr/>
    </dgm:pt>
    <dgm:pt modelId="{3CBDBA62-4C7E-435D-BC9D-239044301547}" type="pres">
      <dgm:prSet presAssocID="{4D70C2E6-4F2B-40B4-98FC-0991C8A7645E}" presName="Name23" presStyleLbl="parChTrans1D4" presStyleIdx="4" presStyleCnt="18"/>
      <dgm:spPr/>
    </dgm:pt>
    <dgm:pt modelId="{0C985457-ABEA-4543-9E67-3CEAEBACA288}" type="pres">
      <dgm:prSet presAssocID="{00C11182-5807-44AB-9985-431CAC2E5275}" presName="hierRoot4" presStyleCnt="0"/>
      <dgm:spPr/>
    </dgm:pt>
    <dgm:pt modelId="{1583A36E-A3F3-4BD5-939E-C762C960AEBA}" type="pres">
      <dgm:prSet presAssocID="{00C11182-5807-44AB-9985-431CAC2E5275}" presName="composite4" presStyleCnt="0"/>
      <dgm:spPr/>
    </dgm:pt>
    <dgm:pt modelId="{37D316C6-5040-4D74-8864-132E6BA9BBFC}" type="pres">
      <dgm:prSet presAssocID="{00C11182-5807-44AB-9985-431CAC2E5275}" presName="background4" presStyleLbl="node4" presStyleIdx="4" presStyleCnt="18"/>
      <dgm:spPr/>
    </dgm:pt>
    <dgm:pt modelId="{5B81F4FF-90E0-473F-AA26-0933966D080F}" type="pres">
      <dgm:prSet presAssocID="{00C11182-5807-44AB-9985-431CAC2E5275}" presName="text4" presStyleLbl="fgAcc4" presStyleIdx="4" presStyleCnt="18" custScaleY="289991">
        <dgm:presLayoutVars>
          <dgm:chPref val="3"/>
        </dgm:presLayoutVars>
      </dgm:prSet>
      <dgm:spPr/>
    </dgm:pt>
    <dgm:pt modelId="{F7224FD9-C049-4084-8DA9-9FD6F0D3816E}" type="pres">
      <dgm:prSet presAssocID="{00C11182-5807-44AB-9985-431CAC2E5275}" presName="hierChild5" presStyleCnt="0"/>
      <dgm:spPr/>
    </dgm:pt>
    <dgm:pt modelId="{D11D003C-CB16-47A8-9BF7-F56F919A5E74}" type="pres">
      <dgm:prSet presAssocID="{3B9BE9A6-0E02-421D-B781-839188EF02AD}" presName="Name23" presStyleLbl="parChTrans1D4" presStyleIdx="5" presStyleCnt="18"/>
      <dgm:spPr/>
    </dgm:pt>
    <dgm:pt modelId="{4F047DB4-C4BA-4D93-A18F-4C41B3003984}" type="pres">
      <dgm:prSet presAssocID="{C670D8F7-BD99-49EB-9E63-876022F745D6}" presName="hierRoot4" presStyleCnt="0"/>
      <dgm:spPr/>
    </dgm:pt>
    <dgm:pt modelId="{5C8802A8-13CB-4672-98FC-B20CD74DF89D}" type="pres">
      <dgm:prSet presAssocID="{C670D8F7-BD99-49EB-9E63-876022F745D6}" presName="composite4" presStyleCnt="0"/>
      <dgm:spPr/>
    </dgm:pt>
    <dgm:pt modelId="{B3AB75D9-CAB8-4D3E-ADC7-4B8D7ABDFAD3}" type="pres">
      <dgm:prSet presAssocID="{C670D8F7-BD99-49EB-9E63-876022F745D6}" presName="background4" presStyleLbl="node4" presStyleIdx="5" presStyleCnt="18"/>
      <dgm:spPr/>
    </dgm:pt>
    <dgm:pt modelId="{924979AF-3A37-49B4-8161-920557516DF4}" type="pres">
      <dgm:prSet presAssocID="{C670D8F7-BD99-49EB-9E63-876022F745D6}" presName="text4" presStyleLbl="fgAcc4" presStyleIdx="5" presStyleCnt="18" custScaleX="118081" custScaleY="142119">
        <dgm:presLayoutVars>
          <dgm:chPref val="3"/>
        </dgm:presLayoutVars>
      </dgm:prSet>
      <dgm:spPr/>
    </dgm:pt>
    <dgm:pt modelId="{A7191729-F617-4AA6-8763-44492C6750E5}" type="pres">
      <dgm:prSet presAssocID="{C670D8F7-BD99-49EB-9E63-876022F745D6}" presName="hierChild5" presStyleCnt="0"/>
      <dgm:spPr/>
    </dgm:pt>
    <dgm:pt modelId="{E16E5A0E-C98A-486A-A822-BCB1515D6D73}" type="pres">
      <dgm:prSet presAssocID="{DF9BBC3C-0CDC-47A3-8442-253F6FB492D9}" presName="Name17" presStyleLbl="parChTrans1D3" presStyleIdx="1" presStyleCnt="5"/>
      <dgm:spPr/>
    </dgm:pt>
    <dgm:pt modelId="{B9CB67D4-ED5B-47A9-B2C7-641C3D8CC0D1}" type="pres">
      <dgm:prSet presAssocID="{773620B6-72BD-4AA7-AD3E-C840BE0AB8D5}" presName="hierRoot3" presStyleCnt="0"/>
      <dgm:spPr/>
    </dgm:pt>
    <dgm:pt modelId="{830343D5-0977-419B-A2D5-AC6B488CE6A2}" type="pres">
      <dgm:prSet presAssocID="{773620B6-72BD-4AA7-AD3E-C840BE0AB8D5}" presName="composite3" presStyleCnt="0"/>
      <dgm:spPr/>
    </dgm:pt>
    <dgm:pt modelId="{4243BF0C-15AF-4355-BD68-7D01430782DD}" type="pres">
      <dgm:prSet presAssocID="{773620B6-72BD-4AA7-AD3E-C840BE0AB8D5}" presName="background3" presStyleLbl="node3" presStyleIdx="1" presStyleCnt="5"/>
      <dgm:spPr/>
    </dgm:pt>
    <dgm:pt modelId="{EBC58B70-D1C5-47CF-B55B-1F05A54A9968}" type="pres">
      <dgm:prSet presAssocID="{773620B6-72BD-4AA7-AD3E-C840BE0AB8D5}" presName="text3" presStyleLbl="fgAcc3" presStyleIdx="1" presStyleCnt="5" custScaleX="157943">
        <dgm:presLayoutVars>
          <dgm:chPref val="3"/>
        </dgm:presLayoutVars>
      </dgm:prSet>
      <dgm:spPr/>
    </dgm:pt>
    <dgm:pt modelId="{EF337F9F-29D0-4BF2-9DD5-0B29E1C154EC}" type="pres">
      <dgm:prSet presAssocID="{773620B6-72BD-4AA7-AD3E-C840BE0AB8D5}" presName="hierChild4" presStyleCnt="0"/>
      <dgm:spPr/>
    </dgm:pt>
    <dgm:pt modelId="{2691E219-C375-4042-B2EB-189263EA8A4F}" type="pres">
      <dgm:prSet presAssocID="{EC686701-50BE-4237-AA68-42564EA1EB32}" presName="Name23" presStyleLbl="parChTrans1D4" presStyleIdx="6" presStyleCnt="18"/>
      <dgm:spPr/>
    </dgm:pt>
    <dgm:pt modelId="{9FDBE04E-7C00-4DAC-9A4C-165C3F588959}" type="pres">
      <dgm:prSet presAssocID="{45A1285D-03E2-4FC5-B63F-CC73CA1A4BEE}" presName="hierRoot4" presStyleCnt="0"/>
      <dgm:spPr/>
    </dgm:pt>
    <dgm:pt modelId="{57FE2EFC-2652-4F1D-A351-83DF6E670686}" type="pres">
      <dgm:prSet presAssocID="{45A1285D-03E2-4FC5-B63F-CC73CA1A4BEE}" presName="composite4" presStyleCnt="0"/>
      <dgm:spPr/>
    </dgm:pt>
    <dgm:pt modelId="{3060C2E0-FED7-4E6A-A92C-E15167EB816D}" type="pres">
      <dgm:prSet presAssocID="{45A1285D-03E2-4FC5-B63F-CC73CA1A4BEE}" presName="background4" presStyleLbl="node4" presStyleIdx="6" presStyleCnt="18"/>
      <dgm:spPr/>
    </dgm:pt>
    <dgm:pt modelId="{EBAF6D40-DDAF-45A2-A156-DA61074E76FD}" type="pres">
      <dgm:prSet presAssocID="{45A1285D-03E2-4FC5-B63F-CC73CA1A4BEE}" presName="text4" presStyleLbl="fgAcc4" presStyleIdx="6" presStyleCnt="18">
        <dgm:presLayoutVars>
          <dgm:chPref val="3"/>
        </dgm:presLayoutVars>
      </dgm:prSet>
      <dgm:spPr/>
    </dgm:pt>
    <dgm:pt modelId="{865DB349-E5AF-46C0-B0AC-E9D0A52F9C7D}" type="pres">
      <dgm:prSet presAssocID="{45A1285D-03E2-4FC5-B63F-CC73CA1A4BEE}" presName="hierChild5" presStyleCnt="0"/>
      <dgm:spPr/>
    </dgm:pt>
    <dgm:pt modelId="{BB4D565B-F6FC-4706-8990-80151501AC5A}" type="pres">
      <dgm:prSet presAssocID="{77A40671-9BCE-464B-8290-9F8E4615F3E3}" presName="Name23" presStyleLbl="parChTrans1D4" presStyleIdx="7" presStyleCnt="18"/>
      <dgm:spPr/>
    </dgm:pt>
    <dgm:pt modelId="{DB24DBD5-2E0F-4BE1-9EB8-B8E357737FB0}" type="pres">
      <dgm:prSet presAssocID="{84A31C80-1FE0-4754-AF50-EE9A157A60F6}" presName="hierRoot4" presStyleCnt="0"/>
      <dgm:spPr/>
    </dgm:pt>
    <dgm:pt modelId="{A207C99A-26B1-4EAF-BDD6-BFCF06BCD42E}" type="pres">
      <dgm:prSet presAssocID="{84A31C80-1FE0-4754-AF50-EE9A157A60F6}" presName="composite4" presStyleCnt="0"/>
      <dgm:spPr/>
    </dgm:pt>
    <dgm:pt modelId="{E7122916-451F-4F71-B809-118A671FF1E5}" type="pres">
      <dgm:prSet presAssocID="{84A31C80-1FE0-4754-AF50-EE9A157A60F6}" presName="background4" presStyleLbl="node4" presStyleIdx="7" presStyleCnt="18"/>
      <dgm:spPr/>
    </dgm:pt>
    <dgm:pt modelId="{19BED8C5-781F-4015-AE6D-3CDDE6224FD3}" type="pres">
      <dgm:prSet presAssocID="{84A31C80-1FE0-4754-AF50-EE9A157A60F6}" presName="text4" presStyleLbl="fgAcc4" presStyleIdx="7" presStyleCnt="18" custScaleX="119852" custScaleY="248584">
        <dgm:presLayoutVars>
          <dgm:chPref val="3"/>
        </dgm:presLayoutVars>
      </dgm:prSet>
      <dgm:spPr/>
    </dgm:pt>
    <dgm:pt modelId="{80D88D14-C8A1-488D-B1CA-341ABB7F36C5}" type="pres">
      <dgm:prSet presAssocID="{84A31C80-1FE0-4754-AF50-EE9A157A60F6}" presName="hierChild5" presStyleCnt="0"/>
      <dgm:spPr/>
    </dgm:pt>
    <dgm:pt modelId="{645ED8B1-5E96-473B-AA23-D316EBED0923}" type="pres">
      <dgm:prSet presAssocID="{47FA4421-05FC-4814-959A-7D1222FA097E}" presName="Name23" presStyleLbl="parChTrans1D4" presStyleIdx="8" presStyleCnt="18"/>
      <dgm:spPr/>
    </dgm:pt>
    <dgm:pt modelId="{3664CB06-1BF2-4F87-88EC-7F3A613F216A}" type="pres">
      <dgm:prSet presAssocID="{5A62F4D5-3144-46CD-9F40-8843616F1D79}" presName="hierRoot4" presStyleCnt="0"/>
      <dgm:spPr/>
    </dgm:pt>
    <dgm:pt modelId="{CE225D9A-D68F-484B-989A-AE927810BF42}" type="pres">
      <dgm:prSet presAssocID="{5A62F4D5-3144-46CD-9F40-8843616F1D79}" presName="composite4" presStyleCnt="0"/>
      <dgm:spPr/>
    </dgm:pt>
    <dgm:pt modelId="{A8C67FA6-7ABD-4618-B377-927EC3884E24}" type="pres">
      <dgm:prSet presAssocID="{5A62F4D5-3144-46CD-9F40-8843616F1D79}" presName="background4" presStyleLbl="node4" presStyleIdx="8" presStyleCnt="18"/>
      <dgm:spPr/>
    </dgm:pt>
    <dgm:pt modelId="{15C394E3-2F48-457A-8810-B39903F4222F}" type="pres">
      <dgm:prSet presAssocID="{5A62F4D5-3144-46CD-9F40-8843616F1D79}" presName="text4" presStyleLbl="fgAcc4" presStyleIdx="8" presStyleCnt="18" custScaleY="179056">
        <dgm:presLayoutVars>
          <dgm:chPref val="3"/>
        </dgm:presLayoutVars>
      </dgm:prSet>
      <dgm:spPr/>
    </dgm:pt>
    <dgm:pt modelId="{CA9302BB-7C05-470D-89A4-582741ADBBA0}" type="pres">
      <dgm:prSet presAssocID="{5A62F4D5-3144-46CD-9F40-8843616F1D79}" presName="hierChild5" presStyleCnt="0"/>
      <dgm:spPr/>
    </dgm:pt>
    <dgm:pt modelId="{8D4834AA-BE9C-445D-AEB4-FC39536D94E1}" type="pres">
      <dgm:prSet presAssocID="{010C120B-AC4B-4CDB-A3BC-E70DEE42375E}" presName="Name23" presStyleLbl="parChTrans1D4" presStyleIdx="9" presStyleCnt="18"/>
      <dgm:spPr/>
    </dgm:pt>
    <dgm:pt modelId="{CF09EE53-1413-46C2-ADA2-9A14EED231C4}" type="pres">
      <dgm:prSet presAssocID="{268D4E39-0CDB-40D6-B715-717E2E617DEF}" presName="hierRoot4" presStyleCnt="0"/>
      <dgm:spPr/>
    </dgm:pt>
    <dgm:pt modelId="{C5BC64E9-7896-4C8F-99CB-F797682F6EC4}" type="pres">
      <dgm:prSet presAssocID="{268D4E39-0CDB-40D6-B715-717E2E617DEF}" presName="composite4" presStyleCnt="0"/>
      <dgm:spPr/>
    </dgm:pt>
    <dgm:pt modelId="{E9B3408C-50B8-4856-A4C3-CF930E3AC9F0}" type="pres">
      <dgm:prSet presAssocID="{268D4E39-0CDB-40D6-B715-717E2E617DEF}" presName="background4" presStyleLbl="node4" presStyleIdx="9" presStyleCnt="18"/>
      <dgm:spPr/>
    </dgm:pt>
    <dgm:pt modelId="{E304D56B-239A-4D0C-A7D2-813502A91E7F}" type="pres">
      <dgm:prSet presAssocID="{268D4E39-0CDB-40D6-B715-717E2E617DEF}" presName="text4" presStyleLbl="fgAcc4" presStyleIdx="9" presStyleCnt="18" custScaleY="208622">
        <dgm:presLayoutVars>
          <dgm:chPref val="3"/>
        </dgm:presLayoutVars>
      </dgm:prSet>
      <dgm:spPr/>
    </dgm:pt>
    <dgm:pt modelId="{B3F67780-1390-42BA-974B-89B15A64F22E}" type="pres">
      <dgm:prSet presAssocID="{268D4E39-0CDB-40D6-B715-717E2E617DEF}" presName="hierChild5" presStyleCnt="0"/>
      <dgm:spPr/>
    </dgm:pt>
    <dgm:pt modelId="{E8E3A2DF-7361-404C-A61F-02C3FC78834E}" type="pres">
      <dgm:prSet presAssocID="{2D2E37F3-7FF9-4529-BB9C-5F572877A8AB}" presName="Name10" presStyleLbl="parChTrans1D2" presStyleIdx="1" presStyleCnt="3"/>
      <dgm:spPr/>
    </dgm:pt>
    <dgm:pt modelId="{D8957EF7-3CB9-49E5-BD5D-ED4DEFB7F48D}" type="pres">
      <dgm:prSet presAssocID="{D3164122-362F-4780-87EA-5452179970C9}" presName="hierRoot2" presStyleCnt="0"/>
      <dgm:spPr/>
    </dgm:pt>
    <dgm:pt modelId="{4DB13304-2B2F-4ADF-AC29-A572FE68047F}" type="pres">
      <dgm:prSet presAssocID="{D3164122-362F-4780-87EA-5452179970C9}" presName="composite2" presStyleCnt="0"/>
      <dgm:spPr/>
    </dgm:pt>
    <dgm:pt modelId="{C99AF00D-587A-4D2F-9DF3-F086B60B49B6}" type="pres">
      <dgm:prSet presAssocID="{D3164122-362F-4780-87EA-5452179970C9}" presName="background2" presStyleLbl="node2" presStyleIdx="1" presStyleCnt="3"/>
      <dgm:spPr/>
    </dgm:pt>
    <dgm:pt modelId="{24C9B9A5-4725-4D4B-8B2A-6E0660D30F18}" type="pres">
      <dgm:prSet presAssocID="{D3164122-362F-4780-87EA-5452179970C9}" presName="text2" presStyleLbl="fgAcc2" presStyleIdx="1" presStyleCnt="3">
        <dgm:presLayoutVars>
          <dgm:chPref val="3"/>
        </dgm:presLayoutVars>
      </dgm:prSet>
      <dgm:spPr/>
    </dgm:pt>
    <dgm:pt modelId="{ADFE5AE9-6515-4DCB-81BA-C2F2C20F5CEE}" type="pres">
      <dgm:prSet presAssocID="{D3164122-362F-4780-87EA-5452179970C9}" presName="hierChild3" presStyleCnt="0"/>
      <dgm:spPr/>
    </dgm:pt>
    <dgm:pt modelId="{0CDB784D-B2D7-4E33-AB5E-42DED4D3DF95}" type="pres">
      <dgm:prSet presAssocID="{AE66FE3E-D9EC-4BD9-968E-1FDAE6F3B630}" presName="Name17" presStyleLbl="parChTrans1D3" presStyleIdx="2" presStyleCnt="5"/>
      <dgm:spPr/>
    </dgm:pt>
    <dgm:pt modelId="{1E24F256-6879-4031-8DEB-4A56A67D8B76}" type="pres">
      <dgm:prSet presAssocID="{DF406A71-B3C2-4AE6-8AB9-0D8055C5DF58}" presName="hierRoot3" presStyleCnt="0"/>
      <dgm:spPr/>
    </dgm:pt>
    <dgm:pt modelId="{946AF80A-242A-4866-A0A3-F4EE4FEAD3E3}" type="pres">
      <dgm:prSet presAssocID="{DF406A71-B3C2-4AE6-8AB9-0D8055C5DF58}" presName="composite3" presStyleCnt="0"/>
      <dgm:spPr/>
    </dgm:pt>
    <dgm:pt modelId="{A8ABF9B4-AFFB-4B89-A425-BBEDF4894B77}" type="pres">
      <dgm:prSet presAssocID="{DF406A71-B3C2-4AE6-8AB9-0D8055C5DF58}" presName="background3" presStyleLbl="node3" presStyleIdx="2" presStyleCnt="5"/>
      <dgm:spPr/>
    </dgm:pt>
    <dgm:pt modelId="{446059D9-CC56-492D-BFE3-1297E163E248}" type="pres">
      <dgm:prSet presAssocID="{DF406A71-B3C2-4AE6-8AB9-0D8055C5DF58}" presName="text3" presStyleLbl="fgAcc3" presStyleIdx="2" presStyleCnt="5" custScaleX="181299">
        <dgm:presLayoutVars>
          <dgm:chPref val="3"/>
        </dgm:presLayoutVars>
      </dgm:prSet>
      <dgm:spPr/>
    </dgm:pt>
    <dgm:pt modelId="{A4C84C6C-C7E0-4692-AFDA-6E72D6001B0B}" type="pres">
      <dgm:prSet presAssocID="{DF406A71-B3C2-4AE6-8AB9-0D8055C5DF58}" presName="hierChild4" presStyleCnt="0"/>
      <dgm:spPr/>
    </dgm:pt>
    <dgm:pt modelId="{97C435D1-BB08-4A46-BEE0-F112D1C689B4}" type="pres">
      <dgm:prSet presAssocID="{CFB0213E-D365-40F3-9054-6D11DFC6D814}" presName="Name23" presStyleLbl="parChTrans1D4" presStyleIdx="10" presStyleCnt="18"/>
      <dgm:spPr/>
    </dgm:pt>
    <dgm:pt modelId="{C11E8BBD-4861-46F7-BC6A-5AEB8CE643D6}" type="pres">
      <dgm:prSet presAssocID="{0513EC31-AAD5-4437-9EE4-F154488A0BD7}" presName="hierRoot4" presStyleCnt="0"/>
      <dgm:spPr/>
    </dgm:pt>
    <dgm:pt modelId="{DFC26B8E-9B07-42A2-93C9-1BF0B5621432}" type="pres">
      <dgm:prSet presAssocID="{0513EC31-AAD5-4437-9EE4-F154488A0BD7}" presName="composite4" presStyleCnt="0"/>
      <dgm:spPr/>
    </dgm:pt>
    <dgm:pt modelId="{8DAE1D9F-ABE0-4BE8-A7DC-F41ADEE0AB61}" type="pres">
      <dgm:prSet presAssocID="{0513EC31-AAD5-4437-9EE4-F154488A0BD7}" presName="background4" presStyleLbl="node4" presStyleIdx="10" presStyleCnt="18"/>
      <dgm:spPr/>
    </dgm:pt>
    <dgm:pt modelId="{09058E97-2D6D-4460-A61E-5F994535679C}" type="pres">
      <dgm:prSet presAssocID="{0513EC31-AAD5-4437-9EE4-F154488A0BD7}" presName="text4" presStyleLbl="fgAcc4" presStyleIdx="10" presStyleCnt="18" custScaleX="114945" custScaleY="138821">
        <dgm:presLayoutVars>
          <dgm:chPref val="3"/>
        </dgm:presLayoutVars>
      </dgm:prSet>
      <dgm:spPr/>
    </dgm:pt>
    <dgm:pt modelId="{8D1218E8-395E-42C9-B1C0-6C0787840B64}" type="pres">
      <dgm:prSet presAssocID="{0513EC31-AAD5-4437-9EE4-F154488A0BD7}" presName="hierChild5" presStyleCnt="0"/>
      <dgm:spPr/>
    </dgm:pt>
    <dgm:pt modelId="{17B001EF-43E7-4A81-AACC-C07B339B7E2E}" type="pres">
      <dgm:prSet presAssocID="{52253047-0489-4A13-A1AF-649C4DC0F3AE}" presName="Name23" presStyleLbl="parChTrans1D4" presStyleIdx="11" presStyleCnt="18"/>
      <dgm:spPr/>
    </dgm:pt>
    <dgm:pt modelId="{8249328F-A1E9-4F84-A095-183301BECBCC}" type="pres">
      <dgm:prSet presAssocID="{562EACE6-FC7B-4591-94DE-DAFBC20EC355}" presName="hierRoot4" presStyleCnt="0"/>
      <dgm:spPr/>
    </dgm:pt>
    <dgm:pt modelId="{9AFF083F-06E8-4278-A82D-959C56A150EE}" type="pres">
      <dgm:prSet presAssocID="{562EACE6-FC7B-4591-94DE-DAFBC20EC355}" presName="composite4" presStyleCnt="0"/>
      <dgm:spPr/>
    </dgm:pt>
    <dgm:pt modelId="{648F769D-2066-4046-9CF2-1858CA164EA5}" type="pres">
      <dgm:prSet presAssocID="{562EACE6-FC7B-4591-94DE-DAFBC20EC355}" presName="background4" presStyleLbl="node4" presStyleIdx="11" presStyleCnt="18"/>
      <dgm:spPr/>
    </dgm:pt>
    <dgm:pt modelId="{4E021796-B6ED-4381-AC19-E9574AAC2B64}" type="pres">
      <dgm:prSet presAssocID="{562EACE6-FC7B-4591-94DE-DAFBC20EC355}" presName="text4" presStyleLbl="fgAcc4" presStyleIdx="11" presStyleCnt="18" custScaleY="187448">
        <dgm:presLayoutVars>
          <dgm:chPref val="3"/>
        </dgm:presLayoutVars>
      </dgm:prSet>
      <dgm:spPr/>
    </dgm:pt>
    <dgm:pt modelId="{A144A888-5C9A-424F-8FCC-B97F58ADB18C}" type="pres">
      <dgm:prSet presAssocID="{562EACE6-FC7B-4591-94DE-DAFBC20EC355}" presName="hierChild5" presStyleCnt="0"/>
      <dgm:spPr/>
    </dgm:pt>
    <dgm:pt modelId="{DC1818A1-8AB6-473A-A5A4-EA999F57E701}" type="pres">
      <dgm:prSet presAssocID="{D0CD1F33-805C-4A27-97CA-C3DAF4F16E95}" presName="Name23" presStyleLbl="parChTrans1D4" presStyleIdx="12" presStyleCnt="18"/>
      <dgm:spPr/>
    </dgm:pt>
    <dgm:pt modelId="{984723F0-2234-4E84-98C5-60DFCA74ABB2}" type="pres">
      <dgm:prSet presAssocID="{00BCEA8F-F653-44D6-88EA-98CFE7C798AD}" presName="hierRoot4" presStyleCnt="0"/>
      <dgm:spPr/>
    </dgm:pt>
    <dgm:pt modelId="{0317DB76-02A7-4C59-8B80-E0759B3F4380}" type="pres">
      <dgm:prSet presAssocID="{00BCEA8F-F653-44D6-88EA-98CFE7C798AD}" presName="composite4" presStyleCnt="0"/>
      <dgm:spPr/>
    </dgm:pt>
    <dgm:pt modelId="{E541C4D3-3AF5-40A0-80FD-347ECB125216}" type="pres">
      <dgm:prSet presAssocID="{00BCEA8F-F653-44D6-88EA-98CFE7C798AD}" presName="background4" presStyleLbl="node4" presStyleIdx="12" presStyleCnt="18"/>
      <dgm:spPr/>
    </dgm:pt>
    <dgm:pt modelId="{2FB6FAE6-9D9F-492E-ABEC-12E6F3F155BE}" type="pres">
      <dgm:prSet presAssocID="{00BCEA8F-F653-44D6-88EA-98CFE7C798AD}" presName="text4" presStyleLbl="fgAcc4" presStyleIdx="12" presStyleCnt="18" custScaleY="136885">
        <dgm:presLayoutVars>
          <dgm:chPref val="3"/>
        </dgm:presLayoutVars>
      </dgm:prSet>
      <dgm:spPr/>
    </dgm:pt>
    <dgm:pt modelId="{666EFC0D-B25C-4A05-91EF-2ECB498A2309}" type="pres">
      <dgm:prSet presAssocID="{00BCEA8F-F653-44D6-88EA-98CFE7C798AD}" presName="hierChild5" presStyleCnt="0"/>
      <dgm:spPr/>
    </dgm:pt>
    <dgm:pt modelId="{D9AD552E-FC1D-434E-A335-98EF42B4C86D}" type="pres">
      <dgm:prSet presAssocID="{B8CD523F-C125-4FED-9040-AA05AAE6539F}" presName="Name23" presStyleLbl="parChTrans1D4" presStyleIdx="13" presStyleCnt="18"/>
      <dgm:spPr/>
    </dgm:pt>
    <dgm:pt modelId="{279685FB-56E6-4C98-AC48-31C0C78958DD}" type="pres">
      <dgm:prSet presAssocID="{22520C4F-F507-4C3D-AC8A-BB3E73A4F915}" presName="hierRoot4" presStyleCnt="0"/>
      <dgm:spPr/>
    </dgm:pt>
    <dgm:pt modelId="{2CA25493-C730-43FE-9697-FE71E1E44266}" type="pres">
      <dgm:prSet presAssocID="{22520C4F-F507-4C3D-AC8A-BB3E73A4F915}" presName="composite4" presStyleCnt="0"/>
      <dgm:spPr/>
    </dgm:pt>
    <dgm:pt modelId="{E84A5936-E6A8-4F4B-9A83-7B870C875F16}" type="pres">
      <dgm:prSet presAssocID="{22520C4F-F507-4C3D-AC8A-BB3E73A4F915}" presName="background4" presStyleLbl="node4" presStyleIdx="13" presStyleCnt="18"/>
      <dgm:spPr/>
    </dgm:pt>
    <dgm:pt modelId="{6DB0DA46-1BAB-42C2-A7C4-33D5622E2D03}" type="pres">
      <dgm:prSet presAssocID="{22520C4F-F507-4C3D-AC8A-BB3E73A4F915}" presName="text4" presStyleLbl="fgAcc4" presStyleIdx="13" presStyleCnt="18" custScaleY="163446">
        <dgm:presLayoutVars>
          <dgm:chPref val="3"/>
        </dgm:presLayoutVars>
      </dgm:prSet>
      <dgm:spPr/>
    </dgm:pt>
    <dgm:pt modelId="{93CA90D4-9549-488A-BEBC-29EB31045020}" type="pres">
      <dgm:prSet presAssocID="{22520C4F-F507-4C3D-AC8A-BB3E73A4F915}" presName="hierChild5" presStyleCnt="0"/>
      <dgm:spPr/>
    </dgm:pt>
    <dgm:pt modelId="{BAC56988-1386-491E-8938-C9685485574C}" type="pres">
      <dgm:prSet presAssocID="{032E8684-C34A-4B1E-9057-8170360BAFAF}" presName="Name23" presStyleLbl="parChTrans1D4" presStyleIdx="14" presStyleCnt="18"/>
      <dgm:spPr/>
    </dgm:pt>
    <dgm:pt modelId="{DB424721-C508-48F3-ACFA-206175FFF1E9}" type="pres">
      <dgm:prSet presAssocID="{B24432E6-165B-413C-8840-C51C572E5465}" presName="hierRoot4" presStyleCnt="0"/>
      <dgm:spPr/>
    </dgm:pt>
    <dgm:pt modelId="{1CA40EFA-22F5-4CD6-9821-9F985C05BADF}" type="pres">
      <dgm:prSet presAssocID="{B24432E6-165B-413C-8840-C51C572E5465}" presName="composite4" presStyleCnt="0"/>
      <dgm:spPr/>
    </dgm:pt>
    <dgm:pt modelId="{FB66B440-AA4E-46A3-BAC8-0F211619BC38}" type="pres">
      <dgm:prSet presAssocID="{B24432E6-165B-413C-8840-C51C572E5465}" presName="background4" presStyleLbl="node4" presStyleIdx="14" presStyleCnt="18"/>
      <dgm:spPr/>
    </dgm:pt>
    <dgm:pt modelId="{88FF6A0A-51CC-42C6-9F66-A7A8F3AC026E}" type="pres">
      <dgm:prSet presAssocID="{B24432E6-165B-413C-8840-C51C572E5465}" presName="text4" presStyleLbl="fgAcc4" presStyleIdx="14" presStyleCnt="18" custScaleY="202974">
        <dgm:presLayoutVars>
          <dgm:chPref val="3"/>
        </dgm:presLayoutVars>
      </dgm:prSet>
      <dgm:spPr/>
    </dgm:pt>
    <dgm:pt modelId="{4C8B7C56-19C9-488D-A0F7-54B065597211}" type="pres">
      <dgm:prSet presAssocID="{B24432E6-165B-413C-8840-C51C572E5465}" presName="hierChild5" presStyleCnt="0"/>
      <dgm:spPr/>
    </dgm:pt>
    <dgm:pt modelId="{D3F3B892-FA73-4D2F-A520-CBCD94FBA092}" type="pres">
      <dgm:prSet presAssocID="{7CD4D9AA-038E-4AB0-A05A-0F3540D2B4F0}" presName="Name23" presStyleLbl="parChTrans1D4" presStyleIdx="15" presStyleCnt="18"/>
      <dgm:spPr/>
    </dgm:pt>
    <dgm:pt modelId="{58EBDCDC-330D-44A5-AAEB-22A2095080CA}" type="pres">
      <dgm:prSet presAssocID="{52AA8B8A-83AC-475C-BCDE-6198406BCF2D}" presName="hierRoot4" presStyleCnt="0"/>
      <dgm:spPr/>
    </dgm:pt>
    <dgm:pt modelId="{669EE684-F6E5-4412-8483-7663EFCE67EF}" type="pres">
      <dgm:prSet presAssocID="{52AA8B8A-83AC-475C-BCDE-6198406BCF2D}" presName="composite4" presStyleCnt="0"/>
      <dgm:spPr/>
    </dgm:pt>
    <dgm:pt modelId="{89B39358-69F2-4193-9042-E43528B8883B}" type="pres">
      <dgm:prSet presAssocID="{52AA8B8A-83AC-475C-BCDE-6198406BCF2D}" presName="background4" presStyleLbl="node4" presStyleIdx="15" presStyleCnt="18"/>
      <dgm:spPr/>
    </dgm:pt>
    <dgm:pt modelId="{0143F746-8F68-4CD2-B250-8EDF9E90B3D6}" type="pres">
      <dgm:prSet presAssocID="{52AA8B8A-83AC-475C-BCDE-6198406BCF2D}" presName="text4" presStyleLbl="fgAcc4" presStyleIdx="15" presStyleCnt="18" custScaleX="112795" custScaleY="206584">
        <dgm:presLayoutVars>
          <dgm:chPref val="3"/>
        </dgm:presLayoutVars>
      </dgm:prSet>
      <dgm:spPr/>
    </dgm:pt>
    <dgm:pt modelId="{CFEA40F2-6C27-4BAA-9E02-5330A4A781EF}" type="pres">
      <dgm:prSet presAssocID="{52AA8B8A-83AC-475C-BCDE-6198406BCF2D}" presName="hierChild5" presStyleCnt="0"/>
      <dgm:spPr/>
    </dgm:pt>
    <dgm:pt modelId="{B42B82DD-8903-4ADC-BBF8-C33C7DA119BD}" type="pres">
      <dgm:prSet presAssocID="{28936F62-E7AD-40E4-B032-CE9E9A348FA9}" presName="Name23" presStyleLbl="parChTrans1D4" presStyleIdx="16" presStyleCnt="18"/>
      <dgm:spPr/>
    </dgm:pt>
    <dgm:pt modelId="{3835AB44-BD41-45CC-A967-12E1A159A330}" type="pres">
      <dgm:prSet presAssocID="{192A8348-DEA3-487C-91D6-F1498586A4BC}" presName="hierRoot4" presStyleCnt="0"/>
      <dgm:spPr/>
    </dgm:pt>
    <dgm:pt modelId="{DD78A782-FD25-4B35-AEC4-EC306701D056}" type="pres">
      <dgm:prSet presAssocID="{192A8348-DEA3-487C-91D6-F1498586A4BC}" presName="composite4" presStyleCnt="0"/>
      <dgm:spPr/>
    </dgm:pt>
    <dgm:pt modelId="{0A81C4EB-7780-4229-9EB4-19924D58645C}" type="pres">
      <dgm:prSet presAssocID="{192A8348-DEA3-487C-91D6-F1498586A4BC}" presName="background4" presStyleLbl="node4" presStyleIdx="16" presStyleCnt="18"/>
      <dgm:spPr/>
    </dgm:pt>
    <dgm:pt modelId="{E42356FF-58C7-440A-B959-C30985DFBEE3}" type="pres">
      <dgm:prSet presAssocID="{192A8348-DEA3-487C-91D6-F1498586A4BC}" presName="text4" presStyleLbl="fgAcc4" presStyleIdx="16" presStyleCnt="18" custScaleY="169093">
        <dgm:presLayoutVars>
          <dgm:chPref val="3"/>
        </dgm:presLayoutVars>
      </dgm:prSet>
      <dgm:spPr/>
    </dgm:pt>
    <dgm:pt modelId="{7715AAAA-BAAF-419F-A2A8-9B22B847B133}" type="pres">
      <dgm:prSet presAssocID="{192A8348-DEA3-487C-91D6-F1498586A4BC}" presName="hierChild5" presStyleCnt="0"/>
      <dgm:spPr/>
    </dgm:pt>
    <dgm:pt modelId="{BD27327A-06BF-435F-8CB3-6A761FDEB7BB}" type="pres">
      <dgm:prSet presAssocID="{EDA735B4-803E-46FC-824B-ACE907A50C97}" presName="Name17" presStyleLbl="parChTrans1D3" presStyleIdx="3" presStyleCnt="5"/>
      <dgm:spPr/>
    </dgm:pt>
    <dgm:pt modelId="{E60FEF18-BCBB-43CD-A5A6-0DD55DB78C3F}" type="pres">
      <dgm:prSet presAssocID="{0A6511AE-F9DE-48E7-9EB3-8B12207F7B10}" presName="hierRoot3" presStyleCnt="0"/>
      <dgm:spPr/>
    </dgm:pt>
    <dgm:pt modelId="{5EF20D70-0105-455B-8986-D1BF133A1224}" type="pres">
      <dgm:prSet presAssocID="{0A6511AE-F9DE-48E7-9EB3-8B12207F7B10}" presName="composite3" presStyleCnt="0"/>
      <dgm:spPr/>
    </dgm:pt>
    <dgm:pt modelId="{47C1611A-EDE7-4C57-BCEA-3C5CC43D2E79}" type="pres">
      <dgm:prSet presAssocID="{0A6511AE-F9DE-48E7-9EB3-8B12207F7B10}" presName="background3" presStyleLbl="node3" presStyleIdx="3" presStyleCnt="5"/>
      <dgm:spPr/>
    </dgm:pt>
    <dgm:pt modelId="{45CB2D9B-2243-4B5A-AEA2-98DDC4085B53}" type="pres">
      <dgm:prSet presAssocID="{0A6511AE-F9DE-48E7-9EB3-8B12207F7B10}" presName="text3" presStyleLbl="fgAcc3" presStyleIdx="3" presStyleCnt="5" custScaleX="173277">
        <dgm:presLayoutVars>
          <dgm:chPref val="3"/>
        </dgm:presLayoutVars>
      </dgm:prSet>
      <dgm:spPr/>
    </dgm:pt>
    <dgm:pt modelId="{DC6D1A84-77D5-43D3-B281-C7C32047BC23}" type="pres">
      <dgm:prSet presAssocID="{0A6511AE-F9DE-48E7-9EB3-8B12207F7B10}" presName="hierChild4" presStyleCnt="0"/>
      <dgm:spPr/>
    </dgm:pt>
    <dgm:pt modelId="{E525DCC1-3BC7-47D1-AC65-301B5222563F}" type="pres">
      <dgm:prSet presAssocID="{A92D2089-C1CC-417A-BADF-B25EA19CCCA9}" presName="Name23" presStyleLbl="parChTrans1D4" presStyleIdx="17" presStyleCnt="18"/>
      <dgm:spPr/>
    </dgm:pt>
    <dgm:pt modelId="{BC435716-F7E3-4985-81DC-41E888057E59}" type="pres">
      <dgm:prSet presAssocID="{A5B832BC-031F-4639-8F8A-3944F0CDFD20}" presName="hierRoot4" presStyleCnt="0"/>
      <dgm:spPr/>
    </dgm:pt>
    <dgm:pt modelId="{2FC41D7C-C8B8-4AFC-BC78-802B614C9F74}" type="pres">
      <dgm:prSet presAssocID="{A5B832BC-031F-4639-8F8A-3944F0CDFD20}" presName="composite4" presStyleCnt="0"/>
      <dgm:spPr/>
    </dgm:pt>
    <dgm:pt modelId="{8C1FFC2C-1870-4ACF-B3DD-F6BD7876679C}" type="pres">
      <dgm:prSet presAssocID="{A5B832BC-031F-4639-8F8A-3944F0CDFD20}" presName="background4" presStyleLbl="node4" presStyleIdx="17" presStyleCnt="18"/>
      <dgm:spPr/>
    </dgm:pt>
    <dgm:pt modelId="{3440022A-236A-4742-BC0C-6B63B7BC556B}" type="pres">
      <dgm:prSet presAssocID="{A5B832BC-031F-4639-8F8A-3944F0CDFD20}" presName="text4" presStyleLbl="fgAcc4" presStyleIdx="17" presStyleCnt="18" custScaleY="201973" custLinFactY="46301" custLinFactNeighborX="3925" custLinFactNeighborY="100000">
        <dgm:presLayoutVars>
          <dgm:chPref val="3"/>
        </dgm:presLayoutVars>
      </dgm:prSet>
      <dgm:spPr/>
    </dgm:pt>
    <dgm:pt modelId="{3C19709A-4105-4C9A-BAFB-155F11B29109}" type="pres">
      <dgm:prSet presAssocID="{A5B832BC-031F-4639-8F8A-3944F0CDFD20}" presName="hierChild5" presStyleCnt="0"/>
      <dgm:spPr/>
    </dgm:pt>
    <dgm:pt modelId="{9E87AAC7-8FA1-409C-B59B-DAC474A3D7F6}" type="pres">
      <dgm:prSet presAssocID="{75BD56C0-FF3C-48A9-BEB3-10EBF2FC0C71}" presName="Name10" presStyleLbl="parChTrans1D2" presStyleIdx="2" presStyleCnt="3"/>
      <dgm:spPr/>
    </dgm:pt>
    <dgm:pt modelId="{FEF2345E-B4B3-4E99-9388-336871168A0D}" type="pres">
      <dgm:prSet presAssocID="{E79CF8BC-1C1A-4A8F-B396-55A629151831}" presName="hierRoot2" presStyleCnt="0"/>
      <dgm:spPr/>
    </dgm:pt>
    <dgm:pt modelId="{4A4057BD-2F30-4775-8ABE-72BEA8D32653}" type="pres">
      <dgm:prSet presAssocID="{E79CF8BC-1C1A-4A8F-B396-55A629151831}" presName="composite2" presStyleCnt="0"/>
      <dgm:spPr/>
    </dgm:pt>
    <dgm:pt modelId="{5EFDDE5A-6F9D-46CC-B23E-F60ECB0E7FB3}" type="pres">
      <dgm:prSet presAssocID="{E79CF8BC-1C1A-4A8F-B396-55A629151831}" presName="background2" presStyleLbl="node2" presStyleIdx="2" presStyleCnt="3"/>
      <dgm:spPr/>
    </dgm:pt>
    <dgm:pt modelId="{E4CBA675-5A23-4057-8F16-C25872D649DA}" type="pres">
      <dgm:prSet presAssocID="{E79CF8BC-1C1A-4A8F-B396-55A629151831}" presName="text2" presStyleLbl="fgAcc2" presStyleIdx="2" presStyleCnt="3" custScaleX="177025">
        <dgm:presLayoutVars>
          <dgm:chPref val="3"/>
        </dgm:presLayoutVars>
      </dgm:prSet>
      <dgm:spPr/>
    </dgm:pt>
    <dgm:pt modelId="{4EEB33F1-6AAA-4CCB-B7CE-F79BC615F05F}" type="pres">
      <dgm:prSet presAssocID="{E79CF8BC-1C1A-4A8F-B396-55A629151831}" presName="hierChild3" presStyleCnt="0"/>
      <dgm:spPr/>
    </dgm:pt>
    <dgm:pt modelId="{82E2CC74-6ABE-4BD3-943F-73DE1FEB3111}" type="pres">
      <dgm:prSet presAssocID="{DE1AD62E-E082-436D-9A97-63321B4A7612}" presName="Name17" presStyleLbl="parChTrans1D3" presStyleIdx="4" presStyleCnt="5"/>
      <dgm:spPr/>
    </dgm:pt>
    <dgm:pt modelId="{867A494C-826F-4A64-A889-A21EE7C547D3}" type="pres">
      <dgm:prSet presAssocID="{C9ACDB2E-5201-482E-BCF7-D69DA68C9F89}" presName="hierRoot3" presStyleCnt="0"/>
      <dgm:spPr/>
    </dgm:pt>
    <dgm:pt modelId="{870E5C4A-3039-47B9-B03E-0BEEC5B70F6E}" type="pres">
      <dgm:prSet presAssocID="{C9ACDB2E-5201-482E-BCF7-D69DA68C9F89}" presName="composite3" presStyleCnt="0"/>
      <dgm:spPr/>
    </dgm:pt>
    <dgm:pt modelId="{9A1D49D8-154A-4D1B-8DEF-0F840E31818F}" type="pres">
      <dgm:prSet presAssocID="{C9ACDB2E-5201-482E-BCF7-D69DA68C9F89}" presName="background3" presStyleLbl="node3" presStyleIdx="4" presStyleCnt="5"/>
      <dgm:spPr/>
    </dgm:pt>
    <dgm:pt modelId="{27B970F7-5AA8-4DC5-AB98-FA6D447E05B9}" type="pres">
      <dgm:prSet presAssocID="{C9ACDB2E-5201-482E-BCF7-D69DA68C9F89}" presName="text3" presStyleLbl="fgAcc3" presStyleIdx="4" presStyleCnt="5" custScaleX="125058" custScaleY="264615" custLinFactY="100000" custLinFactNeighborX="3269" custLinFactNeighborY="194662">
        <dgm:presLayoutVars>
          <dgm:chPref val="3"/>
        </dgm:presLayoutVars>
      </dgm:prSet>
      <dgm:spPr/>
    </dgm:pt>
    <dgm:pt modelId="{AC626106-6C88-46F4-A99D-80B02ED12ECA}" type="pres">
      <dgm:prSet presAssocID="{C9ACDB2E-5201-482E-BCF7-D69DA68C9F89}" presName="hierChild4" presStyleCnt="0"/>
      <dgm:spPr/>
    </dgm:pt>
  </dgm:ptLst>
  <dgm:cxnLst>
    <dgm:cxn modelId="{759F1201-9E9F-4349-89DB-E512E44CBE0D}" srcId="{41C92E46-08EE-4CE1-B0AF-A6E59FEC40B6}" destId="{C7F9B29B-48B0-4B3C-ACCA-998A7002C2B6}" srcOrd="0" destOrd="0" parTransId="{17DB124A-9C1A-4AB0-9B6D-52C56C9BAF61}" sibTransId="{6566DB26-19C9-4E70-92C0-FD3EE1CBFE17}"/>
    <dgm:cxn modelId="{E7E7C302-41AE-47E0-A139-6C3B1BABF28C}" srcId="{DF406A71-B3C2-4AE6-8AB9-0D8055C5DF58}" destId="{52AA8B8A-83AC-475C-BCDE-6198406BCF2D}" srcOrd="2" destOrd="0" parTransId="{7CD4D9AA-038E-4AB0-A05A-0F3540D2B4F0}" sibTransId="{84FF4F00-7A11-40A7-93E9-FD531293D9DC}"/>
    <dgm:cxn modelId="{073CF303-8103-4797-BEB4-606AD9BEA295}" srcId="{D3164122-362F-4780-87EA-5452179970C9}" destId="{0A6511AE-F9DE-48E7-9EB3-8B12207F7B10}" srcOrd="1" destOrd="0" parTransId="{EDA735B4-803E-46FC-824B-ACE907A50C97}" sibTransId="{5EE1AA29-1C27-4D95-8748-0B702C1312E2}"/>
    <dgm:cxn modelId="{62E39605-3E59-4759-9717-14D7234569D8}" type="presOf" srcId="{22520C4F-F507-4C3D-AC8A-BB3E73A4F915}" destId="{6DB0DA46-1BAB-42C2-A7C4-33D5622E2D03}" srcOrd="0" destOrd="0" presId="urn:microsoft.com/office/officeart/2005/8/layout/hierarchy1"/>
    <dgm:cxn modelId="{D20D2A07-8B07-4DB9-B3A9-B93C80521383}" type="presOf" srcId="{A92D2089-C1CC-417A-BADF-B25EA19CCCA9}" destId="{E525DCC1-3BC7-47D1-AC65-301B5222563F}" srcOrd="0" destOrd="0" presId="urn:microsoft.com/office/officeart/2005/8/layout/hierarchy1"/>
    <dgm:cxn modelId="{3AB35507-5D11-4EDD-906C-524CA3D71581}" type="presOf" srcId="{0A6511AE-F9DE-48E7-9EB3-8B12207F7B10}" destId="{45CB2D9B-2243-4B5A-AEA2-98DDC4085B53}" srcOrd="0" destOrd="0" presId="urn:microsoft.com/office/officeart/2005/8/layout/hierarchy1"/>
    <dgm:cxn modelId="{0D08FC08-9400-447A-B0EF-77700C35ABC2}" type="presOf" srcId="{9640E334-9480-4A84-BC70-D24BCF153D52}" destId="{CDDF574B-1D82-4FB8-8077-5F85A7CEF7B9}" srcOrd="0" destOrd="0" presId="urn:microsoft.com/office/officeart/2005/8/layout/hierarchy1"/>
    <dgm:cxn modelId="{7CB04309-162B-4AB6-BCF3-D0CB43E43FB2}" srcId="{00BCEA8F-F653-44D6-88EA-98CFE7C798AD}" destId="{B24432E6-165B-413C-8840-C51C572E5465}" srcOrd="1" destOrd="0" parTransId="{032E8684-C34A-4B1E-9057-8170360BAFAF}" sibTransId="{8CCAC0A4-7A04-44AE-AEBA-C56890E35A9E}"/>
    <dgm:cxn modelId="{2FC09E09-8682-4480-980F-95F6E492E1E9}" srcId="{0AF064BC-4EDA-444F-988F-3ABD24DC688B}" destId="{E79CF8BC-1C1A-4A8F-B396-55A629151831}" srcOrd="2" destOrd="0" parTransId="{75BD56C0-FF3C-48A9-BEB3-10EBF2FC0C71}" sibTransId="{1C86DAB6-B300-44C7-A218-90441DA0E67B}"/>
    <dgm:cxn modelId="{BA04FC0A-F50F-4EF7-999C-E6CDCF9F3479}" type="presOf" srcId="{5A62F4D5-3144-46CD-9F40-8843616F1D79}" destId="{15C394E3-2F48-457A-8810-B39903F4222F}" srcOrd="0" destOrd="0" presId="urn:microsoft.com/office/officeart/2005/8/layout/hierarchy1"/>
    <dgm:cxn modelId="{F468680C-47BB-4038-8B9D-9F2B42857069}" type="presOf" srcId="{84A31C80-1FE0-4754-AF50-EE9A157A60F6}" destId="{19BED8C5-781F-4015-AE6D-3CDDE6224FD3}" srcOrd="0" destOrd="0" presId="urn:microsoft.com/office/officeart/2005/8/layout/hierarchy1"/>
    <dgm:cxn modelId="{C7BF0E12-1FBD-4797-B08D-ED303FBCC745}" srcId="{DF406A71-B3C2-4AE6-8AB9-0D8055C5DF58}" destId="{0513EC31-AAD5-4437-9EE4-F154488A0BD7}" srcOrd="0" destOrd="0" parTransId="{CFB0213E-D365-40F3-9054-6D11DFC6D814}" sibTransId="{82A08F32-08F0-4D78-A5A8-52ED076FE9CD}"/>
    <dgm:cxn modelId="{B6A62B12-9934-447E-8549-CC404711AD7D}" type="presOf" srcId="{C9ACDB2E-5201-482E-BCF7-D69DA68C9F89}" destId="{27B970F7-5AA8-4DC5-AB98-FA6D447E05B9}" srcOrd="0" destOrd="0" presId="urn:microsoft.com/office/officeart/2005/8/layout/hierarchy1"/>
    <dgm:cxn modelId="{90484F18-79E9-40E2-BEF3-29380C05DF99}" type="presOf" srcId="{00C11182-5807-44AB-9985-431CAC2E5275}" destId="{5B81F4FF-90E0-473F-AA26-0933966D080F}" srcOrd="0" destOrd="0" presId="urn:microsoft.com/office/officeart/2005/8/layout/hierarchy1"/>
    <dgm:cxn modelId="{E1A38119-E4B5-46F5-8956-95863616365C}" type="presOf" srcId="{00BCEA8F-F653-44D6-88EA-98CFE7C798AD}" destId="{2FB6FAE6-9D9F-492E-ABEC-12E6F3F155BE}" srcOrd="0" destOrd="0" presId="urn:microsoft.com/office/officeart/2005/8/layout/hierarchy1"/>
    <dgm:cxn modelId="{E42F6B24-4A58-44BC-B8C2-3E53E30040E4}" srcId="{0AF064BC-4EDA-444F-988F-3ABD24DC688B}" destId="{41C92E46-08EE-4CE1-B0AF-A6E59FEC40B6}" srcOrd="0" destOrd="0" parTransId="{286327CA-ACE8-4653-9998-D88FA69E35F5}" sibTransId="{70B076B7-3E89-4805-A144-E68838E10A2E}"/>
    <dgm:cxn modelId="{73A00727-ADEC-475E-9709-504AA6425822}" srcId="{D3164122-362F-4780-87EA-5452179970C9}" destId="{DF406A71-B3C2-4AE6-8AB9-0D8055C5DF58}" srcOrd="0" destOrd="0" parTransId="{AE66FE3E-D9EC-4BD9-968E-1FDAE6F3B630}" sibTransId="{02FC9910-B082-4CDD-8A3D-079A791A92D6}"/>
    <dgm:cxn modelId="{A6F8C229-478F-4139-A64A-7F87EDCF89AF}" type="presOf" srcId="{47FA4421-05FC-4814-959A-7D1222FA097E}" destId="{645ED8B1-5E96-473B-AA23-D316EBED0923}" srcOrd="0" destOrd="0" presId="urn:microsoft.com/office/officeart/2005/8/layout/hierarchy1"/>
    <dgm:cxn modelId="{83D7CF2A-8ED3-48A2-9C63-B549421EEAEB}" type="presOf" srcId="{0AF064BC-4EDA-444F-988F-3ABD24DC688B}" destId="{ADADA60F-19B2-4074-B728-71723E606108}" srcOrd="0" destOrd="0" presId="urn:microsoft.com/office/officeart/2005/8/layout/hierarchy1"/>
    <dgm:cxn modelId="{0DB7442C-1A62-4772-84D4-E6AD39EFD46A}" type="presOf" srcId="{6CBE605A-6D5A-481F-A89F-96253053BC8F}" destId="{9527C100-3346-4D8C-AEF2-3493117146B9}" srcOrd="0" destOrd="0" presId="urn:microsoft.com/office/officeart/2005/8/layout/hierarchy1"/>
    <dgm:cxn modelId="{C3A14530-C2F5-4C58-8B88-3B5127F10CE8}" type="presOf" srcId="{526D28C0-141A-4DC8-9BED-57A1F0807525}" destId="{F59AEC80-C586-41AF-BAD5-BA797DDE0228}" srcOrd="0" destOrd="0" presId="urn:microsoft.com/office/officeart/2005/8/layout/hierarchy1"/>
    <dgm:cxn modelId="{9E04F631-05C7-42E5-A4B3-D7C679F7AC1B}" type="presOf" srcId="{268D4E39-0CDB-40D6-B715-717E2E617DEF}" destId="{E304D56B-239A-4D0C-A7D2-813502A91E7F}" srcOrd="0" destOrd="0" presId="urn:microsoft.com/office/officeart/2005/8/layout/hierarchy1"/>
    <dgm:cxn modelId="{D8E7D135-7D5C-44D7-8F97-AEA6C5C95601}" type="presOf" srcId="{A53CC60E-10C3-415E-93A8-9C128720BE0A}" destId="{7618D471-BC2F-4BBB-A5F6-A73C03F07BA5}" srcOrd="0" destOrd="0" presId="urn:microsoft.com/office/officeart/2005/8/layout/hierarchy1"/>
    <dgm:cxn modelId="{C46C6D37-9A27-46A6-96B0-2A5AFD32C6D7}" srcId="{773620B6-72BD-4AA7-AD3E-C840BE0AB8D5}" destId="{45A1285D-03E2-4FC5-B63F-CC73CA1A4BEE}" srcOrd="0" destOrd="0" parTransId="{EC686701-50BE-4237-AA68-42564EA1EB32}" sibTransId="{AC3DA7D4-B83A-4B35-A29C-D18EB3BC8726}"/>
    <dgm:cxn modelId="{0B742D3E-C99E-4BDA-8DD0-B802E41F3CC4}" type="presOf" srcId="{DF9BBC3C-0CDC-47A3-8442-253F6FB492D9}" destId="{E16E5A0E-C98A-486A-A822-BCB1515D6D73}" srcOrd="0" destOrd="0" presId="urn:microsoft.com/office/officeart/2005/8/layout/hierarchy1"/>
    <dgm:cxn modelId="{0C98A13E-78A1-4CEB-9235-EFA838848E2D}" type="presOf" srcId="{C670D8F7-BD99-49EB-9E63-876022F745D6}" destId="{924979AF-3A37-49B4-8161-920557516DF4}" srcOrd="0" destOrd="0" presId="urn:microsoft.com/office/officeart/2005/8/layout/hierarchy1"/>
    <dgm:cxn modelId="{E48D3E5B-1D73-4B3A-B031-2525AAA303DF}" type="presOf" srcId="{DF406A71-B3C2-4AE6-8AB9-0D8055C5DF58}" destId="{446059D9-CC56-492D-BFE3-1297E163E248}" srcOrd="0" destOrd="0" presId="urn:microsoft.com/office/officeart/2005/8/layout/hierarchy1"/>
    <dgm:cxn modelId="{D8B92F5C-3928-4032-9F53-5507E9E15785}" srcId="{0513EC31-AAD5-4437-9EE4-F154488A0BD7}" destId="{562EACE6-FC7B-4591-94DE-DAFBC20EC355}" srcOrd="0" destOrd="0" parTransId="{52253047-0489-4A13-A1AF-649C4DC0F3AE}" sibTransId="{C2E82E2E-12E2-45C2-B612-0E2F55E1579E}"/>
    <dgm:cxn modelId="{10F4705C-6D94-4FB0-B4A1-CF0CB6B7E599}" srcId="{C7F9B29B-48B0-4B3C-ACCA-998A7002C2B6}" destId="{7A90E594-363B-402B-A060-DC5DAA2D68D4}" srcOrd="1" destOrd="0" parTransId="{9469052E-40C3-4755-9A73-167758021D10}" sibTransId="{02C2E2F2-40B4-4430-9534-FE1C13152C7E}"/>
    <dgm:cxn modelId="{78590962-33E2-46A5-A11B-198490289107}" type="presOf" srcId="{B24432E6-165B-413C-8840-C51C572E5465}" destId="{88FF6A0A-51CC-42C6-9F66-A7A8F3AC026E}" srcOrd="0" destOrd="0" presId="urn:microsoft.com/office/officeart/2005/8/layout/hierarchy1"/>
    <dgm:cxn modelId="{3B50E045-A860-4FB0-A125-C0775CBF04A4}" type="presOf" srcId="{9469052E-40C3-4755-9A73-167758021D10}" destId="{4DDB5832-6258-4634-B0DA-4E3D86752BE0}" srcOrd="0" destOrd="0" presId="urn:microsoft.com/office/officeart/2005/8/layout/hierarchy1"/>
    <dgm:cxn modelId="{32CBBE48-EE62-47DA-AA21-84FCE66839A8}" type="presOf" srcId="{28936F62-E7AD-40E4-B032-CE9E9A348FA9}" destId="{B42B82DD-8903-4ADC-BBF8-C33C7DA119BD}" srcOrd="0" destOrd="0" presId="urn:microsoft.com/office/officeart/2005/8/layout/hierarchy1"/>
    <dgm:cxn modelId="{2A7BBA6A-9DC8-45F5-AAA6-F0D2F5D6270C}" type="presOf" srcId="{17DB124A-9C1A-4AB0-9B6D-52C56C9BAF61}" destId="{05C2727E-D197-4DD7-81D1-57296E128183}" srcOrd="0" destOrd="0" presId="urn:microsoft.com/office/officeart/2005/8/layout/hierarchy1"/>
    <dgm:cxn modelId="{9BF5C84A-6BED-4CB4-B47B-D4DAF04063AB}" type="presOf" srcId="{DE1AD62E-E082-436D-9A97-63321B4A7612}" destId="{82E2CC74-6ABE-4BD3-943F-73DE1FEB3111}" srcOrd="0" destOrd="0" presId="urn:microsoft.com/office/officeart/2005/8/layout/hierarchy1"/>
    <dgm:cxn modelId="{53F04D4F-8AAB-49D0-AD9B-2864006667AA}" srcId="{00C11182-5807-44AB-9985-431CAC2E5275}" destId="{C670D8F7-BD99-49EB-9E63-876022F745D6}" srcOrd="0" destOrd="0" parTransId="{3B9BE9A6-0E02-421D-B781-839188EF02AD}" sibTransId="{F9016663-845B-421E-BF72-43F127870D87}"/>
    <dgm:cxn modelId="{0256B451-2A48-4808-9457-92BA3FB4FC22}" type="presOf" srcId="{2D2E37F3-7FF9-4529-BB9C-5F572877A8AB}" destId="{E8E3A2DF-7361-404C-A61F-02C3FC78834E}" srcOrd="0" destOrd="0" presId="urn:microsoft.com/office/officeart/2005/8/layout/hierarchy1"/>
    <dgm:cxn modelId="{4D79CA51-617D-41F5-8C87-497F0B407CE0}" type="presOf" srcId="{7A90E594-363B-402B-A060-DC5DAA2D68D4}" destId="{99B99B29-7B4C-4D52-98EB-EB40583810FE}" srcOrd="0" destOrd="0" presId="urn:microsoft.com/office/officeart/2005/8/layout/hierarchy1"/>
    <dgm:cxn modelId="{B184B353-9DCD-4C0D-B267-F31A57F47037}" srcId="{C7F9B29B-48B0-4B3C-ACCA-998A7002C2B6}" destId="{00C11182-5807-44AB-9985-431CAC2E5275}" srcOrd="2" destOrd="0" parTransId="{4D70C2E6-4F2B-40B4-98FC-0991C8A7645E}" sibTransId="{56F6BA3C-CE1E-46DD-B7C7-9B91B5B3A478}"/>
    <dgm:cxn modelId="{8BAB527A-BC46-4A72-81DE-FD40C698BD20}" srcId="{DF406A71-B3C2-4AE6-8AB9-0D8055C5DF58}" destId="{00BCEA8F-F653-44D6-88EA-98CFE7C798AD}" srcOrd="1" destOrd="0" parTransId="{D0CD1F33-805C-4A27-97CA-C3DAF4F16E95}" sibTransId="{C1D04897-9445-4127-9423-9166C2DA4AEE}"/>
    <dgm:cxn modelId="{3DD8C27A-4DAF-48BB-8481-2C7CA7FF3472}" type="presOf" srcId="{CFB0213E-D365-40F3-9054-6D11DFC6D814}" destId="{97C435D1-BB08-4A46-BEE0-F112D1C689B4}" srcOrd="0" destOrd="0" presId="urn:microsoft.com/office/officeart/2005/8/layout/hierarchy1"/>
    <dgm:cxn modelId="{D50B5B7E-0B00-4351-B2F8-C3F25D6D6427}" type="presOf" srcId="{7CD4D9AA-038E-4AB0-A05A-0F3540D2B4F0}" destId="{D3F3B892-FA73-4D2F-A520-CBCD94FBA092}" srcOrd="0" destOrd="0" presId="urn:microsoft.com/office/officeart/2005/8/layout/hierarchy1"/>
    <dgm:cxn modelId="{D274427F-29A6-4DC7-B664-09E240A10C1E}" type="presOf" srcId="{773620B6-72BD-4AA7-AD3E-C840BE0AB8D5}" destId="{EBC58B70-D1C5-47CF-B55B-1F05A54A9968}" srcOrd="0" destOrd="0" presId="urn:microsoft.com/office/officeart/2005/8/layout/hierarchy1"/>
    <dgm:cxn modelId="{4792537F-5B94-401A-8867-D8104230E0DE}" type="presOf" srcId="{126DD4E3-A4E4-476A-B60E-A35A6BA727B2}" destId="{629D5326-99B1-4621-B91F-43D37B11416E}" srcOrd="0" destOrd="0" presId="urn:microsoft.com/office/officeart/2005/8/layout/hierarchy1"/>
    <dgm:cxn modelId="{17BB5E80-9FC5-4789-A35A-C3A8C991778B}" type="presOf" srcId="{52253047-0489-4A13-A1AF-649C4DC0F3AE}" destId="{17B001EF-43E7-4A81-AACC-C07B339B7E2E}" srcOrd="0" destOrd="0" presId="urn:microsoft.com/office/officeart/2005/8/layout/hierarchy1"/>
    <dgm:cxn modelId="{F6E8CA80-686F-447F-A1A3-6F653AE3AA4A}" srcId="{773620B6-72BD-4AA7-AD3E-C840BE0AB8D5}" destId="{5A62F4D5-3144-46CD-9F40-8843616F1D79}" srcOrd="1" destOrd="0" parTransId="{47FA4421-05FC-4814-959A-7D1222FA097E}" sibTransId="{1A585383-E495-4F8C-993D-6BF4EADA7021}"/>
    <dgm:cxn modelId="{084B4786-17F5-4980-91BF-D8A2F0E7070E}" type="presOf" srcId="{52AA8B8A-83AC-475C-BCDE-6198406BCF2D}" destId="{0143F746-8F68-4CD2-B250-8EDF9E90B3D6}" srcOrd="0" destOrd="0" presId="urn:microsoft.com/office/officeart/2005/8/layout/hierarchy1"/>
    <dgm:cxn modelId="{2D39C387-C30E-4F61-9DCF-1A3FA45F2292}" type="presOf" srcId="{E79CF8BC-1C1A-4A8F-B396-55A629151831}" destId="{E4CBA675-5A23-4057-8F16-C25872D649DA}" srcOrd="0" destOrd="0" presId="urn:microsoft.com/office/officeart/2005/8/layout/hierarchy1"/>
    <dgm:cxn modelId="{91A93595-6A85-4238-A39C-FB73A08B9F8A}" type="presOf" srcId="{562EACE6-FC7B-4591-94DE-DAFBC20EC355}" destId="{4E021796-B6ED-4381-AC19-E9574AAC2B64}" srcOrd="0" destOrd="0" presId="urn:microsoft.com/office/officeart/2005/8/layout/hierarchy1"/>
    <dgm:cxn modelId="{7BD24399-7CB6-47B1-BB80-B418991CAAAC}" type="presOf" srcId="{286327CA-ACE8-4653-9998-D88FA69E35F5}" destId="{54C5C67C-4C45-4216-A95E-F6F65EC96C8D}" srcOrd="0" destOrd="0" presId="urn:microsoft.com/office/officeart/2005/8/layout/hierarchy1"/>
    <dgm:cxn modelId="{DA508CA0-6379-4D18-A362-082C16F5F112}" type="presOf" srcId="{EDA735B4-803E-46FC-824B-ACE907A50C97}" destId="{BD27327A-06BF-435F-8CB3-6A761FDEB7BB}" srcOrd="0" destOrd="0" presId="urn:microsoft.com/office/officeart/2005/8/layout/hierarchy1"/>
    <dgm:cxn modelId="{BA88FDA5-011F-4002-B4A4-151DF55876E7}" srcId="{41C92E46-08EE-4CE1-B0AF-A6E59FEC40B6}" destId="{773620B6-72BD-4AA7-AD3E-C840BE0AB8D5}" srcOrd="1" destOrd="0" parTransId="{DF9BBC3C-0CDC-47A3-8442-253F6FB492D9}" sibTransId="{175EAD08-F79E-4105-A06D-E5ABC96BE0E9}"/>
    <dgm:cxn modelId="{3CF05EA6-1F5B-453D-B07B-3702D04B7637}" type="presOf" srcId="{B8CD523F-C125-4FED-9040-AA05AAE6539F}" destId="{D9AD552E-FC1D-434E-A335-98EF42B4C86D}" srcOrd="0" destOrd="0" presId="urn:microsoft.com/office/officeart/2005/8/layout/hierarchy1"/>
    <dgm:cxn modelId="{4C6E49A7-90D0-4E27-9BCD-4101E185979C}" srcId="{45A1285D-03E2-4FC5-B63F-CC73CA1A4BEE}" destId="{84A31C80-1FE0-4754-AF50-EE9A157A60F6}" srcOrd="0" destOrd="0" parTransId="{77A40671-9BCE-464B-8290-9F8E4615F3E3}" sibTransId="{FA6C771B-2C35-42C9-B948-47B2DCC922B6}"/>
    <dgm:cxn modelId="{59F13BAA-A57E-4FB8-B783-6EB032129A0C}" type="presOf" srcId="{010C120B-AC4B-4CDB-A3BC-E70DEE42375E}" destId="{8D4834AA-BE9C-445D-AEB4-FC39536D94E1}" srcOrd="0" destOrd="0" presId="urn:microsoft.com/office/officeart/2005/8/layout/hierarchy1"/>
    <dgm:cxn modelId="{88A0BAAD-E6D6-4C33-A412-89050EFF5A33}" srcId="{0A6511AE-F9DE-48E7-9EB3-8B12207F7B10}" destId="{A5B832BC-031F-4639-8F8A-3944F0CDFD20}" srcOrd="0" destOrd="0" parTransId="{A92D2089-C1CC-417A-BADF-B25EA19CCCA9}" sibTransId="{362836F0-F6BA-4C0A-B1F4-A9232C13FF31}"/>
    <dgm:cxn modelId="{68C526B2-AD33-472F-BED7-3C6CF5308B84}" type="presOf" srcId="{75BD56C0-FF3C-48A9-BEB3-10EBF2FC0C71}" destId="{9E87AAC7-8FA1-409C-B59B-DAC474A3D7F6}" srcOrd="0" destOrd="0" presId="urn:microsoft.com/office/officeart/2005/8/layout/hierarchy1"/>
    <dgm:cxn modelId="{DC3666BA-F4FB-4A25-BB82-9D0CD42525BA}" type="presOf" srcId="{4D70C2E6-4F2B-40B4-98FC-0991C8A7645E}" destId="{3CBDBA62-4C7E-435D-BC9D-239044301547}" srcOrd="0" destOrd="0" presId="urn:microsoft.com/office/officeart/2005/8/layout/hierarchy1"/>
    <dgm:cxn modelId="{9E75F5BA-A6C3-4024-B1E6-C508EA71B9BF}" srcId="{6CBE605A-6D5A-481F-A89F-96253053BC8F}" destId="{0AF064BC-4EDA-444F-988F-3ABD24DC688B}" srcOrd="0" destOrd="0" parTransId="{39ED2AA1-05AE-48C4-9F67-020291445D66}" sibTransId="{95517898-53B1-4846-A3FE-D85634DE074E}"/>
    <dgm:cxn modelId="{03AC55BD-04B5-47A2-A026-57A71E28819E}" type="presOf" srcId="{77A40671-9BCE-464B-8290-9F8E4615F3E3}" destId="{BB4D565B-F6FC-4706-8990-80151501AC5A}" srcOrd="0" destOrd="0" presId="urn:microsoft.com/office/officeart/2005/8/layout/hierarchy1"/>
    <dgm:cxn modelId="{DB79D8BD-323B-46D0-B817-47EA1DE034AB}" type="presOf" srcId="{24F581BF-2B7B-4CEC-98D1-35DD8213987E}" destId="{C8D251E3-F7AA-416B-8430-B41CA48EA1D5}" srcOrd="0" destOrd="0" presId="urn:microsoft.com/office/officeart/2005/8/layout/hierarchy1"/>
    <dgm:cxn modelId="{CB5F19BE-63C8-4200-8247-27173E24EB42}" type="presOf" srcId="{D3164122-362F-4780-87EA-5452179970C9}" destId="{24C9B9A5-4725-4D4B-8B2A-6E0660D30F18}" srcOrd="0" destOrd="0" presId="urn:microsoft.com/office/officeart/2005/8/layout/hierarchy1"/>
    <dgm:cxn modelId="{7FA058C0-8548-4F04-B25B-5FB9B3952262}" srcId="{52AA8B8A-83AC-475C-BCDE-6198406BCF2D}" destId="{192A8348-DEA3-487C-91D6-F1498586A4BC}" srcOrd="0" destOrd="0" parTransId="{28936F62-E7AD-40E4-B032-CE9E9A348FA9}" sibTransId="{FB827B7F-9381-4A4A-8BCA-32C89CF2B91C}"/>
    <dgm:cxn modelId="{4AE81EC1-6C4D-4C56-B6C7-B6FA8A0E60C2}" srcId="{C7F9B29B-48B0-4B3C-ACCA-998A7002C2B6}" destId="{126DD4E3-A4E4-476A-B60E-A35A6BA727B2}" srcOrd="0" destOrd="0" parTransId="{526D28C0-141A-4DC8-9BED-57A1F0807525}" sibTransId="{40FCC1B4-D9FE-4E33-A45C-BC9CD82DE789}"/>
    <dgm:cxn modelId="{70FCC8C1-4AB0-4F53-B1CE-E6FE95D46ABD}" srcId="{00BCEA8F-F653-44D6-88EA-98CFE7C798AD}" destId="{22520C4F-F507-4C3D-AC8A-BB3E73A4F915}" srcOrd="0" destOrd="0" parTransId="{B8CD523F-C125-4FED-9040-AA05AAE6539F}" sibTransId="{F3812D61-215A-4E48-B00B-2410023302E9}"/>
    <dgm:cxn modelId="{E8209DC2-8D67-4043-B01A-D04CA0B962D7}" type="presOf" srcId="{D0CD1F33-805C-4A27-97CA-C3DAF4F16E95}" destId="{DC1818A1-8AB6-473A-A5A4-EA999F57E701}" srcOrd="0" destOrd="0" presId="urn:microsoft.com/office/officeart/2005/8/layout/hierarchy1"/>
    <dgm:cxn modelId="{DF2B70C8-55C4-4E44-94F8-B2546540C59E}" type="presOf" srcId="{192A8348-DEA3-487C-91D6-F1498586A4BC}" destId="{E42356FF-58C7-440A-B959-C30985DFBEE3}" srcOrd="0" destOrd="0" presId="urn:microsoft.com/office/officeart/2005/8/layout/hierarchy1"/>
    <dgm:cxn modelId="{83B756C9-9F01-437A-A1A1-737C7FAE9953}" type="presOf" srcId="{0513EC31-AAD5-4437-9EE4-F154488A0BD7}" destId="{09058E97-2D6D-4460-A61E-5F994535679C}" srcOrd="0" destOrd="0" presId="urn:microsoft.com/office/officeart/2005/8/layout/hierarchy1"/>
    <dgm:cxn modelId="{CEEFA4CE-42C1-480B-9119-59D254F0314C}" srcId="{0AF064BC-4EDA-444F-988F-3ABD24DC688B}" destId="{D3164122-362F-4780-87EA-5452179970C9}" srcOrd="1" destOrd="0" parTransId="{2D2E37F3-7FF9-4529-BB9C-5F572877A8AB}" sibTransId="{B3C0564D-CA70-4A91-ACA6-7FEF05F19782}"/>
    <dgm:cxn modelId="{4FDBE8CE-3DB4-4C90-96DD-AC6ABF69E435}" type="presOf" srcId="{3B9BE9A6-0E02-421D-B781-839188EF02AD}" destId="{D11D003C-CB16-47A8-9BF7-F56F919A5E74}" srcOrd="0" destOrd="0" presId="urn:microsoft.com/office/officeart/2005/8/layout/hierarchy1"/>
    <dgm:cxn modelId="{395FB6D7-DDC4-418E-8CF5-3280D32981A7}" type="presOf" srcId="{41C92E46-08EE-4CE1-B0AF-A6E59FEC40B6}" destId="{741352B3-95C7-4E61-A55A-302221A248CF}" srcOrd="0" destOrd="0" presId="urn:microsoft.com/office/officeart/2005/8/layout/hierarchy1"/>
    <dgm:cxn modelId="{9CD61CDB-3A6D-4AF1-9EC4-01B251FB2C3A}" type="presOf" srcId="{A5B832BC-031F-4639-8F8A-3944F0CDFD20}" destId="{3440022A-236A-4742-BC0C-6B63B7BC556B}" srcOrd="0" destOrd="0" presId="urn:microsoft.com/office/officeart/2005/8/layout/hierarchy1"/>
    <dgm:cxn modelId="{BD9E35DF-50FD-4878-B0B2-67058E866C04}" type="presOf" srcId="{C7F9B29B-48B0-4B3C-ACCA-998A7002C2B6}" destId="{BC64DDE1-F996-4F72-B5DC-77AEEC0E1908}" srcOrd="0" destOrd="0" presId="urn:microsoft.com/office/officeart/2005/8/layout/hierarchy1"/>
    <dgm:cxn modelId="{CA2BC1E5-4B6C-40B6-8EF8-7CFD7EDA2A35}" type="presOf" srcId="{032E8684-C34A-4B1E-9057-8170360BAFAF}" destId="{BAC56988-1386-491E-8938-C9685485574C}" srcOrd="0" destOrd="0" presId="urn:microsoft.com/office/officeart/2005/8/layout/hierarchy1"/>
    <dgm:cxn modelId="{65A931E8-E936-4AEA-B344-D2FFB73B2683}" type="presOf" srcId="{45A1285D-03E2-4FC5-B63F-CC73CA1A4BEE}" destId="{EBAF6D40-DDAF-45A2-A156-DA61074E76FD}" srcOrd="0" destOrd="0" presId="urn:microsoft.com/office/officeart/2005/8/layout/hierarchy1"/>
    <dgm:cxn modelId="{45873EEB-C9E7-4883-8EA8-C2C0D6D19ADB}" srcId="{126DD4E3-A4E4-476A-B60E-A35A6BA727B2}" destId="{A53CC60E-10C3-415E-93A8-9C128720BE0A}" srcOrd="0" destOrd="0" parTransId="{24F581BF-2B7B-4CEC-98D1-35DD8213987E}" sibTransId="{7C717820-9FE7-4191-9BF6-117175890E0E}"/>
    <dgm:cxn modelId="{B1FEDAEB-3F47-48C4-8DC9-C0D820161F8E}" srcId="{5A62F4D5-3144-46CD-9F40-8843616F1D79}" destId="{268D4E39-0CDB-40D6-B715-717E2E617DEF}" srcOrd="0" destOrd="0" parTransId="{010C120B-AC4B-4CDB-A3BC-E70DEE42375E}" sibTransId="{C9662D08-79E0-4ABC-9DA1-966C50D2329B}"/>
    <dgm:cxn modelId="{E63FB4F1-0A28-4CA9-A32F-91C8370DCC04}" type="presOf" srcId="{EC686701-50BE-4237-AA68-42564EA1EB32}" destId="{2691E219-C375-4042-B2EB-189263EA8A4F}" srcOrd="0" destOrd="0" presId="urn:microsoft.com/office/officeart/2005/8/layout/hierarchy1"/>
    <dgm:cxn modelId="{F5D547F4-476A-4CAC-97CD-EF4157ED8D44}" srcId="{7A90E594-363B-402B-A060-DC5DAA2D68D4}" destId="{9640E334-9480-4A84-BC70-D24BCF153D52}" srcOrd="0" destOrd="0" parTransId="{3594922D-EAA2-49B3-BCEC-FA7D0F48F81E}" sibTransId="{7F8BCA58-E7ED-410E-8AC5-97143C6F6617}"/>
    <dgm:cxn modelId="{0D1136F5-BCE9-4ED3-982C-5575778C6422}" srcId="{E79CF8BC-1C1A-4A8F-B396-55A629151831}" destId="{C9ACDB2E-5201-482E-BCF7-D69DA68C9F89}" srcOrd="0" destOrd="0" parTransId="{DE1AD62E-E082-436D-9A97-63321B4A7612}" sibTransId="{AA815CD0-3328-4CFD-B71E-3DE13ADC19CF}"/>
    <dgm:cxn modelId="{80C742F6-CE75-4FAF-B7F9-686CE194698A}" type="presOf" srcId="{AE66FE3E-D9EC-4BD9-968E-1FDAE6F3B630}" destId="{0CDB784D-B2D7-4E33-AB5E-42DED4D3DF95}" srcOrd="0" destOrd="0" presId="urn:microsoft.com/office/officeart/2005/8/layout/hierarchy1"/>
    <dgm:cxn modelId="{A5E91FFA-2E82-4D7E-9ECC-D3D489176887}" type="presOf" srcId="{3594922D-EAA2-49B3-BCEC-FA7D0F48F81E}" destId="{03F8D7D9-9430-479F-9DAF-1C10E6B9B1FA}" srcOrd="0" destOrd="0" presId="urn:microsoft.com/office/officeart/2005/8/layout/hierarchy1"/>
    <dgm:cxn modelId="{95031996-042B-4187-B561-443A0D001548}" type="presParOf" srcId="{9527C100-3346-4D8C-AEF2-3493117146B9}" destId="{F4659643-A17D-4730-B5C8-8AA9619ADD02}" srcOrd="0" destOrd="0" presId="urn:microsoft.com/office/officeart/2005/8/layout/hierarchy1"/>
    <dgm:cxn modelId="{BA276A53-49FD-49D3-B0B0-5315950BEFAC}" type="presParOf" srcId="{F4659643-A17D-4730-B5C8-8AA9619ADD02}" destId="{DDC2FE42-A3F3-4FFD-99B2-CBB8B1F77803}" srcOrd="0" destOrd="0" presId="urn:microsoft.com/office/officeart/2005/8/layout/hierarchy1"/>
    <dgm:cxn modelId="{2560F9D7-77A0-4734-9A39-D2438861550D}" type="presParOf" srcId="{DDC2FE42-A3F3-4FFD-99B2-CBB8B1F77803}" destId="{5F5B63A1-87FB-4EFC-BE4B-DA4F05642682}" srcOrd="0" destOrd="0" presId="urn:microsoft.com/office/officeart/2005/8/layout/hierarchy1"/>
    <dgm:cxn modelId="{9EFFCD24-19D8-4B22-990F-9B979C45B9E3}" type="presParOf" srcId="{DDC2FE42-A3F3-4FFD-99B2-CBB8B1F77803}" destId="{ADADA60F-19B2-4074-B728-71723E606108}" srcOrd="1" destOrd="0" presId="urn:microsoft.com/office/officeart/2005/8/layout/hierarchy1"/>
    <dgm:cxn modelId="{2CF656EA-0B35-44D6-AF01-BB72D50A7143}" type="presParOf" srcId="{F4659643-A17D-4730-B5C8-8AA9619ADD02}" destId="{52AA0C46-8C79-49A1-ABAA-5C3DAF34B49E}" srcOrd="1" destOrd="0" presId="urn:microsoft.com/office/officeart/2005/8/layout/hierarchy1"/>
    <dgm:cxn modelId="{13013AED-ECF1-42D6-AA0F-C687523924BC}" type="presParOf" srcId="{52AA0C46-8C79-49A1-ABAA-5C3DAF34B49E}" destId="{54C5C67C-4C45-4216-A95E-F6F65EC96C8D}" srcOrd="0" destOrd="0" presId="urn:microsoft.com/office/officeart/2005/8/layout/hierarchy1"/>
    <dgm:cxn modelId="{15205AB1-CCCE-48EB-8E85-D898AFDCEDD0}" type="presParOf" srcId="{52AA0C46-8C79-49A1-ABAA-5C3DAF34B49E}" destId="{C510BAC4-CE52-4258-AB8C-5006EE97AE16}" srcOrd="1" destOrd="0" presId="urn:microsoft.com/office/officeart/2005/8/layout/hierarchy1"/>
    <dgm:cxn modelId="{47DF508B-59B9-4905-968E-73F84035664A}" type="presParOf" srcId="{C510BAC4-CE52-4258-AB8C-5006EE97AE16}" destId="{35F2A059-171D-4730-9AB8-28E703E9A94F}" srcOrd="0" destOrd="0" presId="urn:microsoft.com/office/officeart/2005/8/layout/hierarchy1"/>
    <dgm:cxn modelId="{CBEEEE74-5FEA-4242-A4B3-789322D5FD1B}" type="presParOf" srcId="{35F2A059-171D-4730-9AB8-28E703E9A94F}" destId="{FB0B6571-93CA-44A5-8E24-4103747CA439}" srcOrd="0" destOrd="0" presId="urn:microsoft.com/office/officeart/2005/8/layout/hierarchy1"/>
    <dgm:cxn modelId="{8BE56B05-3AED-43AD-A7DB-FD51FF354401}" type="presParOf" srcId="{35F2A059-171D-4730-9AB8-28E703E9A94F}" destId="{741352B3-95C7-4E61-A55A-302221A248CF}" srcOrd="1" destOrd="0" presId="urn:microsoft.com/office/officeart/2005/8/layout/hierarchy1"/>
    <dgm:cxn modelId="{259EDAD1-ABE2-4BE1-8313-4BCE1440C5F5}" type="presParOf" srcId="{C510BAC4-CE52-4258-AB8C-5006EE97AE16}" destId="{2988F7B9-BB18-49BE-9599-F662950AE806}" srcOrd="1" destOrd="0" presId="urn:microsoft.com/office/officeart/2005/8/layout/hierarchy1"/>
    <dgm:cxn modelId="{B0BA41BE-287A-4E72-97F1-F0496A36E28C}" type="presParOf" srcId="{2988F7B9-BB18-49BE-9599-F662950AE806}" destId="{05C2727E-D197-4DD7-81D1-57296E128183}" srcOrd="0" destOrd="0" presId="urn:microsoft.com/office/officeart/2005/8/layout/hierarchy1"/>
    <dgm:cxn modelId="{0B71052C-583C-42ED-8E02-38B113A4F4DF}" type="presParOf" srcId="{2988F7B9-BB18-49BE-9599-F662950AE806}" destId="{49FB0E29-7663-4067-91E2-E9BC0AFCCA35}" srcOrd="1" destOrd="0" presId="urn:microsoft.com/office/officeart/2005/8/layout/hierarchy1"/>
    <dgm:cxn modelId="{79B22B26-93B8-4CE4-9A82-D5B61CC79A38}" type="presParOf" srcId="{49FB0E29-7663-4067-91E2-E9BC0AFCCA35}" destId="{66EA0B94-9B82-4A79-944B-03BB8CB8B85A}" srcOrd="0" destOrd="0" presId="urn:microsoft.com/office/officeart/2005/8/layout/hierarchy1"/>
    <dgm:cxn modelId="{A5BED163-7B8B-4B2D-878A-B0E0E262C0FC}" type="presParOf" srcId="{66EA0B94-9B82-4A79-944B-03BB8CB8B85A}" destId="{A7B26193-12D5-40E4-9F11-56B852E28DEE}" srcOrd="0" destOrd="0" presId="urn:microsoft.com/office/officeart/2005/8/layout/hierarchy1"/>
    <dgm:cxn modelId="{EFB32C08-C5ED-48D6-BEF5-7F81731E4F50}" type="presParOf" srcId="{66EA0B94-9B82-4A79-944B-03BB8CB8B85A}" destId="{BC64DDE1-F996-4F72-B5DC-77AEEC0E1908}" srcOrd="1" destOrd="0" presId="urn:microsoft.com/office/officeart/2005/8/layout/hierarchy1"/>
    <dgm:cxn modelId="{420C57E8-5503-4E73-A555-89B5EC946946}" type="presParOf" srcId="{49FB0E29-7663-4067-91E2-E9BC0AFCCA35}" destId="{3FD22C9F-3BC3-417A-B9B3-88E5999338C0}" srcOrd="1" destOrd="0" presId="urn:microsoft.com/office/officeart/2005/8/layout/hierarchy1"/>
    <dgm:cxn modelId="{4BB1B270-CFF8-4C0C-B5F2-21FA99A24E56}" type="presParOf" srcId="{3FD22C9F-3BC3-417A-B9B3-88E5999338C0}" destId="{F59AEC80-C586-41AF-BAD5-BA797DDE0228}" srcOrd="0" destOrd="0" presId="urn:microsoft.com/office/officeart/2005/8/layout/hierarchy1"/>
    <dgm:cxn modelId="{11FEB5A2-7A03-498F-B598-794E793A586A}" type="presParOf" srcId="{3FD22C9F-3BC3-417A-B9B3-88E5999338C0}" destId="{2DA195EF-3E84-40F4-BA05-1C18069E68E5}" srcOrd="1" destOrd="0" presId="urn:microsoft.com/office/officeart/2005/8/layout/hierarchy1"/>
    <dgm:cxn modelId="{E2A1EED1-562C-4760-855F-34B56FCE66CC}" type="presParOf" srcId="{2DA195EF-3E84-40F4-BA05-1C18069E68E5}" destId="{D3DFAA3D-2288-4548-BC65-1C9680FC53C7}" srcOrd="0" destOrd="0" presId="urn:microsoft.com/office/officeart/2005/8/layout/hierarchy1"/>
    <dgm:cxn modelId="{1B71526D-7345-4726-9BA6-C1B303D2E265}" type="presParOf" srcId="{D3DFAA3D-2288-4548-BC65-1C9680FC53C7}" destId="{9D15A430-DBED-4797-9883-CEA48FB9795A}" srcOrd="0" destOrd="0" presId="urn:microsoft.com/office/officeart/2005/8/layout/hierarchy1"/>
    <dgm:cxn modelId="{63464223-970E-42DC-921F-60C0E5D98763}" type="presParOf" srcId="{D3DFAA3D-2288-4548-BC65-1C9680FC53C7}" destId="{629D5326-99B1-4621-B91F-43D37B11416E}" srcOrd="1" destOrd="0" presId="urn:microsoft.com/office/officeart/2005/8/layout/hierarchy1"/>
    <dgm:cxn modelId="{61975B9E-EA70-4DE4-96F3-666A0DBC4E28}" type="presParOf" srcId="{2DA195EF-3E84-40F4-BA05-1C18069E68E5}" destId="{53432F6C-5D03-4E38-88D0-BD54FE22DD8C}" srcOrd="1" destOrd="0" presId="urn:microsoft.com/office/officeart/2005/8/layout/hierarchy1"/>
    <dgm:cxn modelId="{CA795CD9-9293-4BC8-8C9A-179B199E6ECB}" type="presParOf" srcId="{53432F6C-5D03-4E38-88D0-BD54FE22DD8C}" destId="{C8D251E3-F7AA-416B-8430-B41CA48EA1D5}" srcOrd="0" destOrd="0" presId="urn:microsoft.com/office/officeart/2005/8/layout/hierarchy1"/>
    <dgm:cxn modelId="{F8C37FCC-5782-4ADC-A8D1-4238ACB1D32E}" type="presParOf" srcId="{53432F6C-5D03-4E38-88D0-BD54FE22DD8C}" destId="{EF46DC86-082B-47A7-BB04-34FF2C66B831}" srcOrd="1" destOrd="0" presId="urn:microsoft.com/office/officeart/2005/8/layout/hierarchy1"/>
    <dgm:cxn modelId="{F6A14C18-93AB-4E36-B257-B945471C7C93}" type="presParOf" srcId="{EF46DC86-082B-47A7-BB04-34FF2C66B831}" destId="{5940F53F-1C6C-4AB0-AF06-359AF1C2E348}" srcOrd="0" destOrd="0" presId="urn:microsoft.com/office/officeart/2005/8/layout/hierarchy1"/>
    <dgm:cxn modelId="{65841D55-2495-487D-AE5D-AA752AA59174}" type="presParOf" srcId="{5940F53F-1C6C-4AB0-AF06-359AF1C2E348}" destId="{6F31B42E-D7FE-4F79-B77D-9F7F5361E59E}" srcOrd="0" destOrd="0" presId="urn:microsoft.com/office/officeart/2005/8/layout/hierarchy1"/>
    <dgm:cxn modelId="{8DB4C161-DC14-4CBE-AB1A-7D410891193F}" type="presParOf" srcId="{5940F53F-1C6C-4AB0-AF06-359AF1C2E348}" destId="{7618D471-BC2F-4BBB-A5F6-A73C03F07BA5}" srcOrd="1" destOrd="0" presId="urn:microsoft.com/office/officeart/2005/8/layout/hierarchy1"/>
    <dgm:cxn modelId="{5E232D3B-45F7-4C3F-A9BB-3E8D6C1CE374}" type="presParOf" srcId="{EF46DC86-082B-47A7-BB04-34FF2C66B831}" destId="{774A7530-D5BB-4927-A351-665AFF8D7A62}" srcOrd="1" destOrd="0" presId="urn:microsoft.com/office/officeart/2005/8/layout/hierarchy1"/>
    <dgm:cxn modelId="{C50EA8B9-05DB-4CB9-B410-A9B3B29FC20C}" type="presParOf" srcId="{3FD22C9F-3BC3-417A-B9B3-88E5999338C0}" destId="{4DDB5832-6258-4634-B0DA-4E3D86752BE0}" srcOrd="2" destOrd="0" presId="urn:microsoft.com/office/officeart/2005/8/layout/hierarchy1"/>
    <dgm:cxn modelId="{979701F5-BB3F-4D95-A1AF-C931688C5640}" type="presParOf" srcId="{3FD22C9F-3BC3-417A-B9B3-88E5999338C0}" destId="{1367761A-F0E9-49D9-9BC5-B139AC537713}" srcOrd="3" destOrd="0" presId="urn:microsoft.com/office/officeart/2005/8/layout/hierarchy1"/>
    <dgm:cxn modelId="{FE09423D-87D0-440F-882F-808282D7AE29}" type="presParOf" srcId="{1367761A-F0E9-49D9-9BC5-B139AC537713}" destId="{561C8962-14BE-41ED-857F-2C7E04BB6E10}" srcOrd="0" destOrd="0" presId="urn:microsoft.com/office/officeart/2005/8/layout/hierarchy1"/>
    <dgm:cxn modelId="{DC471C4A-3C3A-4B57-A88E-70979F4C72DB}" type="presParOf" srcId="{561C8962-14BE-41ED-857F-2C7E04BB6E10}" destId="{CD9AC1F0-7200-4377-83E2-2953F0C8DE9D}" srcOrd="0" destOrd="0" presId="urn:microsoft.com/office/officeart/2005/8/layout/hierarchy1"/>
    <dgm:cxn modelId="{8B7FE6EE-55B2-4115-B9FF-B6575011F875}" type="presParOf" srcId="{561C8962-14BE-41ED-857F-2C7E04BB6E10}" destId="{99B99B29-7B4C-4D52-98EB-EB40583810FE}" srcOrd="1" destOrd="0" presId="urn:microsoft.com/office/officeart/2005/8/layout/hierarchy1"/>
    <dgm:cxn modelId="{32AEEAE9-0378-4E88-9265-A6A49C9C8184}" type="presParOf" srcId="{1367761A-F0E9-49D9-9BC5-B139AC537713}" destId="{DFDD2FD3-5015-47A3-AC31-05FF4CF0562F}" srcOrd="1" destOrd="0" presId="urn:microsoft.com/office/officeart/2005/8/layout/hierarchy1"/>
    <dgm:cxn modelId="{6BD649C5-8DAA-4569-9364-13498BDD2AA4}" type="presParOf" srcId="{DFDD2FD3-5015-47A3-AC31-05FF4CF0562F}" destId="{03F8D7D9-9430-479F-9DAF-1C10E6B9B1FA}" srcOrd="0" destOrd="0" presId="urn:microsoft.com/office/officeart/2005/8/layout/hierarchy1"/>
    <dgm:cxn modelId="{5AA92BC8-890E-492F-9EB8-16A3490FB574}" type="presParOf" srcId="{DFDD2FD3-5015-47A3-AC31-05FF4CF0562F}" destId="{07F7AC54-86E9-4AF5-AD4A-23D40C2F6609}" srcOrd="1" destOrd="0" presId="urn:microsoft.com/office/officeart/2005/8/layout/hierarchy1"/>
    <dgm:cxn modelId="{F1E6EEB8-444C-4AAB-94DD-43F1B274E6CC}" type="presParOf" srcId="{07F7AC54-86E9-4AF5-AD4A-23D40C2F6609}" destId="{2396085E-1BCB-4A29-B06C-842D13319228}" srcOrd="0" destOrd="0" presId="urn:microsoft.com/office/officeart/2005/8/layout/hierarchy1"/>
    <dgm:cxn modelId="{B0384DE3-F759-4189-B323-1F760BC367AE}" type="presParOf" srcId="{2396085E-1BCB-4A29-B06C-842D13319228}" destId="{5150BB15-1346-483E-AF7D-70E2640A7E40}" srcOrd="0" destOrd="0" presId="urn:microsoft.com/office/officeart/2005/8/layout/hierarchy1"/>
    <dgm:cxn modelId="{8A712D3B-5E9E-41BE-AEE4-9F9D99C1B50C}" type="presParOf" srcId="{2396085E-1BCB-4A29-B06C-842D13319228}" destId="{CDDF574B-1D82-4FB8-8077-5F85A7CEF7B9}" srcOrd="1" destOrd="0" presId="urn:microsoft.com/office/officeart/2005/8/layout/hierarchy1"/>
    <dgm:cxn modelId="{3A7F2020-8366-42D1-86A7-79E4A19F1665}" type="presParOf" srcId="{07F7AC54-86E9-4AF5-AD4A-23D40C2F6609}" destId="{933DDD88-8DD9-4E5E-9806-8B09BE811C9B}" srcOrd="1" destOrd="0" presId="urn:microsoft.com/office/officeart/2005/8/layout/hierarchy1"/>
    <dgm:cxn modelId="{B7D5F24A-8939-4494-9710-C75B055B9952}" type="presParOf" srcId="{3FD22C9F-3BC3-417A-B9B3-88E5999338C0}" destId="{3CBDBA62-4C7E-435D-BC9D-239044301547}" srcOrd="4" destOrd="0" presId="urn:microsoft.com/office/officeart/2005/8/layout/hierarchy1"/>
    <dgm:cxn modelId="{13B4827F-4B09-488A-A1B7-396D9AB69872}" type="presParOf" srcId="{3FD22C9F-3BC3-417A-B9B3-88E5999338C0}" destId="{0C985457-ABEA-4543-9E67-3CEAEBACA288}" srcOrd="5" destOrd="0" presId="urn:microsoft.com/office/officeart/2005/8/layout/hierarchy1"/>
    <dgm:cxn modelId="{6DAE1ADD-E4B2-45A4-9C81-25E439E90ED7}" type="presParOf" srcId="{0C985457-ABEA-4543-9E67-3CEAEBACA288}" destId="{1583A36E-A3F3-4BD5-939E-C762C960AEBA}" srcOrd="0" destOrd="0" presId="urn:microsoft.com/office/officeart/2005/8/layout/hierarchy1"/>
    <dgm:cxn modelId="{5025AACB-BFE5-401F-B441-46351D5496D8}" type="presParOf" srcId="{1583A36E-A3F3-4BD5-939E-C762C960AEBA}" destId="{37D316C6-5040-4D74-8864-132E6BA9BBFC}" srcOrd="0" destOrd="0" presId="urn:microsoft.com/office/officeart/2005/8/layout/hierarchy1"/>
    <dgm:cxn modelId="{35D4C823-BA93-4096-AF15-52A77EE466AD}" type="presParOf" srcId="{1583A36E-A3F3-4BD5-939E-C762C960AEBA}" destId="{5B81F4FF-90E0-473F-AA26-0933966D080F}" srcOrd="1" destOrd="0" presId="urn:microsoft.com/office/officeart/2005/8/layout/hierarchy1"/>
    <dgm:cxn modelId="{ED4CE71F-75C6-4291-B3EA-9BBCC6647400}" type="presParOf" srcId="{0C985457-ABEA-4543-9E67-3CEAEBACA288}" destId="{F7224FD9-C049-4084-8DA9-9FD6F0D3816E}" srcOrd="1" destOrd="0" presId="urn:microsoft.com/office/officeart/2005/8/layout/hierarchy1"/>
    <dgm:cxn modelId="{9A34EA4F-A803-4CD8-A47C-1F313D6A4E20}" type="presParOf" srcId="{F7224FD9-C049-4084-8DA9-9FD6F0D3816E}" destId="{D11D003C-CB16-47A8-9BF7-F56F919A5E74}" srcOrd="0" destOrd="0" presId="urn:microsoft.com/office/officeart/2005/8/layout/hierarchy1"/>
    <dgm:cxn modelId="{2BDFA7D3-93E9-4073-8FE4-7286A40D09E6}" type="presParOf" srcId="{F7224FD9-C049-4084-8DA9-9FD6F0D3816E}" destId="{4F047DB4-C4BA-4D93-A18F-4C41B3003984}" srcOrd="1" destOrd="0" presId="urn:microsoft.com/office/officeart/2005/8/layout/hierarchy1"/>
    <dgm:cxn modelId="{D76C4BD6-2F64-4555-916A-972496D866AA}" type="presParOf" srcId="{4F047DB4-C4BA-4D93-A18F-4C41B3003984}" destId="{5C8802A8-13CB-4672-98FC-B20CD74DF89D}" srcOrd="0" destOrd="0" presId="urn:microsoft.com/office/officeart/2005/8/layout/hierarchy1"/>
    <dgm:cxn modelId="{493DCECE-DF22-43FF-BB01-C88D5C45527C}" type="presParOf" srcId="{5C8802A8-13CB-4672-98FC-B20CD74DF89D}" destId="{B3AB75D9-CAB8-4D3E-ADC7-4B8D7ABDFAD3}" srcOrd="0" destOrd="0" presId="urn:microsoft.com/office/officeart/2005/8/layout/hierarchy1"/>
    <dgm:cxn modelId="{259A6ABA-87AB-4702-BCC8-549DAE8C8285}" type="presParOf" srcId="{5C8802A8-13CB-4672-98FC-B20CD74DF89D}" destId="{924979AF-3A37-49B4-8161-920557516DF4}" srcOrd="1" destOrd="0" presId="urn:microsoft.com/office/officeart/2005/8/layout/hierarchy1"/>
    <dgm:cxn modelId="{CE1A6C42-A730-44F2-ABB2-24A4041B8989}" type="presParOf" srcId="{4F047DB4-C4BA-4D93-A18F-4C41B3003984}" destId="{A7191729-F617-4AA6-8763-44492C6750E5}" srcOrd="1" destOrd="0" presId="urn:microsoft.com/office/officeart/2005/8/layout/hierarchy1"/>
    <dgm:cxn modelId="{55E2A14C-41C7-4996-8F67-36367B966FB0}" type="presParOf" srcId="{2988F7B9-BB18-49BE-9599-F662950AE806}" destId="{E16E5A0E-C98A-486A-A822-BCB1515D6D73}" srcOrd="2" destOrd="0" presId="urn:microsoft.com/office/officeart/2005/8/layout/hierarchy1"/>
    <dgm:cxn modelId="{B0C3D39F-3748-4FA5-9768-AD554077AE24}" type="presParOf" srcId="{2988F7B9-BB18-49BE-9599-F662950AE806}" destId="{B9CB67D4-ED5B-47A9-B2C7-641C3D8CC0D1}" srcOrd="3" destOrd="0" presId="urn:microsoft.com/office/officeart/2005/8/layout/hierarchy1"/>
    <dgm:cxn modelId="{8A163C3A-1A52-46CD-AD37-969173D130B4}" type="presParOf" srcId="{B9CB67D4-ED5B-47A9-B2C7-641C3D8CC0D1}" destId="{830343D5-0977-419B-A2D5-AC6B488CE6A2}" srcOrd="0" destOrd="0" presId="urn:microsoft.com/office/officeart/2005/8/layout/hierarchy1"/>
    <dgm:cxn modelId="{9B7EAA91-556D-495D-BD80-F1AF5C6ECAFB}" type="presParOf" srcId="{830343D5-0977-419B-A2D5-AC6B488CE6A2}" destId="{4243BF0C-15AF-4355-BD68-7D01430782DD}" srcOrd="0" destOrd="0" presId="urn:microsoft.com/office/officeart/2005/8/layout/hierarchy1"/>
    <dgm:cxn modelId="{2D3486D5-CC1E-4F7A-9EC6-075BB8053F32}" type="presParOf" srcId="{830343D5-0977-419B-A2D5-AC6B488CE6A2}" destId="{EBC58B70-D1C5-47CF-B55B-1F05A54A9968}" srcOrd="1" destOrd="0" presId="urn:microsoft.com/office/officeart/2005/8/layout/hierarchy1"/>
    <dgm:cxn modelId="{FDE92CC3-9591-48C2-A516-19B8D582D4B8}" type="presParOf" srcId="{B9CB67D4-ED5B-47A9-B2C7-641C3D8CC0D1}" destId="{EF337F9F-29D0-4BF2-9DD5-0B29E1C154EC}" srcOrd="1" destOrd="0" presId="urn:microsoft.com/office/officeart/2005/8/layout/hierarchy1"/>
    <dgm:cxn modelId="{3A4BCBEE-DE3F-44A2-BF1C-BF379D347B0F}" type="presParOf" srcId="{EF337F9F-29D0-4BF2-9DD5-0B29E1C154EC}" destId="{2691E219-C375-4042-B2EB-189263EA8A4F}" srcOrd="0" destOrd="0" presId="urn:microsoft.com/office/officeart/2005/8/layout/hierarchy1"/>
    <dgm:cxn modelId="{7122C93B-5C5E-49A1-BA7D-39491048D1D3}" type="presParOf" srcId="{EF337F9F-29D0-4BF2-9DD5-0B29E1C154EC}" destId="{9FDBE04E-7C00-4DAC-9A4C-165C3F588959}" srcOrd="1" destOrd="0" presId="urn:microsoft.com/office/officeart/2005/8/layout/hierarchy1"/>
    <dgm:cxn modelId="{642630D2-01A7-496C-885B-E71F3B5A6663}" type="presParOf" srcId="{9FDBE04E-7C00-4DAC-9A4C-165C3F588959}" destId="{57FE2EFC-2652-4F1D-A351-83DF6E670686}" srcOrd="0" destOrd="0" presId="urn:microsoft.com/office/officeart/2005/8/layout/hierarchy1"/>
    <dgm:cxn modelId="{C15F6657-4EC5-47F2-8D85-172ECBE68246}" type="presParOf" srcId="{57FE2EFC-2652-4F1D-A351-83DF6E670686}" destId="{3060C2E0-FED7-4E6A-A92C-E15167EB816D}" srcOrd="0" destOrd="0" presId="urn:microsoft.com/office/officeart/2005/8/layout/hierarchy1"/>
    <dgm:cxn modelId="{8D27A01B-5803-4AD4-A7DF-B8A923582064}" type="presParOf" srcId="{57FE2EFC-2652-4F1D-A351-83DF6E670686}" destId="{EBAF6D40-DDAF-45A2-A156-DA61074E76FD}" srcOrd="1" destOrd="0" presId="urn:microsoft.com/office/officeart/2005/8/layout/hierarchy1"/>
    <dgm:cxn modelId="{D93D7CA4-8615-465A-A17D-3D3A3F08AFB3}" type="presParOf" srcId="{9FDBE04E-7C00-4DAC-9A4C-165C3F588959}" destId="{865DB349-E5AF-46C0-B0AC-E9D0A52F9C7D}" srcOrd="1" destOrd="0" presId="urn:microsoft.com/office/officeart/2005/8/layout/hierarchy1"/>
    <dgm:cxn modelId="{6EA56A78-EA5B-46C2-9BC3-E4878FACB24A}" type="presParOf" srcId="{865DB349-E5AF-46C0-B0AC-E9D0A52F9C7D}" destId="{BB4D565B-F6FC-4706-8990-80151501AC5A}" srcOrd="0" destOrd="0" presId="urn:microsoft.com/office/officeart/2005/8/layout/hierarchy1"/>
    <dgm:cxn modelId="{0E892212-2B02-4849-B6C0-E5233B1D7543}" type="presParOf" srcId="{865DB349-E5AF-46C0-B0AC-E9D0A52F9C7D}" destId="{DB24DBD5-2E0F-4BE1-9EB8-B8E357737FB0}" srcOrd="1" destOrd="0" presId="urn:microsoft.com/office/officeart/2005/8/layout/hierarchy1"/>
    <dgm:cxn modelId="{886743D5-DE8A-4811-8581-12A8233934A7}" type="presParOf" srcId="{DB24DBD5-2E0F-4BE1-9EB8-B8E357737FB0}" destId="{A207C99A-26B1-4EAF-BDD6-BFCF06BCD42E}" srcOrd="0" destOrd="0" presId="urn:microsoft.com/office/officeart/2005/8/layout/hierarchy1"/>
    <dgm:cxn modelId="{E1898776-500D-4008-9147-84C510B819DF}" type="presParOf" srcId="{A207C99A-26B1-4EAF-BDD6-BFCF06BCD42E}" destId="{E7122916-451F-4F71-B809-118A671FF1E5}" srcOrd="0" destOrd="0" presId="urn:microsoft.com/office/officeart/2005/8/layout/hierarchy1"/>
    <dgm:cxn modelId="{A2951C75-D3E8-4D27-AB60-BB575F07CB66}" type="presParOf" srcId="{A207C99A-26B1-4EAF-BDD6-BFCF06BCD42E}" destId="{19BED8C5-781F-4015-AE6D-3CDDE6224FD3}" srcOrd="1" destOrd="0" presId="urn:microsoft.com/office/officeart/2005/8/layout/hierarchy1"/>
    <dgm:cxn modelId="{A58D5239-F67E-4F5B-8459-5D42F99A5E32}" type="presParOf" srcId="{DB24DBD5-2E0F-4BE1-9EB8-B8E357737FB0}" destId="{80D88D14-C8A1-488D-B1CA-341ABB7F36C5}" srcOrd="1" destOrd="0" presId="urn:microsoft.com/office/officeart/2005/8/layout/hierarchy1"/>
    <dgm:cxn modelId="{21E6166C-BB15-4A9D-9BA8-3EE0FBC975F8}" type="presParOf" srcId="{EF337F9F-29D0-4BF2-9DD5-0B29E1C154EC}" destId="{645ED8B1-5E96-473B-AA23-D316EBED0923}" srcOrd="2" destOrd="0" presId="urn:microsoft.com/office/officeart/2005/8/layout/hierarchy1"/>
    <dgm:cxn modelId="{49134B9E-222F-4E77-A6FA-F2FD7E8CCEB9}" type="presParOf" srcId="{EF337F9F-29D0-4BF2-9DD5-0B29E1C154EC}" destId="{3664CB06-1BF2-4F87-88EC-7F3A613F216A}" srcOrd="3" destOrd="0" presId="urn:microsoft.com/office/officeart/2005/8/layout/hierarchy1"/>
    <dgm:cxn modelId="{81385182-7F9A-4479-8C8B-D6DD6C7DCF16}" type="presParOf" srcId="{3664CB06-1BF2-4F87-88EC-7F3A613F216A}" destId="{CE225D9A-D68F-484B-989A-AE927810BF42}" srcOrd="0" destOrd="0" presId="urn:microsoft.com/office/officeart/2005/8/layout/hierarchy1"/>
    <dgm:cxn modelId="{86F43705-5515-47C9-B911-B68C8CAA54A4}" type="presParOf" srcId="{CE225D9A-D68F-484B-989A-AE927810BF42}" destId="{A8C67FA6-7ABD-4618-B377-927EC3884E24}" srcOrd="0" destOrd="0" presId="urn:microsoft.com/office/officeart/2005/8/layout/hierarchy1"/>
    <dgm:cxn modelId="{B6A92E95-9684-4A6A-A27D-A9B5E293767E}" type="presParOf" srcId="{CE225D9A-D68F-484B-989A-AE927810BF42}" destId="{15C394E3-2F48-457A-8810-B39903F4222F}" srcOrd="1" destOrd="0" presId="urn:microsoft.com/office/officeart/2005/8/layout/hierarchy1"/>
    <dgm:cxn modelId="{F10170FD-E8A6-46D4-8B09-E50C7B47298B}" type="presParOf" srcId="{3664CB06-1BF2-4F87-88EC-7F3A613F216A}" destId="{CA9302BB-7C05-470D-89A4-582741ADBBA0}" srcOrd="1" destOrd="0" presId="urn:microsoft.com/office/officeart/2005/8/layout/hierarchy1"/>
    <dgm:cxn modelId="{FBB587E8-CD3D-478B-AF80-35AE2AB865AA}" type="presParOf" srcId="{CA9302BB-7C05-470D-89A4-582741ADBBA0}" destId="{8D4834AA-BE9C-445D-AEB4-FC39536D94E1}" srcOrd="0" destOrd="0" presId="urn:microsoft.com/office/officeart/2005/8/layout/hierarchy1"/>
    <dgm:cxn modelId="{C6BC2266-7F19-4BC6-97C4-1AB459EEFCA7}" type="presParOf" srcId="{CA9302BB-7C05-470D-89A4-582741ADBBA0}" destId="{CF09EE53-1413-46C2-ADA2-9A14EED231C4}" srcOrd="1" destOrd="0" presId="urn:microsoft.com/office/officeart/2005/8/layout/hierarchy1"/>
    <dgm:cxn modelId="{FAF84659-18A5-404A-B45D-4DCF3201FD39}" type="presParOf" srcId="{CF09EE53-1413-46C2-ADA2-9A14EED231C4}" destId="{C5BC64E9-7896-4C8F-99CB-F797682F6EC4}" srcOrd="0" destOrd="0" presId="urn:microsoft.com/office/officeart/2005/8/layout/hierarchy1"/>
    <dgm:cxn modelId="{31D7761D-CC25-47FB-8E2F-0CFE2863E0AB}" type="presParOf" srcId="{C5BC64E9-7896-4C8F-99CB-F797682F6EC4}" destId="{E9B3408C-50B8-4856-A4C3-CF930E3AC9F0}" srcOrd="0" destOrd="0" presId="urn:microsoft.com/office/officeart/2005/8/layout/hierarchy1"/>
    <dgm:cxn modelId="{596CD238-3858-4037-8FCF-60E1843C850B}" type="presParOf" srcId="{C5BC64E9-7896-4C8F-99CB-F797682F6EC4}" destId="{E304D56B-239A-4D0C-A7D2-813502A91E7F}" srcOrd="1" destOrd="0" presId="urn:microsoft.com/office/officeart/2005/8/layout/hierarchy1"/>
    <dgm:cxn modelId="{7A5D65B6-01C2-42B4-8F96-A550F0878B4C}" type="presParOf" srcId="{CF09EE53-1413-46C2-ADA2-9A14EED231C4}" destId="{B3F67780-1390-42BA-974B-89B15A64F22E}" srcOrd="1" destOrd="0" presId="urn:microsoft.com/office/officeart/2005/8/layout/hierarchy1"/>
    <dgm:cxn modelId="{C1DA2FD5-9647-404F-AADB-FE744E327928}" type="presParOf" srcId="{52AA0C46-8C79-49A1-ABAA-5C3DAF34B49E}" destId="{E8E3A2DF-7361-404C-A61F-02C3FC78834E}" srcOrd="2" destOrd="0" presId="urn:microsoft.com/office/officeart/2005/8/layout/hierarchy1"/>
    <dgm:cxn modelId="{F415F0D7-5D8A-4FCD-A6DD-73DACF0D07B8}" type="presParOf" srcId="{52AA0C46-8C79-49A1-ABAA-5C3DAF34B49E}" destId="{D8957EF7-3CB9-49E5-BD5D-ED4DEFB7F48D}" srcOrd="3" destOrd="0" presId="urn:microsoft.com/office/officeart/2005/8/layout/hierarchy1"/>
    <dgm:cxn modelId="{3B1ABC37-E758-4D88-9DF1-D965A7599B8E}" type="presParOf" srcId="{D8957EF7-3CB9-49E5-BD5D-ED4DEFB7F48D}" destId="{4DB13304-2B2F-4ADF-AC29-A572FE68047F}" srcOrd="0" destOrd="0" presId="urn:microsoft.com/office/officeart/2005/8/layout/hierarchy1"/>
    <dgm:cxn modelId="{C8778845-5419-431E-8DA7-5FE98761DC4E}" type="presParOf" srcId="{4DB13304-2B2F-4ADF-AC29-A572FE68047F}" destId="{C99AF00D-587A-4D2F-9DF3-F086B60B49B6}" srcOrd="0" destOrd="0" presId="urn:microsoft.com/office/officeart/2005/8/layout/hierarchy1"/>
    <dgm:cxn modelId="{FE40235F-F2E0-44C2-B52F-8F86A159AD6B}" type="presParOf" srcId="{4DB13304-2B2F-4ADF-AC29-A572FE68047F}" destId="{24C9B9A5-4725-4D4B-8B2A-6E0660D30F18}" srcOrd="1" destOrd="0" presId="urn:microsoft.com/office/officeart/2005/8/layout/hierarchy1"/>
    <dgm:cxn modelId="{95E0E9D3-94D5-4745-BEF5-4CBB5A302EBF}" type="presParOf" srcId="{D8957EF7-3CB9-49E5-BD5D-ED4DEFB7F48D}" destId="{ADFE5AE9-6515-4DCB-81BA-C2F2C20F5CEE}" srcOrd="1" destOrd="0" presId="urn:microsoft.com/office/officeart/2005/8/layout/hierarchy1"/>
    <dgm:cxn modelId="{700B1F71-46BE-433E-9723-804F44BE49D8}" type="presParOf" srcId="{ADFE5AE9-6515-4DCB-81BA-C2F2C20F5CEE}" destId="{0CDB784D-B2D7-4E33-AB5E-42DED4D3DF95}" srcOrd="0" destOrd="0" presId="urn:microsoft.com/office/officeart/2005/8/layout/hierarchy1"/>
    <dgm:cxn modelId="{1288B410-BB36-4747-B0FA-A809EBC16170}" type="presParOf" srcId="{ADFE5AE9-6515-4DCB-81BA-C2F2C20F5CEE}" destId="{1E24F256-6879-4031-8DEB-4A56A67D8B76}" srcOrd="1" destOrd="0" presId="urn:microsoft.com/office/officeart/2005/8/layout/hierarchy1"/>
    <dgm:cxn modelId="{52C48E2D-9A0F-4D2E-88ED-A506519929FC}" type="presParOf" srcId="{1E24F256-6879-4031-8DEB-4A56A67D8B76}" destId="{946AF80A-242A-4866-A0A3-F4EE4FEAD3E3}" srcOrd="0" destOrd="0" presId="urn:microsoft.com/office/officeart/2005/8/layout/hierarchy1"/>
    <dgm:cxn modelId="{66339D02-17B3-4C33-A3E1-89B9879AD203}" type="presParOf" srcId="{946AF80A-242A-4866-A0A3-F4EE4FEAD3E3}" destId="{A8ABF9B4-AFFB-4B89-A425-BBEDF4894B77}" srcOrd="0" destOrd="0" presId="urn:microsoft.com/office/officeart/2005/8/layout/hierarchy1"/>
    <dgm:cxn modelId="{32DEACAF-4926-4BF8-8F6A-64648C92E7CF}" type="presParOf" srcId="{946AF80A-242A-4866-A0A3-F4EE4FEAD3E3}" destId="{446059D9-CC56-492D-BFE3-1297E163E248}" srcOrd="1" destOrd="0" presId="urn:microsoft.com/office/officeart/2005/8/layout/hierarchy1"/>
    <dgm:cxn modelId="{C51C7558-3EA1-4F75-B13A-395E81B506C5}" type="presParOf" srcId="{1E24F256-6879-4031-8DEB-4A56A67D8B76}" destId="{A4C84C6C-C7E0-4692-AFDA-6E72D6001B0B}" srcOrd="1" destOrd="0" presId="urn:microsoft.com/office/officeart/2005/8/layout/hierarchy1"/>
    <dgm:cxn modelId="{8A389258-C835-4737-8BF0-DD978A6C16E4}" type="presParOf" srcId="{A4C84C6C-C7E0-4692-AFDA-6E72D6001B0B}" destId="{97C435D1-BB08-4A46-BEE0-F112D1C689B4}" srcOrd="0" destOrd="0" presId="urn:microsoft.com/office/officeart/2005/8/layout/hierarchy1"/>
    <dgm:cxn modelId="{DCF3A14A-8964-4BAB-B05E-D822AD4B410A}" type="presParOf" srcId="{A4C84C6C-C7E0-4692-AFDA-6E72D6001B0B}" destId="{C11E8BBD-4861-46F7-BC6A-5AEB8CE643D6}" srcOrd="1" destOrd="0" presId="urn:microsoft.com/office/officeart/2005/8/layout/hierarchy1"/>
    <dgm:cxn modelId="{3DC1CBB2-1C02-49E8-97D5-D6219E701A3D}" type="presParOf" srcId="{C11E8BBD-4861-46F7-BC6A-5AEB8CE643D6}" destId="{DFC26B8E-9B07-42A2-93C9-1BF0B5621432}" srcOrd="0" destOrd="0" presId="urn:microsoft.com/office/officeart/2005/8/layout/hierarchy1"/>
    <dgm:cxn modelId="{EFF4DA78-5673-4F88-A9BE-1920D60E912E}" type="presParOf" srcId="{DFC26B8E-9B07-42A2-93C9-1BF0B5621432}" destId="{8DAE1D9F-ABE0-4BE8-A7DC-F41ADEE0AB61}" srcOrd="0" destOrd="0" presId="urn:microsoft.com/office/officeart/2005/8/layout/hierarchy1"/>
    <dgm:cxn modelId="{C79DC2FD-8F5F-4580-AC1F-9FDCAD9C01A3}" type="presParOf" srcId="{DFC26B8E-9B07-42A2-93C9-1BF0B5621432}" destId="{09058E97-2D6D-4460-A61E-5F994535679C}" srcOrd="1" destOrd="0" presId="urn:microsoft.com/office/officeart/2005/8/layout/hierarchy1"/>
    <dgm:cxn modelId="{07EE4654-3BBA-4925-90A9-61F8E0AD6C36}" type="presParOf" srcId="{C11E8BBD-4861-46F7-BC6A-5AEB8CE643D6}" destId="{8D1218E8-395E-42C9-B1C0-6C0787840B64}" srcOrd="1" destOrd="0" presId="urn:microsoft.com/office/officeart/2005/8/layout/hierarchy1"/>
    <dgm:cxn modelId="{9E0E0E97-FA1A-44E0-9A21-72DAEFB46EB1}" type="presParOf" srcId="{8D1218E8-395E-42C9-B1C0-6C0787840B64}" destId="{17B001EF-43E7-4A81-AACC-C07B339B7E2E}" srcOrd="0" destOrd="0" presId="urn:microsoft.com/office/officeart/2005/8/layout/hierarchy1"/>
    <dgm:cxn modelId="{1C10C201-02E3-4A76-A3CF-021AF02F2F96}" type="presParOf" srcId="{8D1218E8-395E-42C9-B1C0-6C0787840B64}" destId="{8249328F-A1E9-4F84-A095-183301BECBCC}" srcOrd="1" destOrd="0" presId="urn:microsoft.com/office/officeart/2005/8/layout/hierarchy1"/>
    <dgm:cxn modelId="{D30C88F6-EBA6-4EC4-A640-EDDA8AEC74EA}" type="presParOf" srcId="{8249328F-A1E9-4F84-A095-183301BECBCC}" destId="{9AFF083F-06E8-4278-A82D-959C56A150EE}" srcOrd="0" destOrd="0" presId="urn:microsoft.com/office/officeart/2005/8/layout/hierarchy1"/>
    <dgm:cxn modelId="{A7270722-874E-4524-A829-3C2E1C6F85D7}" type="presParOf" srcId="{9AFF083F-06E8-4278-A82D-959C56A150EE}" destId="{648F769D-2066-4046-9CF2-1858CA164EA5}" srcOrd="0" destOrd="0" presId="urn:microsoft.com/office/officeart/2005/8/layout/hierarchy1"/>
    <dgm:cxn modelId="{F0D1CDAD-28D6-4DE4-BF39-3DE084FEF911}" type="presParOf" srcId="{9AFF083F-06E8-4278-A82D-959C56A150EE}" destId="{4E021796-B6ED-4381-AC19-E9574AAC2B64}" srcOrd="1" destOrd="0" presId="urn:microsoft.com/office/officeart/2005/8/layout/hierarchy1"/>
    <dgm:cxn modelId="{B826F691-6566-4898-B306-4CCC547804D6}" type="presParOf" srcId="{8249328F-A1E9-4F84-A095-183301BECBCC}" destId="{A144A888-5C9A-424F-8FCC-B97F58ADB18C}" srcOrd="1" destOrd="0" presId="urn:microsoft.com/office/officeart/2005/8/layout/hierarchy1"/>
    <dgm:cxn modelId="{0C4C48B4-506E-442E-8244-128F64FEED7A}" type="presParOf" srcId="{A4C84C6C-C7E0-4692-AFDA-6E72D6001B0B}" destId="{DC1818A1-8AB6-473A-A5A4-EA999F57E701}" srcOrd="2" destOrd="0" presId="urn:microsoft.com/office/officeart/2005/8/layout/hierarchy1"/>
    <dgm:cxn modelId="{E781E07C-E632-4DFF-8E72-8699821B29E2}" type="presParOf" srcId="{A4C84C6C-C7E0-4692-AFDA-6E72D6001B0B}" destId="{984723F0-2234-4E84-98C5-60DFCA74ABB2}" srcOrd="3" destOrd="0" presId="urn:microsoft.com/office/officeart/2005/8/layout/hierarchy1"/>
    <dgm:cxn modelId="{02F1A06F-6C5F-4C9D-8EFD-8CD0A56D8C60}" type="presParOf" srcId="{984723F0-2234-4E84-98C5-60DFCA74ABB2}" destId="{0317DB76-02A7-4C59-8B80-E0759B3F4380}" srcOrd="0" destOrd="0" presId="urn:microsoft.com/office/officeart/2005/8/layout/hierarchy1"/>
    <dgm:cxn modelId="{B86EA480-274E-4CF9-BC62-123B0A1EFF1F}" type="presParOf" srcId="{0317DB76-02A7-4C59-8B80-E0759B3F4380}" destId="{E541C4D3-3AF5-40A0-80FD-347ECB125216}" srcOrd="0" destOrd="0" presId="urn:microsoft.com/office/officeart/2005/8/layout/hierarchy1"/>
    <dgm:cxn modelId="{0A2DC273-8F82-4F5F-B46D-E1ACCC503062}" type="presParOf" srcId="{0317DB76-02A7-4C59-8B80-E0759B3F4380}" destId="{2FB6FAE6-9D9F-492E-ABEC-12E6F3F155BE}" srcOrd="1" destOrd="0" presId="urn:microsoft.com/office/officeart/2005/8/layout/hierarchy1"/>
    <dgm:cxn modelId="{A09E9125-2371-47CE-B09C-F92682F336B3}" type="presParOf" srcId="{984723F0-2234-4E84-98C5-60DFCA74ABB2}" destId="{666EFC0D-B25C-4A05-91EF-2ECB498A2309}" srcOrd="1" destOrd="0" presId="urn:microsoft.com/office/officeart/2005/8/layout/hierarchy1"/>
    <dgm:cxn modelId="{7CDFA2E2-1167-4DF3-A866-8CDB882AEE14}" type="presParOf" srcId="{666EFC0D-B25C-4A05-91EF-2ECB498A2309}" destId="{D9AD552E-FC1D-434E-A335-98EF42B4C86D}" srcOrd="0" destOrd="0" presId="urn:microsoft.com/office/officeart/2005/8/layout/hierarchy1"/>
    <dgm:cxn modelId="{07C12412-34E4-4136-90D4-E8BE11D97BC2}" type="presParOf" srcId="{666EFC0D-B25C-4A05-91EF-2ECB498A2309}" destId="{279685FB-56E6-4C98-AC48-31C0C78958DD}" srcOrd="1" destOrd="0" presId="urn:microsoft.com/office/officeart/2005/8/layout/hierarchy1"/>
    <dgm:cxn modelId="{AB4D33C1-451D-4BB6-94E8-23BDC45E272D}" type="presParOf" srcId="{279685FB-56E6-4C98-AC48-31C0C78958DD}" destId="{2CA25493-C730-43FE-9697-FE71E1E44266}" srcOrd="0" destOrd="0" presId="urn:microsoft.com/office/officeart/2005/8/layout/hierarchy1"/>
    <dgm:cxn modelId="{FAA461DB-0E4D-4AAC-A828-5257C6C500E8}" type="presParOf" srcId="{2CA25493-C730-43FE-9697-FE71E1E44266}" destId="{E84A5936-E6A8-4F4B-9A83-7B870C875F16}" srcOrd="0" destOrd="0" presId="urn:microsoft.com/office/officeart/2005/8/layout/hierarchy1"/>
    <dgm:cxn modelId="{5C6E5DC6-699F-4A43-BEFD-492893D244EA}" type="presParOf" srcId="{2CA25493-C730-43FE-9697-FE71E1E44266}" destId="{6DB0DA46-1BAB-42C2-A7C4-33D5622E2D03}" srcOrd="1" destOrd="0" presId="urn:microsoft.com/office/officeart/2005/8/layout/hierarchy1"/>
    <dgm:cxn modelId="{28EA5F90-86EF-49A4-B1B1-71B4A4A1C334}" type="presParOf" srcId="{279685FB-56E6-4C98-AC48-31C0C78958DD}" destId="{93CA90D4-9549-488A-BEBC-29EB31045020}" srcOrd="1" destOrd="0" presId="urn:microsoft.com/office/officeart/2005/8/layout/hierarchy1"/>
    <dgm:cxn modelId="{B371F029-AF99-4A51-9174-B398DFD280EE}" type="presParOf" srcId="{666EFC0D-B25C-4A05-91EF-2ECB498A2309}" destId="{BAC56988-1386-491E-8938-C9685485574C}" srcOrd="2" destOrd="0" presId="urn:microsoft.com/office/officeart/2005/8/layout/hierarchy1"/>
    <dgm:cxn modelId="{55E12DC0-4AF0-47E0-8365-51AF7D1EB2FF}" type="presParOf" srcId="{666EFC0D-B25C-4A05-91EF-2ECB498A2309}" destId="{DB424721-C508-48F3-ACFA-206175FFF1E9}" srcOrd="3" destOrd="0" presId="urn:microsoft.com/office/officeart/2005/8/layout/hierarchy1"/>
    <dgm:cxn modelId="{9CD122F4-E6E5-4E64-BC15-21C7A0ECAD9E}" type="presParOf" srcId="{DB424721-C508-48F3-ACFA-206175FFF1E9}" destId="{1CA40EFA-22F5-4CD6-9821-9F985C05BADF}" srcOrd="0" destOrd="0" presId="urn:microsoft.com/office/officeart/2005/8/layout/hierarchy1"/>
    <dgm:cxn modelId="{246EC1FB-7EB6-4436-945F-4CD51F529283}" type="presParOf" srcId="{1CA40EFA-22F5-4CD6-9821-9F985C05BADF}" destId="{FB66B440-AA4E-46A3-BAC8-0F211619BC38}" srcOrd="0" destOrd="0" presId="urn:microsoft.com/office/officeart/2005/8/layout/hierarchy1"/>
    <dgm:cxn modelId="{707D939E-F173-427C-B08C-C668ABA827D4}" type="presParOf" srcId="{1CA40EFA-22F5-4CD6-9821-9F985C05BADF}" destId="{88FF6A0A-51CC-42C6-9F66-A7A8F3AC026E}" srcOrd="1" destOrd="0" presId="urn:microsoft.com/office/officeart/2005/8/layout/hierarchy1"/>
    <dgm:cxn modelId="{10866DEE-BD89-4B28-B506-4F744EFD69D8}" type="presParOf" srcId="{DB424721-C508-48F3-ACFA-206175FFF1E9}" destId="{4C8B7C56-19C9-488D-A0F7-54B065597211}" srcOrd="1" destOrd="0" presId="urn:microsoft.com/office/officeart/2005/8/layout/hierarchy1"/>
    <dgm:cxn modelId="{A0FC257F-27D6-4570-9C52-82D7F871DA5E}" type="presParOf" srcId="{A4C84C6C-C7E0-4692-AFDA-6E72D6001B0B}" destId="{D3F3B892-FA73-4D2F-A520-CBCD94FBA092}" srcOrd="4" destOrd="0" presId="urn:microsoft.com/office/officeart/2005/8/layout/hierarchy1"/>
    <dgm:cxn modelId="{D48C73F4-9586-4464-BAA1-2EEC99F29C6B}" type="presParOf" srcId="{A4C84C6C-C7E0-4692-AFDA-6E72D6001B0B}" destId="{58EBDCDC-330D-44A5-AAEB-22A2095080CA}" srcOrd="5" destOrd="0" presId="urn:microsoft.com/office/officeart/2005/8/layout/hierarchy1"/>
    <dgm:cxn modelId="{563D82D3-1401-4A95-973D-3E136F9FAD00}" type="presParOf" srcId="{58EBDCDC-330D-44A5-AAEB-22A2095080CA}" destId="{669EE684-F6E5-4412-8483-7663EFCE67EF}" srcOrd="0" destOrd="0" presId="urn:microsoft.com/office/officeart/2005/8/layout/hierarchy1"/>
    <dgm:cxn modelId="{E36B46AB-AF10-43E0-8B1A-8788CDE11FAC}" type="presParOf" srcId="{669EE684-F6E5-4412-8483-7663EFCE67EF}" destId="{89B39358-69F2-4193-9042-E43528B8883B}" srcOrd="0" destOrd="0" presId="urn:microsoft.com/office/officeart/2005/8/layout/hierarchy1"/>
    <dgm:cxn modelId="{98EE186E-4DE1-4DE6-9AF9-8BB0E56E2F16}" type="presParOf" srcId="{669EE684-F6E5-4412-8483-7663EFCE67EF}" destId="{0143F746-8F68-4CD2-B250-8EDF9E90B3D6}" srcOrd="1" destOrd="0" presId="urn:microsoft.com/office/officeart/2005/8/layout/hierarchy1"/>
    <dgm:cxn modelId="{842918AD-AC1F-480B-97E0-F92790A39586}" type="presParOf" srcId="{58EBDCDC-330D-44A5-AAEB-22A2095080CA}" destId="{CFEA40F2-6C27-4BAA-9E02-5330A4A781EF}" srcOrd="1" destOrd="0" presId="urn:microsoft.com/office/officeart/2005/8/layout/hierarchy1"/>
    <dgm:cxn modelId="{517B2307-5853-4B82-81D4-E9EA2DB436A4}" type="presParOf" srcId="{CFEA40F2-6C27-4BAA-9E02-5330A4A781EF}" destId="{B42B82DD-8903-4ADC-BBF8-C33C7DA119BD}" srcOrd="0" destOrd="0" presId="urn:microsoft.com/office/officeart/2005/8/layout/hierarchy1"/>
    <dgm:cxn modelId="{310521DC-2E6C-4B0B-A3C6-19189566C7A7}" type="presParOf" srcId="{CFEA40F2-6C27-4BAA-9E02-5330A4A781EF}" destId="{3835AB44-BD41-45CC-A967-12E1A159A330}" srcOrd="1" destOrd="0" presId="urn:microsoft.com/office/officeart/2005/8/layout/hierarchy1"/>
    <dgm:cxn modelId="{5EB46E60-4402-421C-8C8F-7231DB1FD59A}" type="presParOf" srcId="{3835AB44-BD41-45CC-A967-12E1A159A330}" destId="{DD78A782-FD25-4B35-AEC4-EC306701D056}" srcOrd="0" destOrd="0" presId="urn:microsoft.com/office/officeart/2005/8/layout/hierarchy1"/>
    <dgm:cxn modelId="{CF105281-47CC-4721-B4DB-39A4B89C61A7}" type="presParOf" srcId="{DD78A782-FD25-4B35-AEC4-EC306701D056}" destId="{0A81C4EB-7780-4229-9EB4-19924D58645C}" srcOrd="0" destOrd="0" presId="urn:microsoft.com/office/officeart/2005/8/layout/hierarchy1"/>
    <dgm:cxn modelId="{5C6BD5CD-B3A3-4D4C-8520-CD60E1C9D437}" type="presParOf" srcId="{DD78A782-FD25-4B35-AEC4-EC306701D056}" destId="{E42356FF-58C7-440A-B959-C30985DFBEE3}" srcOrd="1" destOrd="0" presId="urn:microsoft.com/office/officeart/2005/8/layout/hierarchy1"/>
    <dgm:cxn modelId="{14105587-7DDB-4296-80E9-C1A1A7CD6E82}" type="presParOf" srcId="{3835AB44-BD41-45CC-A967-12E1A159A330}" destId="{7715AAAA-BAAF-419F-A2A8-9B22B847B133}" srcOrd="1" destOrd="0" presId="urn:microsoft.com/office/officeart/2005/8/layout/hierarchy1"/>
    <dgm:cxn modelId="{0DDE56B1-5FB1-452D-8EA2-B4738C26B79A}" type="presParOf" srcId="{ADFE5AE9-6515-4DCB-81BA-C2F2C20F5CEE}" destId="{BD27327A-06BF-435F-8CB3-6A761FDEB7BB}" srcOrd="2" destOrd="0" presId="urn:microsoft.com/office/officeart/2005/8/layout/hierarchy1"/>
    <dgm:cxn modelId="{1B0F341C-3F76-4314-89B0-151159E1FF41}" type="presParOf" srcId="{ADFE5AE9-6515-4DCB-81BA-C2F2C20F5CEE}" destId="{E60FEF18-BCBB-43CD-A5A6-0DD55DB78C3F}" srcOrd="3" destOrd="0" presId="urn:microsoft.com/office/officeart/2005/8/layout/hierarchy1"/>
    <dgm:cxn modelId="{9629CC95-4489-4C1B-9D7B-AF84713CF173}" type="presParOf" srcId="{E60FEF18-BCBB-43CD-A5A6-0DD55DB78C3F}" destId="{5EF20D70-0105-455B-8986-D1BF133A1224}" srcOrd="0" destOrd="0" presId="urn:microsoft.com/office/officeart/2005/8/layout/hierarchy1"/>
    <dgm:cxn modelId="{B6C0FF6B-65E0-47D5-943A-236A8467AFB2}" type="presParOf" srcId="{5EF20D70-0105-455B-8986-D1BF133A1224}" destId="{47C1611A-EDE7-4C57-BCEA-3C5CC43D2E79}" srcOrd="0" destOrd="0" presId="urn:microsoft.com/office/officeart/2005/8/layout/hierarchy1"/>
    <dgm:cxn modelId="{49D577C4-1533-4F01-B3E2-CC902A5E74FE}" type="presParOf" srcId="{5EF20D70-0105-455B-8986-D1BF133A1224}" destId="{45CB2D9B-2243-4B5A-AEA2-98DDC4085B53}" srcOrd="1" destOrd="0" presId="urn:microsoft.com/office/officeart/2005/8/layout/hierarchy1"/>
    <dgm:cxn modelId="{890C0369-923C-4F52-A2A5-09365D7C8142}" type="presParOf" srcId="{E60FEF18-BCBB-43CD-A5A6-0DD55DB78C3F}" destId="{DC6D1A84-77D5-43D3-B281-C7C32047BC23}" srcOrd="1" destOrd="0" presId="urn:microsoft.com/office/officeart/2005/8/layout/hierarchy1"/>
    <dgm:cxn modelId="{16C5EB26-E4A9-4844-83B1-5D5607CFDA0C}" type="presParOf" srcId="{DC6D1A84-77D5-43D3-B281-C7C32047BC23}" destId="{E525DCC1-3BC7-47D1-AC65-301B5222563F}" srcOrd="0" destOrd="0" presId="urn:microsoft.com/office/officeart/2005/8/layout/hierarchy1"/>
    <dgm:cxn modelId="{3BC1C122-0B42-4F77-AE31-BE3A29E340A0}" type="presParOf" srcId="{DC6D1A84-77D5-43D3-B281-C7C32047BC23}" destId="{BC435716-F7E3-4985-81DC-41E888057E59}" srcOrd="1" destOrd="0" presId="urn:microsoft.com/office/officeart/2005/8/layout/hierarchy1"/>
    <dgm:cxn modelId="{430CA613-811C-47EB-BC65-838E2AD5D23D}" type="presParOf" srcId="{BC435716-F7E3-4985-81DC-41E888057E59}" destId="{2FC41D7C-C8B8-4AFC-BC78-802B614C9F74}" srcOrd="0" destOrd="0" presId="urn:microsoft.com/office/officeart/2005/8/layout/hierarchy1"/>
    <dgm:cxn modelId="{D0A3C688-3B7B-4F13-A926-E53EC1B32ECD}" type="presParOf" srcId="{2FC41D7C-C8B8-4AFC-BC78-802B614C9F74}" destId="{8C1FFC2C-1870-4ACF-B3DD-F6BD7876679C}" srcOrd="0" destOrd="0" presId="urn:microsoft.com/office/officeart/2005/8/layout/hierarchy1"/>
    <dgm:cxn modelId="{2CCCD3C7-EC37-4359-892D-947AB06A43FE}" type="presParOf" srcId="{2FC41D7C-C8B8-4AFC-BC78-802B614C9F74}" destId="{3440022A-236A-4742-BC0C-6B63B7BC556B}" srcOrd="1" destOrd="0" presId="urn:microsoft.com/office/officeart/2005/8/layout/hierarchy1"/>
    <dgm:cxn modelId="{EFC45375-E29D-4B70-B2F8-2A65C3924772}" type="presParOf" srcId="{BC435716-F7E3-4985-81DC-41E888057E59}" destId="{3C19709A-4105-4C9A-BAFB-155F11B29109}" srcOrd="1" destOrd="0" presId="urn:microsoft.com/office/officeart/2005/8/layout/hierarchy1"/>
    <dgm:cxn modelId="{7ACFAB4A-3315-4A75-A7BE-02221B39C766}" type="presParOf" srcId="{52AA0C46-8C79-49A1-ABAA-5C3DAF34B49E}" destId="{9E87AAC7-8FA1-409C-B59B-DAC474A3D7F6}" srcOrd="4" destOrd="0" presId="urn:microsoft.com/office/officeart/2005/8/layout/hierarchy1"/>
    <dgm:cxn modelId="{A0261FB0-6CAC-4B59-B9FB-AB4B9AFEF1CB}" type="presParOf" srcId="{52AA0C46-8C79-49A1-ABAA-5C3DAF34B49E}" destId="{FEF2345E-B4B3-4E99-9388-336871168A0D}" srcOrd="5" destOrd="0" presId="urn:microsoft.com/office/officeart/2005/8/layout/hierarchy1"/>
    <dgm:cxn modelId="{EA822C80-2A31-4332-9360-C10F5F44886D}" type="presParOf" srcId="{FEF2345E-B4B3-4E99-9388-336871168A0D}" destId="{4A4057BD-2F30-4775-8ABE-72BEA8D32653}" srcOrd="0" destOrd="0" presId="urn:microsoft.com/office/officeart/2005/8/layout/hierarchy1"/>
    <dgm:cxn modelId="{D14FB828-0512-4AA1-9D15-022F916BD23B}" type="presParOf" srcId="{4A4057BD-2F30-4775-8ABE-72BEA8D32653}" destId="{5EFDDE5A-6F9D-46CC-B23E-F60ECB0E7FB3}" srcOrd="0" destOrd="0" presId="urn:microsoft.com/office/officeart/2005/8/layout/hierarchy1"/>
    <dgm:cxn modelId="{A574D78F-E423-4CD6-A676-C2F693EE3B37}" type="presParOf" srcId="{4A4057BD-2F30-4775-8ABE-72BEA8D32653}" destId="{E4CBA675-5A23-4057-8F16-C25872D649DA}" srcOrd="1" destOrd="0" presId="urn:microsoft.com/office/officeart/2005/8/layout/hierarchy1"/>
    <dgm:cxn modelId="{6E65954F-F3BA-47FC-A9F1-5445C4D3A618}" type="presParOf" srcId="{FEF2345E-B4B3-4E99-9388-336871168A0D}" destId="{4EEB33F1-6AAA-4CCB-B7CE-F79BC615F05F}" srcOrd="1" destOrd="0" presId="urn:microsoft.com/office/officeart/2005/8/layout/hierarchy1"/>
    <dgm:cxn modelId="{02F970C4-53CD-423A-B282-9733442CAF18}" type="presParOf" srcId="{4EEB33F1-6AAA-4CCB-B7CE-F79BC615F05F}" destId="{82E2CC74-6ABE-4BD3-943F-73DE1FEB3111}" srcOrd="0" destOrd="0" presId="urn:microsoft.com/office/officeart/2005/8/layout/hierarchy1"/>
    <dgm:cxn modelId="{C4DCACCC-24C6-4868-97D4-682EFFDB9001}" type="presParOf" srcId="{4EEB33F1-6AAA-4CCB-B7CE-F79BC615F05F}" destId="{867A494C-826F-4A64-A889-A21EE7C547D3}" srcOrd="1" destOrd="0" presId="urn:microsoft.com/office/officeart/2005/8/layout/hierarchy1"/>
    <dgm:cxn modelId="{234E7909-E014-498D-A502-60DE8E74D666}" type="presParOf" srcId="{867A494C-826F-4A64-A889-A21EE7C547D3}" destId="{870E5C4A-3039-47B9-B03E-0BEEC5B70F6E}" srcOrd="0" destOrd="0" presId="urn:microsoft.com/office/officeart/2005/8/layout/hierarchy1"/>
    <dgm:cxn modelId="{2C971992-AB2F-4C8D-9FB3-4599F72891DE}" type="presParOf" srcId="{870E5C4A-3039-47B9-B03E-0BEEC5B70F6E}" destId="{9A1D49D8-154A-4D1B-8DEF-0F840E31818F}" srcOrd="0" destOrd="0" presId="urn:microsoft.com/office/officeart/2005/8/layout/hierarchy1"/>
    <dgm:cxn modelId="{E22D2C75-61CD-4C85-921F-CFD26D132511}" type="presParOf" srcId="{870E5C4A-3039-47B9-B03E-0BEEC5B70F6E}" destId="{27B970F7-5AA8-4DC5-AB98-FA6D447E05B9}" srcOrd="1" destOrd="0" presId="urn:microsoft.com/office/officeart/2005/8/layout/hierarchy1"/>
    <dgm:cxn modelId="{81E06D8D-C35D-4F3A-B03F-A6A02F0C4D21}" type="presParOf" srcId="{867A494C-826F-4A64-A889-A21EE7C547D3}" destId="{AC626106-6C88-46F4-A99D-80B02ED12EC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CBE605A-6D5A-481F-A89F-96253053BC8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s-PE"/>
        </a:p>
      </dgm:t>
    </dgm:pt>
    <dgm:pt modelId="{0AF064BC-4EDA-444F-988F-3ABD24DC688B}">
      <dgm:prSet phldrT="[Texto]" custT="1"/>
      <dgm:spPr>
        <a:solidFill>
          <a:schemeClr val="accent1">
            <a:alpha val="90000"/>
          </a:schemeClr>
        </a:solidFill>
      </dgm:spPr>
      <dgm:t>
        <a:bodyPr/>
        <a:lstStyle/>
        <a:p>
          <a:r>
            <a:rPr lang="es-ES" sz="1400" dirty="0"/>
            <a:t>Manufactura Aditiva</a:t>
          </a:r>
          <a:endParaRPr lang="es-PE" sz="1400" dirty="0"/>
        </a:p>
      </dgm:t>
    </dgm:pt>
    <dgm:pt modelId="{39ED2AA1-05AE-48C4-9F67-020291445D66}" type="parTrans" cxnId="{9E75F5BA-A6C3-4024-B1E6-C508EA71B9BF}">
      <dgm:prSet/>
      <dgm:spPr/>
      <dgm:t>
        <a:bodyPr/>
        <a:lstStyle/>
        <a:p>
          <a:endParaRPr lang="es-PE"/>
        </a:p>
      </dgm:t>
    </dgm:pt>
    <dgm:pt modelId="{95517898-53B1-4846-A3FE-D85634DE074E}" type="sibTrans" cxnId="{9E75F5BA-A6C3-4024-B1E6-C508EA71B9BF}">
      <dgm:prSet/>
      <dgm:spPr/>
      <dgm:t>
        <a:bodyPr/>
        <a:lstStyle/>
        <a:p>
          <a:endParaRPr lang="es-PE"/>
        </a:p>
      </dgm:t>
    </dgm:pt>
    <dgm:pt modelId="{41C92E46-08EE-4CE1-B0AF-A6E59FEC40B6}">
      <dgm:prSet phldrT="[Texto]" custT="1"/>
      <dgm:spPr/>
      <dgm:t>
        <a:bodyPr/>
        <a:lstStyle/>
        <a:p>
          <a:r>
            <a:rPr lang="es-ES" sz="1400" dirty="0"/>
            <a:t>Líquido</a:t>
          </a:r>
          <a:endParaRPr lang="es-PE" sz="1400" dirty="0"/>
        </a:p>
      </dgm:t>
    </dgm:pt>
    <dgm:pt modelId="{286327CA-ACE8-4653-9998-D88FA69E35F5}" type="parTrans" cxnId="{E42F6B24-4A58-44BC-B8C2-3E53E30040E4}">
      <dgm:prSet/>
      <dgm:spPr/>
      <dgm:t>
        <a:bodyPr/>
        <a:lstStyle/>
        <a:p>
          <a:endParaRPr lang="es-PE"/>
        </a:p>
      </dgm:t>
    </dgm:pt>
    <dgm:pt modelId="{70B076B7-3E89-4805-A144-E68838E10A2E}" type="sibTrans" cxnId="{E42F6B24-4A58-44BC-B8C2-3E53E30040E4}">
      <dgm:prSet/>
      <dgm:spPr/>
      <dgm:t>
        <a:bodyPr/>
        <a:lstStyle/>
        <a:p>
          <a:endParaRPr lang="es-PE"/>
        </a:p>
      </dgm:t>
    </dgm:pt>
    <dgm:pt modelId="{C7F9B29B-48B0-4B3C-ACCA-998A7002C2B6}">
      <dgm:prSet phldrT="[Texto]" custT="1"/>
      <dgm:spPr/>
      <dgm:t>
        <a:bodyPr/>
        <a:lstStyle/>
        <a:p>
          <a:r>
            <a:rPr lang="es-ES" sz="1400" dirty="0"/>
            <a:t>Fotopolímeros</a:t>
          </a:r>
          <a:endParaRPr lang="es-PE" sz="1400" dirty="0"/>
        </a:p>
      </dgm:t>
    </dgm:pt>
    <dgm:pt modelId="{17DB124A-9C1A-4AB0-9B6D-52C56C9BAF61}" type="parTrans" cxnId="{759F1201-9E9F-4349-89DB-E512E44CBE0D}">
      <dgm:prSet/>
      <dgm:spPr/>
      <dgm:t>
        <a:bodyPr/>
        <a:lstStyle/>
        <a:p>
          <a:endParaRPr lang="es-PE"/>
        </a:p>
      </dgm:t>
    </dgm:pt>
    <dgm:pt modelId="{6566DB26-19C9-4E70-92C0-FD3EE1CBFE17}" type="sibTrans" cxnId="{759F1201-9E9F-4349-89DB-E512E44CBE0D}">
      <dgm:prSet/>
      <dgm:spPr/>
      <dgm:t>
        <a:bodyPr/>
        <a:lstStyle/>
        <a:p>
          <a:endParaRPr lang="es-PE"/>
        </a:p>
      </dgm:t>
    </dgm:pt>
    <dgm:pt modelId="{773620B6-72BD-4AA7-AD3E-C840BE0AB8D5}">
      <dgm:prSet phldrT="[Texto]" custT="1"/>
      <dgm:spPr/>
      <dgm:t>
        <a:bodyPr/>
        <a:lstStyle/>
        <a:p>
          <a:r>
            <a:rPr lang="es-ES" sz="1400" dirty="0"/>
            <a:t>Materiales fundidos</a:t>
          </a:r>
          <a:endParaRPr lang="es-PE" sz="1400" dirty="0"/>
        </a:p>
      </dgm:t>
    </dgm:pt>
    <dgm:pt modelId="{DF9BBC3C-0CDC-47A3-8442-253F6FB492D9}" type="parTrans" cxnId="{BA88FDA5-011F-4002-B4A4-151DF55876E7}">
      <dgm:prSet/>
      <dgm:spPr/>
      <dgm:t>
        <a:bodyPr/>
        <a:lstStyle/>
        <a:p>
          <a:endParaRPr lang="es-PE"/>
        </a:p>
      </dgm:t>
    </dgm:pt>
    <dgm:pt modelId="{175EAD08-F79E-4105-A06D-E5ABC96BE0E9}" type="sibTrans" cxnId="{BA88FDA5-011F-4002-B4A4-151DF55876E7}">
      <dgm:prSet/>
      <dgm:spPr/>
      <dgm:t>
        <a:bodyPr/>
        <a:lstStyle/>
        <a:p>
          <a:endParaRPr lang="es-PE"/>
        </a:p>
      </dgm:t>
    </dgm:pt>
    <dgm:pt modelId="{E79CF8BC-1C1A-4A8F-B396-55A629151831}">
      <dgm:prSet phldrT="[Texto]" custT="1"/>
      <dgm:spPr/>
      <dgm:t>
        <a:bodyPr/>
        <a:lstStyle/>
        <a:p>
          <a:r>
            <a:rPr lang="es-ES" sz="1400" dirty="0"/>
            <a:t>Láminas</a:t>
          </a:r>
          <a:endParaRPr lang="es-PE" sz="1400" dirty="0"/>
        </a:p>
      </dgm:t>
    </dgm:pt>
    <dgm:pt modelId="{75BD56C0-FF3C-48A9-BEB3-10EBF2FC0C71}" type="parTrans" cxnId="{2FC09E09-8682-4480-980F-95F6E492E1E9}">
      <dgm:prSet/>
      <dgm:spPr/>
      <dgm:t>
        <a:bodyPr/>
        <a:lstStyle/>
        <a:p>
          <a:endParaRPr lang="es-PE"/>
        </a:p>
      </dgm:t>
    </dgm:pt>
    <dgm:pt modelId="{1C86DAB6-B300-44C7-A218-90441DA0E67B}" type="sibTrans" cxnId="{2FC09E09-8682-4480-980F-95F6E492E1E9}">
      <dgm:prSet/>
      <dgm:spPr/>
      <dgm:t>
        <a:bodyPr/>
        <a:lstStyle/>
        <a:p>
          <a:endParaRPr lang="es-PE"/>
        </a:p>
      </dgm:t>
    </dgm:pt>
    <dgm:pt modelId="{C9ACDB2E-5201-482E-BCF7-D69DA68C9F89}">
      <dgm:prSet phldrT="[Texto]" custT="1"/>
      <dgm:spPr/>
      <dgm:t>
        <a:bodyPr/>
        <a:lstStyle/>
        <a:p>
          <a:r>
            <a:rPr lang="es-ES" sz="1200" dirty="0" err="1"/>
            <a:t>Laminated</a:t>
          </a:r>
          <a:r>
            <a:rPr lang="es-ES" sz="1200" dirty="0"/>
            <a:t> </a:t>
          </a:r>
          <a:r>
            <a:rPr lang="es-ES" sz="1200" dirty="0" err="1"/>
            <a:t>Object</a:t>
          </a:r>
          <a:r>
            <a:rPr lang="es-ES" sz="1200" dirty="0"/>
            <a:t> </a:t>
          </a:r>
          <a:r>
            <a:rPr lang="es-ES" sz="1200" dirty="0" err="1"/>
            <a:t>Manufacturing</a:t>
          </a:r>
          <a:endParaRPr lang="es-ES" sz="1200" dirty="0"/>
        </a:p>
        <a:p>
          <a:r>
            <a:rPr lang="es-ES" sz="1200" dirty="0"/>
            <a:t>(LOM)</a:t>
          </a:r>
          <a:endParaRPr lang="es-PE" sz="1200" dirty="0"/>
        </a:p>
      </dgm:t>
    </dgm:pt>
    <dgm:pt modelId="{DE1AD62E-E082-436D-9A97-63321B4A7612}" type="parTrans" cxnId="{0D1136F5-BCE9-4ED3-982C-5575778C6422}">
      <dgm:prSet/>
      <dgm:spPr/>
      <dgm:t>
        <a:bodyPr/>
        <a:lstStyle/>
        <a:p>
          <a:endParaRPr lang="es-PE"/>
        </a:p>
      </dgm:t>
    </dgm:pt>
    <dgm:pt modelId="{AA815CD0-3328-4CFD-B71E-3DE13ADC19CF}" type="sibTrans" cxnId="{0D1136F5-BCE9-4ED3-982C-5575778C6422}">
      <dgm:prSet/>
      <dgm:spPr/>
      <dgm:t>
        <a:bodyPr/>
        <a:lstStyle/>
        <a:p>
          <a:endParaRPr lang="es-PE"/>
        </a:p>
      </dgm:t>
    </dgm:pt>
    <dgm:pt modelId="{D3164122-362F-4780-87EA-5452179970C9}">
      <dgm:prSet custT="1"/>
      <dgm:spPr/>
      <dgm:t>
        <a:bodyPr/>
        <a:lstStyle/>
        <a:p>
          <a:r>
            <a:rPr lang="es-ES" sz="1400" dirty="0"/>
            <a:t>Polvos</a:t>
          </a:r>
          <a:endParaRPr lang="es-PE" sz="1400" dirty="0"/>
        </a:p>
      </dgm:t>
    </dgm:pt>
    <dgm:pt modelId="{2D2E37F3-7FF9-4529-BB9C-5F572877A8AB}" type="parTrans" cxnId="{CEEFA4CE-42C1-480B-9119-59D254F0314C}">
      <dgm:prSet/>
      <dgm:spPr/>
      <dgm:t>
        <a:bodyPr/>
        <a:lstStyle/>
        <a:p>
          <a:endParaRPr lang="es-PE"/>
        </a:p>
      </dgm:t>
    </dgm:pt>
    <dgm:pt modelId="{B3C0564D-CA70-4A91-ACA6-7FEF05F19782}" type="sibTrans" cxnId="{CEEFA4CE-42C1-480B-9119-59D254F0314C}">
      <dgm:prSet/>
      <dgm:spPr/>
      <dgm:t>
        <a:bodyPr/>
        <a:lstStyle/>
        <a:p>
          <a:endParaRPr lang="es-PE"/>
        </a:p>
      </dgm:t>
    </dgm:pt>
    <dgm:pt modelId="{0A6511AE-F9DE-48E7-9EB3-8B12207F7B10}">
      <dgm:prSet custT="1"/>
      <dgm:spPr/>
      <dgm:t>
        <a:bodyPr/>
        <a:lstStyle/>
        <a:p>
          <a:r>
            <a:rPr lang="es-ES" sz="1400" dirty="0"/>
            <a:t>Deposición de laser coaxial</a:t>
          </a:r>
          <a:endParaRPr lang="es-PE" sz="1400" dirty="0"/>
        </a:p>
      </dgm:t>
    </dgm:pt>
    <dgm:pt modelId="{EDA735B4-803E-46FC-824B-ACE907A50C97}" type="parTrans" cxnId="{073CF303-8103-4797-BEB4-606AD9BEA295}">
      <dgm:prSet/>
      <dgm:spPr/>
      <dgm:t>
        <a:bodyPr/>
        <a:lstStyle/>
        <a:p>
          <a:endParaRPr lang="es-PE"/>
        </a:p>
      </dgm:t>
    </dgm:pt>
    <dgm:pt modelId="{5EE1AA29-1C27-4D95-8748-0B702C1312E2}" type="sibTrans" cxnId="{073CF303-8103-4797-BEB4-606AD9BEA295}">
      <dgm:prSet/>
      <dgm:spPr/>
      <dgm:t>
        <a:bodyPr/>
        <a:lstStyle/>
        <a:p>
          <a:endParaRPr lang="es-PE"/>
        </a:p>
      </dgm:t>
    </dgm:pt>
    <dgm:pt modelId="{DF406A71-B3C2-4AE6-8AB9-0D8055C5DF58}">
      <dgm:prSet custT="1"/>
      <dgm:spPr/>
      <dgm:t>
        <a:bodyPr/>
        <a:lstStyle/>
        <a:p>
          <a:r>
            <a:rPr lang="es-ES" sz="1400" dirty="0"/>
            <a:t>Fusión de lecho de polvo</a:t>
          </a:r>
          <a:endParaRPr lang="es-PE" sz="1400" dirty="0"/>
        </a:p>
      </dgm:t>
    </dgm:pt>
    <dgm:pt modelId="{AE66FE3E-D9EC-4BD9-968E-1FDAE6F3B630}" type="parTrans" cxnId="{73A00727-ADEC-475E-9709-504AA6425822}">
      <dgm:prSet/>
      <dgm:spPr/>
      <dgm:t>
        <a:bodyPr/>
        <a:lstStyle/>
        <a:p>
          <a:endParaRPr lang="es-PE"/>
        </a:p>
      </dgm:t>
    </dgm:pt>
    <dgm:pt modelId="{02FC9910-B082-4CDD-8A3D-079A791A92D6}" type="sibTrans" cxnId="{73A00727-ADEC-475E-9709-504AA6425822}">
      <dgm:prSet/>
      <dgm:spPr/>
      <dgm:t>
        <a:bodyPr/>
        <a:lstStyle/>
        <a:p>
          <a:endParaRPr lang="es-PE"/>
        </a:p>
      </dgm:t>
    </dgm:pt>
    <dgm:pt modelId="{7A90E594-363B-402B-A060-DC5DAA2D68D4}">
      <dgm:prSet custT="1"/>
      <dgm:spPr/>
      <dgm:t>
        <a:bodyPr/>
        <a:lstStyle/>
        <a:p>
          <a:r>
            <a:rPr lang="es-ES" sz="1200" dirty="0"/>
            <a:t>Cura mediante escaneo vectorial (láser)</a:t>
          </a:r>
          <a:endParaRPr lang="es-PE" sz="1200" dirty="0"/>
        </a:p>
      </dgm:t>
    </dgm:pt>
    <dgm:pt modelId="{9469052E-40C3-4755-9A73-167758021D10}" type="parTrans" cxnId="{10F4705C-6D94-4FB0-B4A1-CF0CB6B7E599}">
      <dgm:prSet/>
      <dgm:spPr/>
      <dgm:t>
        <a:bodyPr/>
        <a:lstStyle/>
        <a:p>
          <a:endParaRPr lang="es-PE"/>
        </a:p>
      </dgm:t>
    </dgm:pt>
    <dgm:pt modelId="{02C2E2F2-40B4-4430-9534-FE1C13152C7E}" type="sibTrans" cxnId="{10F4705C-6D94-4FB0-B4A1-CF0CB6B7E599}">
      <dgm:prSet/>
      <dgm:spPr/>
      <dgm:t>
        <a:bodyPr/>
        <a:lstStyle/>
        <a:p>
          <a:endParaRPr lang="es-PE"/>
        </a:p>
      </dgm:t>
    </dgm:pt>
    <dgm:pt modelId="{126DD4E3-A4E4-476A-B60E-A35A6BA727B2}">
      <dgm:prSet custT="1"/>
      <dgm:spPr/>
      <dgm:t>
        <a:bodyPr/>
        <a:lstStyle/>
        <a:p>
          <a:r>
            <a:rPr lang="es-ES" sz="1200" dirty="0"/>
            <a:t>Cura mediante escaneo de trama(proyector</a:t>
          </a:r>
          <a:r>
            <a:rPr lang="es-ES" sz="700" dirty="0"/>
            <a:t>)</a:t>
          </a:r>
          <a:endParaRPr lang="es-PE" sz="700" dirty="0"/>
        </a:p>
      </dgm:t>
    </dgm:pt>
    <dgm:pt modelId="{526D28C0-141A-4DC8-9BED-57A1F0807525}" type="parTrans" cxnId="{4AE81EC1-6C4D-4C56-B6C7-B6FA8A0E60C2}">
      <dgm:prSet/>
      <dgm:spPr/>
      <dgm:t>
        <a:bodyPr/>
        <a:lstStyle/>
        <a:p>
          <a:endParaRPr lang="es-PE"/>
        </a:p>
      </dgm:t>
    </dgm:pt>
    <dgm:pt modelId="{40FCC1B4-D9FE-4E33-A45C-BC9CD82DE789}" type="sibTrans" cxnId="{4AE81EC1-6C4D-4C56-B6C7-B6FA8A0E60C2}">
      <dgm:prSet/>
      <dgm:spPr/>
      <dgm:t>
        <a:bodyPr/>
        <a:lstStyle/>
        <a:p>
          <a:endParaRPr lang="es-PE"/>
        </a:p>
      </dgm:t>
    </dgm:pt>
    <dgm:pt modelId="{00C11182-5807-44AB-9985-431CAC2E5275}">
      <dgm:prSet custT="1"/>
      <dgm:spPr/>
      <dgm:t>
        <a:bodyPr/>
        <a:lstStyle/>
        <a:p>
          <a:r>
            <a:rPr lang="es-ES" sz="1200" dirty="0"/>
            <a:t>Curado con lámpara después de deposición selectiva</a:t>
          </a:r>
          <a:endParaRPr lang="es-PE" sz="1200" dirty="0"/>
        </a:p>
      </dgm:t>
    </dgm:pt>
    <dgm:pt modelId="{4D70C2E6-4F2B-40B4-98FC-0991C8A7645E}" type="parTrans" cxnId="{B184B353-9DCD-4C0D-B267-F31A57F47037}">
      <dgm:prSet/>
      <dgm:spPr/>
      <dgm:t>
        <a:bodyPr/>
        <a:lstStyle/>
        <a:p>
          <a:endParaRPr lang="es-PE"/>
        </a:p>
      </dgm:t>
    </dgm:pt>
    <dgm:pt modelId="{56F6BA3C-CE1E-46DD-B7C7-9B91B5B3A478}" type="sibTrans" cxnId="{B184B353-9DCD-4C0D-B267-F31A57F47037}">
      <dgm:prSet/>
      <dgm:spPr/>
      <dgm:t>
        <a:bodyPr/>
        <a:lstStyle/>
        <a:p>
          <a:endParaRPr lang="es-PE"/>
        </a:p>
      </dgm:t>
    </dgm:pt>
    <dgm:pt modelId="{9640E334-9480-4A84-BC70-D24BCF153D52}">
      <dgm:prSet custT="1"/>
      <dgm:spPr/>
      <dgm:t>
        <a:bodyPr/>
        <a:lstStyle/>
        <a:p>
          <a:r>
            <a:rPr lang="es-ES" sz="1200" dirty="0"/>
            <a:t>Estereolitografía</a:t>
          </a:r>
        </a:p>
        <a:p>
          <a:r>
            <a:rPr lang="es-ES" sz="1200" dirty="0"/>
            <a:t>(SLA)</a:t>
          </a:r>
          <a:endParaRPr lang="es-PE" sz="1200" dirty="0"/>
        </a:p>
      </dgm:t>
    </dgm:pt>
    <dgm:pt modelId="{3594922D-EAA2-49B3-BCEC-FA7D0F48F81E}" type="parTrans" cxnId="{F5D547F4-476A-4CAC-97CD-EF4157ED8D44}">
      <dgm:prSet/>
      <dgm:spPr/>
      <dgm:t>
        <a:bodyPr/>
        <a:lstStyle/>
        <a:p>
          <a:endParaRPr lang="es-PE"/>
        </a:p>
      </dgm:t>
    </dgm:pt>
    <dgm:pt modelId="{7F8BCA58-E7ED-410E-8AC5-97143C6F6617}" type="sibTrans" cxnId="{F5D547F4-476A-4CAC-97CD-EF4157ED8D44}">
      <dgm:prSet/>
      <dgm:spPr/>
      <dgm:t>
        <a:bodyPr/>
        <a:lstStyle/>
        <a:p>
          <a:endParaRPr lang="es-PE"/>
        </a:p>
      </dgm:t>
    </dgm:pt>
    <dgm:pt modelId="{A53CC60E-10C3-415E-93A8-9C128720BE0A}">
      <dgm:prSet custT="1"/>
      <dgm:spPr/>
      <dgm:t>
        <a:bodyPr/>
        <a:lstStyle/>
        <a:p>
          <a:r>
            <a:rPr lang="es-ES" sz="1200" dirty="0"/>
            <a:t>Digital Light </a:t>
          </a:r>
          <a:r>
            <a:rPr lang="es-ES" sz="1200" dirty="0" err="1"/>
            <a:t>Projection</a:t>
          </a:r>
          <a:r>
            <a:rPr lang="es-ES" sz="1200" dirty="0"/>
            <a:t> </a:t>
          </a:r>
        </a:p>
        <a:p>
          <a:r>
            <a:rPr lang="es-ES" sz="1200" dirty="0"/>
            <a:t>(DLP)</a:t>
          </a:r>
          <a:endParaRPr lang="es-PE" sz="1200" dirty="0"/>
        </a:p>
      </dgm:t>
    </dgm:pt>
    <dgm:pt modelId="{24F581BF-2B7B-4CEC-98D1-35DD8213987E}" type="parTrans" cxnId="{45873EEB-C9E7-4883-8EA8-C2C0D6D19ADB}">
      <dgm:prSet/>
      <dgm:spPr/>
      <dgm:t>
        <a:bodyPr/>
        <a:lstStyle/>
        <a:p>
          <a:endParaRPr lang="es-PE"/>
        </a:p>
      </dgm:t>
    </dgm:pt>
    <dgm:pt modelId="{7C717820-9FE7-4191-9BF6-117175890E0E}" type="sibTrans" cxnId="{45873EEB-C9E7-4883-8EA8-C2C0D6D19ADB}">
      <dgm:prSet/>
      <dgm:spPr/>
      <dgm:t>
        <a:bodyPr/>
        <a:lstStyle/>
        <a:p>
          <a:endParaRPr lang="es-PE"/>
        </a:p>
      </dgm:t>
    </dgm:pt>
    <dgm:pt modelId="{C670D8F7-BD99-49EB-9E63-876022F745D6}">
      <dgm:prSet custT="1"/>
      <dgm:spPr/>
      <dgm:t>
        <a:bodyPr/>
        <a:lstStyle/>
        <a:p>
          <a:r>
            <a:rPr lang="es-ES" sz="1400" dirty="0"/>
            <a:t>Multi-Jet </a:t>
          </a:r>
          <a:r>
            <a:rPr lang="es-ES" sz="1400" dirty="0" err="1"/>
            <a:t>Modeling</a:t>
          </a:r>
          <a:r>
            <a:rPr lang="es-ES" sz="1400" dirty="0"/>
            <a:t> </a:t>
          </a:r>
        </a:p>
        <a:p>
          <a:r>
            <a:rPr lang="es-ES" sz="1400" dirty="0"/>
            <a:t>(MJM)</a:t>
          </a:r>
          <a:endParaRPr lang="es-PE" sz="1400" dirty="0"/>
        </a:p>
      </dgm:t>
    </dgm:pt>
    <dgm:pt modelId="{3B9BE9A6-0E02-421D-B781-839188EF02AD}" type="parTrans" cxnId="{53F04D4F-8AAB-49D0-AD9B-2864006667AA}">
      <dgm:prSet/>
      <dgm:spPr/>
      <dgm:t>
        <a:bodyPr/>
        <a:lstStyle/>
        <a:p>
          <a:endParaRPr lang="es-PE"/>
        </a:p>
      </dgm:t>
    </dgm:pt>
    <dgm:pt modelId="{F9016663-845B-421E-BF72-43F127870D87}" type="sibTrans" cxnId="{53F04D4F-8AAB-49D0-AD9B-2864006667AA}">
      <dgm:prSet/>
      <dgm:spPr/>
      <dgm:t>
        <a:bodyPr/>
        <a:lstStyle/>
        <a:p>
          <a:endParaRPr lang="es-PE"/>
        </a:p>
      </dgm:t>
    </dgm:pt>
    <dgm:pt modelId="{0513EC31-AAD5-4437-9EE4-F154488A0BD7}">
      <dgm:prSet custT="1"/>
      <dgm:spPr/>
      <dgm:t>
        <a:bodyPr/>
        <a:lstStyle/>
        <a:p>
          <a:r>
            <a:rPr lang="es-ES" sz="1200" dirty="0"/>
            <a:t>Fusión por rayo electrónico</a:t>
          </a:r>
          <a:endParaRPr lang="es-PE" sz="1200" dirty="0"/>
        </a:p>
      </dgm:t>
    </dgm:pt>
    <dgm:pt modelId="{CFB0213E-D365-40F3-9054-6D11DFC6D814}" type="parTrans" cxnId="{C7BF0E12-1FBD-4797-B08D-ED303FBCC745}">
      <dgm:prSet/>
      <dgm:spPr/>
      <dgm:t>
        <a:bodyPr/>
        <a:lstStyle/>
        <a:p>
          <a:endParaRPr lang="es-PE"/>
        </a:p>
      </dgm:t>
    </dgm:pt>
    <dgm:pt modelId="{82A08F32-08F0-4D78-A5A8-52ED076FE9CD}" type="sibTrans" cxnId="{C7BF0E12-1FBD-4797-B08D-ED303FBCC745}">
      <dgm:prSet/>
      <dgm:spPr/>
      <dgm:t>
        <a:bodyPr/>
        <a:lstStyle/>
        <a:p>
          <a:endParaRPr lang="es-PE"/>
        </a:p>
      </dgm:t>
    </dgm:pt>
    <dgm:pt modelId="{00BCEA8F-F653-44D6-88EA-98CFE7C798AD}">
      <dgm:prSet custT="1"/>
      <dgm:spPr/>
      <dgm:t>
        <a:bodyPr/>
        <a:lstStyle/>
        <a:p>
          <a:r>
            <a:rPr lang="es-ES" sz="1400" dirty="0"/>
            <a:t>Fusión por láser</a:t>
          </a:r>
          <a:endParaRPr lang="es-PE" sz="1400" dirty="0"/>
        </a:p>
      </dgm:t>
    </dgm:pt>
    <dgm:pt modelId="{D0CD1F33-805C-4A27-97CA-C3DAF4F16E95}" type="parTrans" cxnId="{8BAB527A-BC46-4A72-81DE-FD40C698BD20}">
      <dgm:prSet/>
      <dgm:spPr/>
      <dgm:t>
        <a:bodyPr/>
        <a:lstStyle/>
        <a:p>
          <a:endParaRPr lang="es-PE"/>
        </a:p>
      </dgm:t>
    </dgm:pt>
    <dgm:pt modelId="{C1D04897-9445-4127-9423-9166C2DA4AEE}" type="sibTrans" cxnId="{8BAB527A-BC46-4A72-81DE-FD40C698BD20}">
      <dgm:prSet/>
      <dgm:spPr/>
      <dgm:t>
        <a:bodyPr/>
        <a:lstStyle/>
        <a:p>
          <a:endParaRPr lang="es-PE"/>
        </a:p>
      </dgm:t>
    </dgm:pt>
    <dgm:pt modelId="{A5B832BC-031F-4639-8F8A-3944F0CDFD20}">
      <dgm:prSet custT="1"/>
      <dgm:spPr/>
      <dgm:t>
        <a:bodyPr/>
        <a:lstStyle/>
        <a:p>
          <a:r>
            <a:rPr lang="es-ES" sz="1200" dirty="0"/>
            <a:t>Laser Metal </a:t>
          </a:r>
          <a:r>
            <a:rPr lang="es-ES" sz="1200" dirty="0" err="1"/>
            <a:t>Deposition</a:t>
          </a:r>
          <a:endParaRPr lang="es-ES" sz="1200" dirty="0"/>
        </a:p>
        <a:p>
          <a:r>
            <a:rPr lang="es-ES" sz="1200" dirty="0"/>
            <a:t>(LMD)</a:t>
          </a:r>
          <a:endParaRPr lang="es-PE" sz="1200" dirty="0"/>
        </a:p>
      </dgm:t>
    </dgm:pt>
    <dgm:pt modelId="{A92D2089-C1CC-417A-BADF-B25EA19CCCA9}" type="parTrans" cxnId="{88A0BAAD-E6D6-4C33-A412-89050EFF5A33}">
      <dgm:prSet/>
      <dgm:spPr/>
      <dgm:t>
        <a:bodyPr/>
        <a:lstStyle/>
        <a:p>
          <a:endParaRPr lang="es-PE"/>
        </a:p>
      </dgm:t>
    </dgm:pt>
    <dgm:pt modelId="{362836F0-F6BA-4C0A-B1F4-A9232C13FF31}" type="sibTrans" cxnId="{88A0BAAD-E6D6-4C33-A412-89050EFF5A33}">
      <dgm:prSet/>
      <dgm:spPr/>
      <dgm:t>
        <a:bodyPr/>
        <a:lstStyle/>
        <a:p>
          <a:endParaRPr lang="es-PE"/>
        </a:p>
      </dgm:t>
    </dgm:pt>
    <dgm:pt modelId="{45A1285D-03E2-4FC5-B63F-CC73CA1A4BEE}">
      <dgm:prSet custT="1"/>
      <dgm:spPr/>
      <dgm:t>
        <a:bodyPr/>
        <a:lstStyle/>
        <a:p>
          <a:r>
            <a:rPr lang="es-ES" sz="1400" dirty="0"/>
            <a:t>Extrusión</a:t>
          </a:r>
          <a:endParaRPr lang="es-PE" sz="1400" dirty="0"/>
        </a:p>
      </dgm:t>
    </dgm:pt>
    <dgm:pt modelId="{EC686701-50BE-4237-AA68-42564EA1EB32}" type="parTrans" cxnId="{C46C6D37-9A27-46A6-96B0-2A5AFD32C6D7}">
      <dgm:prSet/>
      <dgm:spPr/>
      <dgm:t>
        <a:bodyPr/>
        <a:lstStyle/>
        <a:p>
          <a:endParaRPr lang="es-PE"/>
        </a:p>
      </dgm:t>
    </dgm:pt>
    <dgm:pt modelId="{AC3DA7D4-B83A-4B35-A29C-D18EB3BC8726}" type="sibTrans" cxnId="{C46C6D37-9A27-46A6-96B0-2A5AFD32C6D7}">
      <dgm:prSet/>
      <dgm:spPr/>
      <dgm:t>
        <a:bodyPr/>
        <a:lstStyle/>
        <a:p>
          <a:endParaRPr lang="es-PE"/>
        </a:p>
      </dgm:t>
    </dgm:pt>
    <dgm:pt modelId="{5A62F4D5-3144-46CD-9F40-8843616F1D79}">
      <dgm:prSet custT="1"/>
      <dgm:spPr/>
      <dgm:t>
        <a:bodyPr/>
        <a:lstStyle/>
        <a:p>
          <a:r>
            <a:rPr lang="es-ES" sz="1200" dirty="0"/>
            <a:t>Inyección de tinta</a:t>
          </a:r>
        </a:p>
        <a:p>
          <a:r>
            <a:rPr lang="es-ES" sz="1200" dirty="0"/>
            <a:t>(</a:t>
          </a:r>
          <a:r>
            <a:rPr lang="es-ES" sz="1200" dirty="0" err="1"/>
            <a:t>Ink</a:t>
          </a:r>
          <a:r>
            <a:rPr lang="es-ES" sz="1200" dirty="0"/>
            <a:t> </a:t>
          </a:r>
          <a:r>
            <a:rPr lang="es-ES" sz="1200" dirty="0" err="1"/>
            <a:t>Jetting</a:t>
          </a:r>
          <a:r>
            <a:rPr lang="es-ES" sz="1200" dirty="0"/>
            <a:t>)</a:t>
          </a:r>
          <a:endParaRPr lang="es-PE" sz="1200" dirty="0"/>
        </a:p>
      </dgm:t>
    </dgm:pt>
    <dgm:pt modelId="{47FA4421-05FC-4814-959A-7D1222FA097E}" type="parTrans" cxnId="{F6E8CA80-686F-447F-A1A3-6F653AE3AA4A}">
      <dgm:prSet/>
      <dgm:spPr/>
      <dgm:t>
        <a:bodyPr/>
        <a:lstStyle/>
        <a:p>
          <a:endParaRPr lang="es-PE"/>
        </a:p>
      </dgm:t>
    </dgm:pt>
    <dgm:pt modelId="{1A585383-E495-4F8C-993D-6BF4EADA7021}" type="sibTrans" cxnId="{F6E8CA80-686F-447F-A1A3-6F653AE3AA4A}">
      <dgm:prSet/>
      <dgm:spPr/>
      <dgm:t>
        <a:bodyPr/>
        <a:lstStyle/>
        <a:p>
          <a:endParaRPr lang="es-PE"/>
        </a:p>
      </dgm:t>
    </dgm:pt>
    <dgm:pt modelId="{84A31C80-1FE0-4754-AF50-EE9A157A60F6}">
      <dgm:prSet custT="1"/>
      <dgm:spPr/>
      <dgm:t>
        <a:bodyPr/>
        <a:lstStyle/>
        <a:p>
          <a:r>
            <a:rPr lang="es-ES" sz="1200" dirty="0" err="1"/>
            <a:t>Fusion</a:t>
          </a:r>
          <a:r>
            <a:rPr lang="es-ES" sz="1200" dirty="0"/>
            <a:t> </a:t>
          </a:r>
          <a:r>
            <a:rPr lang="es-ES" sz="1200" dirty="0" err="1"/>
            <a:t>Deposition</a:t>
          </a:r>
          <a:r>
            <a:rPr lang="es-ES" sz="1200" dirty="0"/>
            <a:t> </a:t>
          </a:r>
          <a:r>
            <a:rPr lang="es-ES" sz="1200" dirty="0" err="1"/>
            <a:t>Modelling</a:t>
          </a:r>
          <a:r>
            <a:rPr lang="es-ES" sz="1200" dirty="0"/>
            <a:t> </a:t>
          </a:r>
        </a:p>
        <a:p>
          <a:r>
            <a:rPr lang="es-ES" sz="1200" dirty="0"/>
            <a:t>(FDM)</a:t>
          </a:r>
          <a:endParaRPr lang="es-PE" sz="1200" dirty="0"/>
        </a:p>
      </dgm:t>
    </dgm:pt>
    <dgm:pt modelId="{77A40671-9BCE-464B-8290-9F8E4615F3E3}" type="parTrans" cxnId="{4C6E49A7-90D0-4E27-9BCD-4101E185979C}">
      <dgm:prSet/>
      <dgm:spPr/>
      <dgm:t>
        <a:bodyPr/>
        <a:lstStyle/>
        <a:p>
          <a:endParaRPr lang="es-PE"/>
        </a:p>
      </dgm:t>
    </dgm:pt>
    <dgm:pt modelId="{FA6C771B-2C35-42C9-B948-47B2DCC922B6}" type="sibTrans" cxnId="{4C6E49A7-90D0-4E27-9BCD-4101E185979C}">
      <dgm:prSet/>
      <dgm:spPr/>
      <dgm:t>
        <a:bodyPr/>
        <a:lstStyle/>
        <a:p>
          <a:endParaRPr lang="es-PE"/>
        </a:p>
      </dgm:t>
    </dgm:pt>
    <dgm:pt modelId="{268D4E39-0CDB-40D6-B715-717E2E617DEF}">
      <dgm:prSet custT="1"/>
      <dgm:spPr/>
      <dgm:t>
        <a:bodyPr/>
        <a:lstStyle/>
        <a:p>
          <a:r>
            <a:rPr lang="es-ES" sz="1200" dirty="0" err="1"/>
            <a:t>Drop</a:t>
          </a:r>
          <a:r>
            <a:rPr lang="es-ES" sz="1200" dirty="0"/>
            <a:t> </a:t>
          </a:r>
          <a:r>
            <a:rPr lang="es-ES" sz="1200" dirty="0" err="1"/>
            <a:t>on</a:t>
          </a:r>
          <a:r>
            <a:rPr lang="es-ES" sz="1200" dirty="0"/>
            <a:t> </a:t>
          </a:r>
          <a:r>
            <a:rPr lang="es-ES" sz="1200" dirty="0" err="1"/>
            <a:t>Demand</a:t>
          </a:r>
          <a:endParaRPr lang="es-ES" sz="1200" dirty="0"/>
        </a:p>
        <a:p>
          <a:r>
            <a:rPr lang="es-ES" sz="1200" dirty="0"/>
            <a:t>(</a:t>
          </a:r>
          <a:r>
            <a:rPr lang="es-ES" sz="1200" dirty="0" err="1"/>
            <a:t>DoD</a:t>
          </a:r>
          <a:r>
            <a:rPr lang="es-ES" sz="1200" dirty="0"/>
            <a:t>)</a:t>
          </a:r>
          <a:endParaRPr lang="es-PE" sz="1200" dirty="0"/>
        </a:p>
      </dgm:t>
    </dgm:pt>
    <dgm:pt modelId="{010C120B-AC4B-4CDB-A3BC-E70DEE42375E}" type="parTrans" cxnId="{B1FEDAEB-3F47-48C4-8DC9-C0D820161F8E}">
      <dgm:prSet/>
      <dgm:spPr/>
      <dgm:t>
        <a:bodyPr/>
        <a:lstStyle/>
        <a:p>
          <a:endParaRPr lang="es-PE"/>
        </a:p>
      </dgm:t>
    </dgm:pt>
    <dgm:pt modelId="{C9662D08-79E0-4ABC-9DA1-966C50D2329B}" type="sibTrans" cxnId="{B1FEDAEB-3F47-48C4-8DC9-C0D820161F8E}">
      <dgm:prSet/>
      <dgm:spPr/>
      <dgm:t>
        <a:bodyPr/>
        <a:lstStyle/>
        <a:p>
          <a:endParaRPr lang="es-PE"/>
        </a:p>
      </dgm:t>
    </dgm:pt>
    <dgm:pt modelId="{52AA8B8A-83AC-475C-BCDE-6198406BCF2D}">
      <dgm:prSet custT="1"/>
      <dgm:spPr/>
      <dgm:t>
        <a:bodyPr/>
        <a:lstStyle/>
        <a:p>
          <a:r>
            <a:rPr lang="es-ES" sz="1400" dirty="0"/>
            <a:t>Fusión por aglutinante</a:t>
          </a:r>
          <a:endParaRPr lang="es-PE" sz="1400" dirty="0"/>
        </a:p>
      </dgm:t>
    </dgm:pt>
    <dgm:pt modelId="{7CD4D9AA-038E-4AB0-A05A-0F3540D2B4F0}" type="parTrans" cxnId="{E7E7C302-41AE-47E0-A139-6C3B1BABF28C}">
      <dgm:prSet/>
      <dgm:spPr/>
      <dgm:t>
        <a:bodyPr/>
        <a:lstStyle/>
        <a:p>
          <a:endParaRPr lang="es-PE"/>
        </a:p>
      </dgm:t>
    </dgm:pt>
    <dgm:pt modelId="{84FF4F00-7A11-40A7-93E9-FD531293D9DC}" type="sibTrans" cxnId="{E7E7C302-41AE-47E0-A139-6C3B1BABF28C}">
      <dgm:prSet/>
      <dgm:spPr/>
      <dgm:t>
        <a:bodyPr/>
        <a:lstStyle/>
        <a:p>
          <a:endParaRPr lang="es-PE"/>
        </a:p>
      </dgm:t>
    </dgm:pt>
    <dgm:pt modelId="{562EACE6-FC7B-4591-94DE-DAFBC20EC355}">
      <dgm:prSet custT="1"/>
      <dgm:spPr/>
      <dgm:t>
        <a:bodyPr/>
        <a:lstStyle/>
        <a:p>
          <a:r>
            <a:rPr lang="es-ES" sz="1200" dirty="0" err="1"/>
            <a:t>Electron</a:t>
          </a:r>
          <a:r>
            <a:rPr lang="es-ES" sz="1200" dirty="0"/>
            <a:t> Beam </a:t>
          </a:r>
          <a:r>
            <a:rPr lang="es-ES" sz="1200" dirty="0" err="1"/>
            <a:t>Melting</a:t>
          </a:r>
          <a:r>
            <a:rPr lang="es-ES" sz="1200" dirty="0"/>
            <a:t> </a:t>
          </a:r>
        </a:p>
        <a:p>
          <a:r>
            <a:rPr lang="es-ES" sz="1200" dirty="0"/>
            <a:t>(EBM)</a:t>
          </a:r>
          <a:endParaRPr lang="es-PE" sz="1200" dirty="0"/>
        </a:p>
      </dgm:t>
    </dgm:pt>
    <dgm:pt modelId="{52253047-0489-4A13-A1AF-649C4DC0F3AE}" type="parTrans" cxnId="{D8B92F5C-3928-4032-9F53-5507E9E15785}">
      <dgm:prSet/>
      <dgm:spPr/>
      <dgm:t>
        <a:bodyPr/>
        <a:lstStyle/>
        <a:p>
          <a:endParaRPr lang="es-PE"/>
        </a:p>
      </dgm:t>
    </dgm:pt>
    <dgm:pt modelId="{C2E82E2E-12E2-45C2-B612-0E2F55E1579E}" type="sibTrans" cxnId="{D8B92F5C-3928-4032-9F53-5507E9E15785}">
      <dgm:prSet/>
      <dgm:spPr/>
      <dgm:t>
        <a:bodyPr/>
        <a:lstStyle/>
        <a:p>
          <a:endParaRPr lang="es-PE"/>
        </a:p>
      </dgm:t>
    </dgm:pt>
    <dgm:pt modelId="{22520C4F-F507-4C3D-AC8A-BB3E73A4F915}">
      <dgm:prSet custT="1"/>
      <dgm:spPr/>
      <dgm:t>
        <a:bodyPr/>
        <a:lstStyle/>
        <a:p>
          <a:r>
            <a:rPr lang="es-ES" sz="1200" dirty="0" err="1"/>
            <a:t>Selective</a:t>
          </a:r>
          <a:r>
            <a:rPr lang="es-ES" sz="1200" dirty="0"/>
            <a:t> Laser </a:t>
          </a:r>
          <a:r>
            <a:rPr lang="es-ES" sz="1200" dirty="0" err="1"/>
            <a:t>Sintering</a:t>
          </a:r>
          <a:r>
            <a:rPr lang="es-ES" sz="1200" dirty="0"/>
            <a:t> </a:t>
          </a:r>
        </a:p>
        <a:p>
          <a:r>
            <a:rPr lang="es-ES" sz="1200" dirty="0"/>
            <a:t>(SLS)</a:t>
          </a:r>
          <a:endParaRPr lang="es-PE" sz="1200" dirty="0"/>
        </a:p>
      </dgm:t>
    </dgm:pt>
    <dgm:pt modelId="{B8CD523F-C125-4FED-9040-AA05AAE6539F}" type="parTrans" cxnId="{70FCC8C1-4AB0-4F53-B1CE-E6FE95D46ABD}">
      <dgm:prSet/>
      <dgm:spPr/>
      <dgm:t>
        <a:bodyPr/>
        <a:lstStyle/>
        <a:p>
          <a:endParaRPr lang="es-PE"/>
        </a:p>
      </dgm:t>
    </dgm:pt>
    <dgm:pt modelId="{F3812D61-215A-4E48-B00B-2410023302E9}" type="sibTrans" cxnId="{70FCC8C1-4AB0-4F53-B1CE-E6FE95D46ABD}">
      <dgm:prSet/>
      <dgm:spPr/>
      <dgm:t>
        <a:bodyPr/>
        <a:lstStyle/>
        <a:p>
          <a:endParaRPr lang="es-PE"/>
        </a:p>
      </dgm:t>
    </dgm:pt>
    <dgm:pt modelId="{B24432E6-165B-413C-8840-C51C572E5465}">
      <dgm:prSet custT="1"/>
      <dgm:spPr/>
      <dgm:t>
        <a:bodyPr/>
        <a:lstStyle/>
        <a:p>
          <a:r>
            <a:rPr lang="es-ES" sz="1200" dirty="0"/>
            <a:t>Direct Metal Laser </a:t>
          </a:r>
          <a:r>
            <a:rPr lang="es-ES" sz="1200" dirty="0" err="1"/>
            <a:t>Sintering</a:t>
          </a:r>
          <a:endParaRPr lang="es-ES" sz="1200" dirty="0"/>
        </a:p>
        <a:p>
          <a:r>
            <a:rPr lang="es-ES" sz="1200" dirty="0"/>
            <a:t>(DMLS)</a:t>
          </a:r>
          <a:endParaRPr lang="es-PE" sz="1200" dirty="0"/>
        </a:p>
      </dgm:t>
    </dgm:pt>
    <dgm:pt modelId="{032E8684-C34A-4B1E-9057-8170360BAFAF}" type="parTrans" cxnId="{7CB04309-162B-4AB6-BCF3-D0CB43E43FB2}">
      <dgm:prSet/>
      <dgm:spPr/>
      <dgm:t>
        <a:bodyPr/>
        <a:lstStyle/>
        <a:p>
          <a:endParaRPr lang="es-PE"/>
        </a:p>
      </dgm:t>
    </dgm:pt>
    <dgm:pt modelId="{8CCAC0A4-7A04-44AE-AEBA-C56890E35A9E}" type="sibTrans" cxnId="{7CB04309-162B-4AB6-BCF3-D0CB43E43FB2}">
      <dgm:prSet/>
      <dgm:spPr/>
      <dgm:t>
        <a:bodyPr/>
        <a:lstStyle/>
        <a:p>
          <a:endParaRPr lang="es-PE"/>
        </a:p>
      </dgm:t>
    </dgm:pt>
    <dgm:pt modelId="{192A8348-DEA3-487C-91D6-F1498586A4BC}">
      <dgm:prSet custT="1"/>
      <dgm:spPr/>
      <dgm:t>
        <a:bodyPr/>
        <a:lstStyle/>
        <a:p>
          <a:r>
            <a:rPr lang="es-ES" sz="1200" dirty="0" err="1"/>
            <a:t>Binder</a:t>
          </a:r>
          <a:r>
            <a:rPr lang="es-ES" sz="1200" dirty="0"/>
            <a:t> </a:t>
          </a:r>
          <a:r>
            <a:rPr lang="es-ES" sz="1200" dirty="0" err="1"/>
            <a:t>Jetting</a:t>
          </a:r>
          <a:endParaRPr lang="es-ES" sz="1200" dirty="0"/>
        </a:p>
        <a:p>
          <a:r>
            <a:rPr lang="es-ES" sz="1200" dirty="0"/>
            <a:t>(BJ)</a:t>
          </a:r>
          <a:endParaRPr lang="es-PE" sz="1200" dirty="0"/>
        </a:p>
      </dgm:t>
    </dgm:pt>
    <dgm:pt modelId="{28936F62-E7AD-40E4-B032-CE9E9A348FA9}" type="parTrans" cxnId="{7FA058C0-8548-4F04-B25B-5FB9B3952262}">
      <dgm:prSet/>
      <dgm:spPr/>
      <dgm:t>
        <a:bodyPr/>
        <a:lstStyle/>
        <a:p>
          <a:endParaRPr lang="es-PE"/>
        </a:p>
      </dgm:t>
    </dgm:pt>
    <dgm:pt modelId="{FB827B7F-9381-4A4A-8BCA-32C89CF2B91C}" type="sibTrans" cxnId="{7FA058C0-8548-4F04-B25B-5FB9B3952262}">
      <dgm:prSet/>
      <dgm:spPr/>
      <dgm:t>
        <a:bodyPr/>
        <a:lstStyle/>
        <a:p>
          <a:endParaRPr lang="es-PE"/>
        </a:p>
      </dgm:t>
    </dgm:pt>
    <dgm:pt modelId="{9527C100-3346-4D8C-AEF2-3493117146B9}" type="pres">
      <dgm:prSet presAssocID="{6CBE605A-6D5A-481F-A89F-96253053BC8F}" presName="hierChild1" presStyleCnt="0">
        <dgm:presLayoutVars>
          <dgm:chPref val="1"/>
          <dgm:dir/>
          <dgm:animOne val="branch"/>
          <dgm:animLvl val="lvl"/>
          <dgm:resizeHandles/>
        </dgm:presLayoutVars>
      </dgm:prSet>
      <dgm:spPr/>
    </dgm:pt>
    <dgm:pt modelId="{F4659643-A17D-4730-B5C8-8AA9619ADD02}" type="pres">
      <dgm:prSet presAssocID="{0AF064BC-4EDA-444F-988F-3ABD24DC688B}" presName="hierRoot1" presStyleCnt="0"/>
      <dgm:spPr/>
    </dgm:pt>
    <dgm:pt modelId="{DDC2FE42-A3F3-4FFD-99B2-CBB8B1F77803}" type="pres">
      <dgm:prSet presAssocID="{0AF064BC-4EDA-444F-988F-3ABD24DC688B}" presName="composite" presStyleCnt="0"/>
      <dgm:spPr/>
    </dgm:pt>
    <dgm:pt modelId="{5F5B63A1-87FB-4EFC-BE4B-DA4F05642682}" type="pres">
      <dgm:prSet presAssocID="{0AF064BC-4EDA-444F-988F-3ABD24DC688B}" presName="background" presStyleLbl="node0" presStyleIdx="0" presStyleCnt="1"/>
      <dgm:spPr/>
    </dgm:pt>
    <dgm:pt modelId="{ADADA60F-19B2-4074-B728-71723E606108}" type="pres">
      <dgm:prSet presAssocID="{0AF064BC-4EDA-444F-988F-3ABD24DC688B}" presName="text" presStyleLbl="fgAcc0" presStyleIdx="0" presStyleCnt="1" custScaleX="172596" custScaleY="168399">
        <dgm:presLayoutVars>
          <dgm:chPref val="3"/>
        </dgm:presLayoutVars>
      </dgm:prSet>
      <dgm:spPr/>
    </dgm:pt>
    <dgm:pt modelId="{52AA0C46-8C79-49A1-ABAA-5C3DAF34B49E}" type="pres">
      <dgm:prSet presAssocID="{0AF064BC-4EDA-444F-988F-3ABD24DC688B}" presName="hierChild2" presStyleCnt="0"/>
      <dgm:spPr/>
    </dgm:pt>
    <dgm:pt modelId="{54C5C67C-4C45-4216-A95E-F6F65EC96C8D}" type="pres">
      <dgm:prSet presAssocID="{286327CA-ACE8-4653-9998-D88FA69E35F5}" presName="Name10" presStyleLbl="parChTrans1D2" presStyleIdx="0" presStyleCnt="3"/>
      <dgm:spPr/>
    </dgm:pt>
    <dgm:pt modelId="{C510BAC4-CE52-4258-AB8C-5006EE97AE16}" type="pres">
      <dgm:prSet presAssocID="{41C92E46-08EE-4CE1-B0AF-A6E59FEC40B6}" presName="hierRoot2" presStyleCnt="0"/>
      <dgm:spPr/>
    </dgm:pt>
    <dgm:pt modelId="{35F2A059-171D-4730-9AB8-28E703E9A94F}" type="pres">
      <dgm:prSet presAssocID="{41C92E46-08EE-4CE1-B0AF-A6E59FEC40B6}" presName="composite2" presStyleCnt="0"/>
      <dgm:spPr/>
    </dgm:pt>
    <dgm:pt modelId="{FB0B6571-93CA-44A5-8E24-4103747CA439}" type="pres">
      <dgm:prSet presAssocID="{41C92E46-08EE-4CE1-B0AF-A6E59FEC40B6}" presName="background2" presStyleLbl="node2" presStyleIdx="0" presStyleCnt="3"/>
      <dgm:spPr/>
    </dgm:pt>
    <dgm:pt modelId="{741352B3-95C7-4E61-A55A-302221A248CF}" type="pres">
      <dgm:prSet presAssocID="{41C92E46-08EE-4CE1-B0AF-A6E59FEC40B6}" presName="text2" presStyleLbl="fgAcc2" presStyleIdx="0" presStyleCnt="3">
        <dgm:presLayoutVars>
          <dgm:chPref val="3"/>
        </dgm:presLayoutVars>
      </dgm:prSet>
      <dgm:spPr/>
    </dgm:pt>
    <dgm:pt modelId="{2988F7B9-BB18-49BE-9599-F662950AE806}" type="pres">
      <dgm:prSet presAssocID="{41C92E46-08EE-4CE1-B0AF-A6E59FEC40B6}" presName="hierChild3" presStyleCnt="0"/>
      <dgm:spPr/>
    </dgm:pt>
    <dgm:pt modelId="{05C2727E-D197-4DD7-81D1-57296E128183}" type="pres">
      <dgm:prSet presAssocID="{17DB124A-9C1A-4AB0-9B6D-52C56C9BAF61}" presName="Name17" presStyleLbl="parChTrans1D3" presStyleIdx="0" presStyleCnt="5"/>
      <dgm:spPr/>
    </dgm:pt>
    <dgm:pt modelId="{49FB0E29-7663-4067-91E2-E9BC0AFCCA35}" type="pres">
      <dgm:prSet presAssocID="{C7F9B29B-48B0-4B3C-ACCA-998A7002C2B6}" presName="hierRoot3" presStyleCnt="0"/>
      <dgm:spPr/>
    </dgm:pt>
    <dgm:pt modelId="{66EA0B94-9B82-4A79-944B-03BB8CB8B85A}" type="pres">
      <dgm:prSet presAssocID="{C7F9B29B-48B0-4B3C-ACCA-998A7002C2B6}" presName="composite3" presStyleCnt="0"/>
      <dgm:spPr/>
    </dgm:pt>
    <dgm:pt modelId="{A7B26193-12D5-40E4-9F11-56B852E28DEE}" type="pres">
      <dgm:prSet presAssocID="{C7F9B29B-48B0-4B3C-ACCA-998A7002C2B6}" presName="background3" presStyleLbl="node3" presStyleIdx="0" presStyleCnt="5"/>
      <dgm:spPr/>
    </dgm:pt>
    <dgm:pt modelId="{BC64DDE1-F996-4F72-B5DC-77AEEC0E1908}" type="pres">
      <dgm:prSet presAssocID="{C7F9B29B-48B0-4B3C-ACCA-998A7002C2B6}" presName="text3" presStyleLbl="fgAcc3" presStyleIdx="0" presStyleCnt="5" custScaleX="199867">
        <dgm:presLayoutVars>
          <dgm:chPref val="3"/>
        </dgm:presLayoutVars>
      </dgm:prSet>
      <dgm:spPr/>
    </dgm:pt>
    <dgm:pt modelId="{3FD22C9F-3BC3-417A-B9B3-88E5999338C0}" type="pres">
      <dgm:prSet presAssocID="{C7F9B29B-48B0-4B3C-ACCA-998A7002C2B6}" presName="hierChild4" presStyleCnt="0"/>
      <dgm:spPr/>
    </dgm:pt>
    <dgm:pt modelId="{F59AEC80-C586-41AF-BAD5-BA797DDE0228}" type="pres">
      <dgm:prSet presAssocID="{526D28C0-141A-4DC8-9BED-57A1F0807525}" presName="Name23" presStyleLbl="parChTrans1D4" presStyleIdx="0" presStyleCnt="18"/>
      <dgm:spPr/>
    </dgm:pt>
    <dgm:pt modelId="{2DA195EF-3E84-40F4-BA05-1C18069E68E5}" type="pres">
      <dgm:prSet presAssocID="{126DD4E3-A4E4-476A-B60E-A35A6BA727B2}" presName="hierRoot4" presStyleCnt="0"/>
      <dgm:spPr/>
    </dgm:pt>
    <dgm:pt modelId="{D3DFAA3D-2288-4548-BC65-1C9680FC53C7}" type="pres">
      <dgm:prSet presAssocID="{126DD4E3-A4E4-476A-B60E-A35A6BA727B2}" presName="composite4" presStyleCnt="0"/>
      <dgm:spPr/>
    </dgm:pt>
    <dgm:pt modelId="{9D15A430-DBED-4797-9883-CEA48FB9795A}" type="pres">
      <dgm:prSet presAssocID="{126DD4E3-A4E4-476A-B60E-A35A6BA727B2}" presName="background4" presStyleLbl="node4" presStyleIdx="0" presStyleCnt="18"/>
      <dgm:spPr/>
    </dgm:pt>
    <dgm:pt modelId="{629D5326-99B1-4621-B91F-43D37B11416E}" type="pres">
      <dgm:prSet presAssocID="{126DD4E3-A4E4-476A-B60E-A35A6BA727B2}" presName="text4" presStyleLbl="fgAcc4" presStyleIdx="0" presStyleCnt="18" custScaleX="123166" custScaleY="238148">
        <dgm:presLayoutVars>
          <dgm:chPref val="3"/>
        </dgm:presLayoutVars>
      </dgm:prSet>
      <dgm:spPr/>
    </dgm:pt>
    <dgm:pt modelId="{53432F6C-5D03-4E38-88D0-BD54FE22DD8C}" type="pres">
      <dgm:prSet presAssocID="{126DD4E3-A4E4-476A-B60E-A35A6BA727B2}" presName="hierChild5" presStyleCnt="0"/>
      <dgm:spPr/>
    </dgm:pt>
    <dgm:pt modelId="{C8D251E3-F7AA-416B-8430-B41CA48EA1D5}" type="pres">
      <dgm:prSet presAssocID="{24F581BF-2B7B-4CEC-98D1-35DD8213987E}" presName="Name23" presStyleLbl="parChTrans1D4" presStyleIdx="1" presStyleCnt="18"/>
      <dgm:spPr/>
    </dgm:pt>
    <dgm:pt modelId="{EF46DC86-082B-47A7-BB04-34FF2C66B831}" type="pres">
      <dgm:prSet presAssocID="{A53CC60E-10C3-415E-93A8-9C128720BE0A}" presName="hierRoot4" presStyleCnt="0"/>
      <dgm:spPr/>
    </dgm:pt>
    <dgm:pt modelId="{5940F53F-1C6C-4AB0-AF06-359AF1C2E348}" type="pres">
      <dgm:prSet presAssocID="{A53CC60E-10C3-415E-93A8-9C128720BE0A}" presName="composite4" presStyleCnt="0"/>
      <dgm:spPr/>
    </dgm:pt>
    <dgm:pt modelId="{6F31B42E-D7FE-4F79-B77D-9F7F5361E59E}" type="pres">
      <dgm:prSet presAssocID="{A53CC60E-10C3-415E-93A8-9C128720BE0A}" presName="background4" presStyleLbl="node4" presStyleIdx="1" presStyleCnt="18"/>
      <dgm:spPr/>
    </dgm:pt>
    <dgm:pt modelId="{7618D471-BC2F-4BBB-A5F6-A73C03F07BA5}" type="pres">
      <dgm:prSet presAssocID="{A53CC60E-10C3-415E-93A8-9C128720BE0A}" presName="text4" presStyleLbl="fgAcc4" presStyleIdx="1" presStyleCnt="18" custScaleX="116740" custScaleY="230333">
        <dgm:presLayoutVars>
          <dgm:chPref val="3"/>
        </dgm:presLayoutVars>
      </dgm:prSet>
      <dgm:spPr/>
    </dgm:pt>
    <dgm:pt modelId="{774A7530-D5BB-4927-A351-665AFF8D7A62}" type="pres">
      <dgm:prSet presAssocID="{A53CC60E-10C3-415E-93A8-9C128720BE0A}" presName="hierChild5" presStyleCnt="0"/>
      <dgm:spPr/>
    </dgm:pt>
    <dgm:pt modelId="{4DDB5832-6258-4634-B0DA-4E3D86752BE0}" type="pres">
      <dgm:prSet presAssocID="{9469052E-40C3-4755-9A73-167758021D10}" presName="Name23" presStyleLbl="parChTrans1D4" presStyleIdx="2" presStyleCnt="18"/>
      <dgm:spPr/>
    </dgm:pt>
    <dgm:pt modelId="{1367761A-F0E9-49D9-9BC5-B139AC537713}" type="pres">
      <dgm:prSet presAssocID="{7A90E594-363B-402B-A060-DC5DAA2D68D4}" presName="hierRoot4" presStyleCnt="0"/>
      <dgm:spPr/>
    </dgm:pt>
    <dgm:pt modelId="{561C8962-14BE-41ED-857F-2C7E04BB6E10}" type="pres">
      <dgm:prSet presAssocID="{7A90E594-363B-402B-A060-DC5DAA2D68D4}" presName="composite4" presStyleCnt="0"/>
      <dgm:spPr/>
    </dgm:pt>
    <dgm:pt modelId="{CD9AC1F0-7200-4377-83E2-2953F0C8DE9D}" type="pres">
      <dgm:prSet presAssocID="{7A90E594-363B-402B-A060-DC5DAA2D68D4}" presName="background4" presStyleLbl="node4" presStyleIdx="2" presStyleCnt="18"/>
      <dgm:spPr/>
    </dgm:pt>
    <dgm:pt modelId="{99B99B29-7B4C-4D52-98EB-EB40583810FE}" type="pres">
      <dgm:prSet presAssocID="{7A90E594-363B-402B-A060-DC5DAA2D68D4}" presName="text4" presStyleLbl="fgAcc4" presStyleIdx="2" presStyleCnt="18" custScaleY="184627">
        <dgm:presLayoutVars>
          <dgm:chPref val="3"/>
        </dgm:presLayoutVars>
      </dgm:prSet>
      <dgm:spPr/>
    </dgm:pt>
    <dgm:pt modelId="{DFDD2FD3-5015-47A3-AC31-05FF4CF0562F}" type="pres">
      <dgm:prSet presAssocID="{7A90E594-363B-402B-A060-DC5DAA2D68D4}" presName="hierChild5" presStyleCnt="0"/>
      <dgm:spPr/>
    </dgm:pt>
    <dgm:pt modelId="{03F8D7D9-9430-479F-9DAF-1C10E6B9B1FA}" type="pres">
      <dgm:prSet presAssocID="{3594922D-EAA2-49B3-BCEC-FA7D0F48F81E}" presName="Name23" presStyleLbl="parChTrans1D4" presStyleIdx="3" presStyleCnt="18"/>
      <dgm:spPr/>
    </dgm:pt>
    <dgm:pt modelId="{07F7AC54-86E9-4AF5-AD4A-23D40C2F6609}" type="pres">
      <dgm:prSet presAssocID="{9640E334-9480-4A84-BC70-D24BCF153D52}" presName="hierRoot4" presStyleCnt="0"/>
      <dgm:spPr/>
    </dgm:pt>
    <dgm:pt modelId="{2396085E-1BCB-4A29-B06C-842D13319228}" type="pres">
      <dgm:prSet presAssocID="{9640E334-9480-4A84-BC70-D24BCF153D52}" presName="composite4" presStyleCnt="0"/>
      <dgm:spPr/>
    </dgm:pt>
    <dgm:pt modelId="{5150BB15-1346-483E-AF7D-70E2640A7E40}" type="pres">
      <dgm:prSet presAssocID="{9640E334-9480-4A84-BC70-D24BCF153D52}" presName="background4" presStyleLbl="node4" presStyleIdx="3" presStyleCnt="18"/>
      <dgm:spPr/>
    </dgm:pt>
    <dgm:pt modelId="{CDDF574B-1D82-4FB8-8077-5F85A7CEF7B9}" type="pres">
      <dgm:prSet presAssocID="{9640E334-9480-4A84-BC70-D24BCF153D52}" presName="text4" presStyleLbl="fgAcc4" presStyleIdx="3" presStyleCnt="18" custScaleX="114039" custScaleY="167913">
        <dgm:presLayoutVars>
          <dgm:chPref val="3"/>
        </dgm:presLayoutVars>
      </dgm:prSet>
      <dgm:spPr/>
    </dgm:pt>
    <dgm:pt modelId="{933DDD88-8DD9-4E5E-9806-8B09BE811C9B}" type="pres">
      <dgm:prSet presAssocID="{9640E334-9480-4A84-BC70-D24BCF153D52}" presName="hierChild5" presStyleCnt="0"/>
      <dgm:spPr/>
    </dgm:pt>
    <dgm:pt modelId="{3CBDBA62-4C7E-435D-BC9D-239044301547}" type="pres">
      <dgm:prSet presAssocID="{4D70C2E6-4F2B-40B4-98FC-0991C8A7645E}" presName="Name23" presStyleLbl="parChTrans1D4" presStyleIdx="4" presStyleCnt="18"/>
      <dgm:spPr/>
    </dgm:pt>
    <dgm:pt modelId="{0C985457-ABEA-4543-9E67-3CEAEBACA288}" type="pres">
      <dgm:prSet presAssocID="{00C11182-5807-44AB-9985-431CAC2E5275}" presName="hierRoot4" presStyleCnt="0"/>
      <dgm:spPr/>
    </dgm:pt>
    <dgm:pt modelId="{1583A36E-A3F3-4BD5-939E-C762C960AEBA}" type="pres">
      <dgm:prSet presAssocID="{00C11182-5807-44AB-9985-431CAC2E5275}" presName="composite4" presStyleCnt="0"/>
      <dgm:spPr/>
    </dgm:pt>
    <dgm:pt modelId="{37D316C6-5040-4D74-8864-132E6BA9BBFC}" type="pres">
      <dgm:prSet presAssocID="{00C11182-5807-44AB-9985-431CAC2E5275}" presName="background4" presStyleLbl="node4" presStyleIdx="4" presStyleCnt="18"/>
      <dgm:spPr/>
    </dgm:pt>
    <dgm:pt modelId="{5B81F4FF-90E0-473F-AA26-0933966D080F}" type="pres">
      <dgm:prSet presAssocID="{00C11182-5807-44AB-9985-431CAC2E5275}" presName="text4" presStyleLbl="fgAcc4" presStyleIdx="4" presStyleCnt="18" custScaleY="289991">
        <dgm:presLayoutVars>
          <dgm:chPref val="3"/>
        </dgm:presLayoutVars>
      </dgm:prSet>
      <dgm:spPr/>
    </dgm:pt>
    <dgm:pt modelId="{F7224FD9-C049-4084-8DA9-9FD6F0D3816E}" type="pres">
      <dgm:prSet presAssocID="{00C11182-5807-44AB-9985-431CAC2E5275}" presName="hierChild5" presStyleCnt="0"/>
      <dgm:spPr/>
    </dgm:pt>
    <dgm:pt modelId="{D11D003C-CB16-47A8-9BF7-F56F919A5E74}" type="pres">
      <dgm:prSet presAssocID="{3B9BE9A6-0E02-421D-B781-839188EF02AD}" presName="Name23" presStyleLbl="parChTrans1D4" presStyleIdx="5" presStyleCnt="18"/>
      <dgm:spPr/>
    </dgm:pt>
    <dgm:pt modelId="{4F047DB4-C4BA-4D93-A18F-4C41B3003984}" type="pres">
      <dgm:prSet presAssocID="{C670D8F7-BD99-49EB-9E63-876022F745D6}" presName="hierRoot4" presStyleCnt="0"/>
      <dgm:spPr/>
    </dgm:pt>
    <dgm:pt modelId="{5C8802A8-13CB-4672-98FC-B20CD74DF89D}" type="pres">
      <dgm:prSet presAssocID="{C670D8F7-BD99-49EB-9E63-876022F745D6}" presName="composite4" presStyleCnt="0"/>
      <dgm:spPr/>
    </dgm:pt>
    <dgm:pt modelId="{B3AB75D9-CAB8-4D3E-ADC7-4B8D7ABDFAD3}" type="pres">
      <dgm:prSet presAssocID="{C670D8F7-BD99-49EB-9E63-876022F745D6}" presName="background4" presStyleLbl="node4" presStyleIdx="5" presStyleCnt="18"/>
      <dgm:spPr/>
    </dgm:pt>
    <dgm:pt modelId="{924979AF-3A37-49B4-8161-920557516DF4}" type="pres">
      <dgm:prSet presAssocID="{C670D8F7-BD99-49EB-9E63-876022F745D6}" presName="text4" presStyleLbl="fgAcc4" presStyleIdx="5" presStyleCnt="18" custScaleX="118081" custScaleY="142119">
        <dgm:presLayoutVars>
          <dgm:chPref val="3"/>
        </dgm:presLayoutVars>
      </dgm:prSet>
      <dgm:spPr/>
    </dgm:pt>
    <dgm:pt modelId="{A7191729-F617-4AA6-8763-44492C6750E5}" type="pres">
      <dgm:prSet presAssocID="{C670D8F7-BD99-49EB-9E63-876022F745D6}" presName="hierChild5" presStyleCnt="0"/>
      <dgm:spPr/>
    </dgm:pt>
    <dgm:pt modelId="{E16E5A0E-C98A-486A-A822-BCB1515D6D73}" type="pres">
      <dgm:prSet presAssocID="{DF9BBC3C-0CDC-47A3-8442-253F6FB492D9}" presName="Name17" presStyleLbl="parChTrans1D3" presStyleIdx="1" presStyleCnt="5"/>
      <dgm:spPr/>
    </dgm:pt>
    <dgm:pt modelId="{B9CB67D4-ED5B-47A9-B2C7-641C3D8CC0D1}" type="pres">
      <dgm:prSet presAssocID="{773620B6-72BD-4AA7-AD3E-C840BE0AB8D5}" presName="hierRoot3" presStyleCnt="0"/>
      <dgm:spPr/>
    </dgm:pt>
    <dgm:pt modelId="{830343D5-0977-419B-A2D5-AC6B488CE6A2}" type="pres">
      <dgm:prSet presAssocID="{773620B6-72BD-4AA7-AD3E-C840BE0AB8D5}" presName="composite3" presStyleCnt="0"/>
      <dgm:spPr/>
    </dgm:pt>
    <dgm:pt modelId="{4243BF0C-15AF-4355-BD68-7D01430782DD}" type="pres">
      <dgm:prSet presAssocID="{773620B6-72BD-4AA7-AD3E-C840BE0AB8D5}" presName="background3" presStyleLbl="node3" presStyleIdx="1" presStyleCnt="5"/>
      <dgm:spPr/>
    </dgm:pt>
    <dgm:pt modelId="{EBC58B70-D1C5-47CF-B55B-1F05A54A9968}" type="pres">
      <dgm:prSet presAssocID="{773620B6-72BD-4AA7-AD3E-C840BE0AB8D5}" presName="text3" presStyleLbl="fgAcc3" presStyleIdx="1" presStyleCnt="5" custScaleX="157943">
        <dgm:presLayoutVars>
          <dgm:chPref val="3"/>
        </dgm:presLayoutVars>
      </dgm:prSet>
      <dgm:spPr/>
    </dgm:pt>
    <dgm:pt modelId="{EF337F9F-29D0-4BF2-9DD5-0B29E1C154EC}" type="pres">
      <dgm:prSet presAssocID="{773620B6-72BD-4AA7-AD3E-C840BE0AB8D5}" presName="hierChild4" presStyleCnt="0"/>
      <dgm:spPr/>
    </dgm:pt>
    <dgm:pt modelId="{2691E219-C375-4042-B2EB-189263EA8A4F}" type="pres">
      <dgm:prSet presAssocID="{EC686701-50BE-4237-AA68-42564EA1EB32}" presName="Name23" presStyleLbl="parChTrans1D4" presStyleIdx="6" presStyleCnt="18"/>
      <dgm:spPr/>
    </dgm:pt>
    <dgm:pt modelId="{9FDBE04E-7C00-4DAC-9A4C-165C3F588959}" type="pres">
      <dgm:prSet presAssocID="{45A1285D-03E2-4FC5-B63F-CC73CA1A4BEE}" presName="hierRoot4" presStyleCnt="0"/>
      <dgm:spPr/>
    </dgm:pt>
    <dgm:pt modelId="{57FE2EFC-2652-4F1D-A351-83DF6E670686}" type="pres">
      <dgm:prSet presAssocID="{45A1285D-03E2-4FC5-B63F-CC73CA1A4BEE}" presName="composite4" presStyleCnt="0"/>
      <dgm:spPr/>
    </dgm:pt>
    <dgm:pt modelId="{3060C2E0-FED7-4E6A-A92C-E15167EB816D}" type="pres">
      <dgm:prSet presAssocID="{45A1285D-03E2-4FC5-B63F-CC73CA1A4BEE}" presName="background4" presStyleLbl="node4" presStyleIdx="6" presStyleCnt="18"/>
      <dgm:spPr/>
    </dgm:pt>
    <dgm:pt modelId="{EBAF6D40-DDAF-45A2-A156-DA61074E76FD}" type="pres">
      <dgm:prSet presAssocID="{45A1285D-03E2-4FC5-B63F-CC73CA1A4BEE}" presName="text4" presStyleLbl="fgAcc4" presStyleIdx="6" presStyleCnt="18">
        <dgm:presLayoutVars>
          <dgm:chPref val="3"/>
        </dgm:presLayoutVars>
      </dgm:prSet>
      <dgm:spPr/>
    </dgm:pt>
    <dgm:pt modelId="{865DB349-E5AF-46C0-B0AC-E9D0A52F9C7D}" type="pres">
      <dgm:prSet presAssocID="{45A1285D-03E2-4FC5-B63F-CC73CA1A4BEE}" presName="hierChild5" presStyleCnt="0"/>
      <dgm:spPr/>
    </dgm:pt>
    <dgm:pt modelId="{BB4D565B-F6FC-4706-8990-80151501AC5A}" type="pres">
      <dgm:prSet presAssocID="{77A40671-9BCE-464B-8290-9F8E4615F3E3}" presName="Name23" presStyleLbl="parChTrans1D4" presStyleIdx="7" presStyleCnt="18"/>
      <dgm:spPr/>
    </dgm:pt>
    <dgm:pt modelId="{DB24DBD5-2E0F-4BE1-9EB8-B8E357737FB0}" type="pres">
      <dgm:prSet presAssocID="{84A31C80-1FE0-4754-AF50-EE9A157A60F6}" presName="hierRoot4" presStyleCnt="0"/>
      <dgm:spPr/>
    </dgm:pt>
    <dgm:pt modelId="{A207C99A-26B1-4EAF-BDD6-BFCF06BCD42E}" type="pres">
      <dgm:prSet presAssocID="{84A31C80-1FE0-4754-AF50-EE9A157A60F6}" presName="composite4" presStyleCnt="0"/>
      <dgm:spPr/>
    </dgm:pt>
    <dgm:pt modelId="{E7122916-451F-4F71-B809-118A671FF1E5}" type="pres">
      <dgm:prSet presAssocID="{84A31C80-1FE0-4754-AF50-EE9A157A60F6}" presName="background4" presStyleLbl="node4" presStyleIdx="7" presStyleCnt="18"/>
      <dgm:spPr/>
    </dgm:pt>
    <dgm:pt modelId="{19BED8C5-781F-4015-AE6D-3CDDE6224FD3}" type="pres">
      <dgm:prSet presAssocID="{84A31C80-1FE0-4754-AF50-EE9A157A60F6}" presName="text4" presStyleLbl="fgAcc4" presStyleIdx="7" presStyleCnt="18" custScaleX="119852" custScaleY="248584">
        <dgm:presLayoutVars>
          <dgm:chPref val="3"/>
        </dgm:presLayoutVars>
      </dgm:prSet>
      <dgm:spPr/>
    </dgm:pt>
    <dgm:pt modelId="{80D88D14-C8A1-488D-B1CA-341ABB7F36C5}" type="pres">
      <dgm:prSet presAssocID="{84A31C80-1FE0-4754-AF50-EE9A157A60F6}" presName="hierChild5" presStyleCnt="0"/>
      <dgm:spPr/>
    </dgm:pt>
    <dgm:pt modelId="{645ED8B1-5E96-473B-AA23-D316EBED0923}" type="pres">
      <dgm:prSet presAssocID="{47FA4421-05FC-4814-959A-7D1222FA097E}" presName="Name23" presStyleLbl="parChTrans1D4" presStyleIdx="8" presStyleCnt="18"/>
      <dgm:spPr/>
    </dgm:pt>
    <dgm:pt modelId="{3664CB06-1BF2-4F87-88EC-7F3A613F216A}" type="pres">
      <dgm:prSet presAssocID="{5A62F4D5-3144-46CD-9F40-8843616F1D79}" presName="hierRoot4" presStyleCnt="0"/>
      <dgm:spPr/>
    </dgm:pt>
    <dgm:pt modelId="{CE225D9A-D68F-484B-989A-AE927810BF42}" type="pres">
      <dgm:prSet presAssocID="{5A62F4D5-3144-46CD-9F40-8843616F1D79}" presName="composite4" presStyleCnt="0"/>
      <dgm:spPr/>
    </dgm:pt>
    <dgm:pt modelId="{A8C67FA6-7ABD-4618-B377-927EC3884E24}" type="pres">
      <dgm:prSet presAssocID="{5A62F4D5-3144-46CD-9F40-8843616F1D79}" presName="background4" presStyleLbl="node4" presStyleIdx="8" presStyleCnt="18"/>
      <dgm:spPr/>
    </dgm:pt>
    <dgm:pt modelId="{15C394E3-2F48-457A-8810-B39903F4222F}" type="pres">
      <dgm:prSet presAssocID="{5A62F4D5-3144-46CD-9F40-8843616F1D79}" presName="text4" presStyleLbl="fgAcc4" presStyleIdx="8" presStyleCnt="18" custScaleY="179056">
        <dgm:presLayoutVars>
          <dgm:chPref val="3"/>
        </dgm:presLayoutVars>
      </dgm:prSet>
      <dgm:spPr/>
    </dgm:pt>
    <dgm:pt modelId="{CA9302BB-7C05-470D-89A4-582741ADBBA0}" type="pres">
      <dgm:prSet presAssocID="{5A62F4D5-3144-46CD-9F40-8843616F1D79}" presName="hierChild5" presStyleCnt="0"/>
      <dgm:spPr/>
    </dgm:pt>
    <dgm:pt modelId="{8D4834AA-BE9C-445D-AEB4-FC39536D94E1}" type="pres">
      <dgm:prSet presAssocID="{010C120B-AC4B-4CDB-A3BC-E70DEE42375E}" presName="Name23" presStyleLbl="parChTrans1D4" presStyleIdx="9" presStyleCnt="18"/>
      <dgm:spPr/>
    </dgm:pt>
    <dgm:pt modelId="{CF09EE53-1413-46C2-ADA2-9A14EED231C4}" type="pres">
      <dgm:prSet presAssocID="{268D4E39-0CDB-40D6-B715-717E2E617DEF}" presName="hierRoot4" presStyleCnt="0"/>
      <dgm:spPr/>
    </dgm:pt>
    <dgm:pt modelId="{C5BC64E9-7896-4C8F-99CB-F797682F6EC4}" type="pres">
      <dgm:prSet presAssocID="{268D4E39-0CDB-40D6-B715-717E2E617DEF}" presName="composite4" presStyleCnt="0"/>
      <dgm:spPr/>
    </dgm:pt>
    <dgm:pt modelId="{E9B3408C-50B8-4856-A4C3-CF930E3AC9F0}" type="pres">
      <dgm:prSet presAssocID="{268D4E39-0CDB-40D6-B715-717E2E617DEF}" presName="background4" presStyleLbl="node4" presStyleIdx="9" presStyleCnt="18"/>
      <dgm:spPr/>
    </dgm:pt>
    <dgm:pt modelId="{E304D56B-239A-4D0C-A7D2-813502A91E7F}" type="pres">
      <dgm:prSet presAssocID="{268D4E39-0CDB-40D6-B715-717E2E617DEF}" presName="text4" presStyleLbl="fgAcc4" presStyleIdx="9" presStyleCnt="18" custScaleY="208622">
        <dgm:presLayoutVars>
          <dgm:chPref val="3"/>
        </dgm:presLayoutVars>
      </dgm:prSet>
      <dgm:spPr/>
    </dgm:pt>
    <dgm:pt modelId="{B3F67780-1390-42BA-974B-89B15A64F22E}" type="pres">
      <dgm:prSet presAssocID="{268D4E39-0CDB-40D6-B715-717E2E617DEF}" presName="hierChild5" presStyleCnt="0"/>
      <dgm:spPr/>
    </dgm:pt>
    <dgm:pt modelId="{E8E3A2DF-7361-404C-A61F-02C3FC78834E}" type="pres">
      <dgm:prSet presAssocID="{2D2E37F3-7FF9-4529-BB9C-5F572877A8AB}" presName="Name10" presStyleLbl="parChTrans1D2" presStyleIdx="1" presStyleCnt="3"/>
      <dgm:spPr/>
    </dgm:pt>
    <dgm:pt modelId="{D8957EF7-3CB9-49E5-BD5D-ED4DEFB7F48D}" type="pres">
      <dgm:prSet presAssocID="{D3164122-362F-4780-87EA-5452179970C9}" presName="hierRoot2" presStyleCnt="0"/>
      <dgm:spPr/>
    </dgm:pt>
    <dgm:pt modelId="{4DB13304-2B2F-4ADF-AC29-A572FE68047F}" type="pres">
      <dgm:prSet presAssocID="{D3164122-362F-4780-87EA-5452179970C9}" presName="composite2" presStyleCnt="0"/>
      <dgm:spPr/>
    </dgm:pt>
    <dgm:pt modelId="{C99AF00D-587A-4D2F-9DF3-F086B60B49B6}" type="pres">
      <dgm:prSet presAssocID="{D3164122-362F-4780-87EA-5452179970C9}" presName="background2" presStyleLbl="node2" presStyleIdx="1" presStyleCnt="3"/>
      <dgm:spPr/>
    </dgm:pt>
    <dgm:pt modelId="{24C9B9A5-4725-4D4B-8B2A-6E0660D30F18}" type="pres">
      <dgm:prSet presAssocID="{D3164122-362F-4780-87EA-5452179970C9}" presName="text2" presStyleLbl="fgAcc2" presStyleIdx="1" presStyleCnt="3">
        <dgm:presLayoutVars>
          <dgm:chPref val="3"/>
        </dgm:presLayoutVars>
      </dgm:prSet>
      <dgm:spPr/>
    </dgm:pt>
    <dgm:pt modelId="{ADFE5AE9-6515-4DCB-81BA-C2F2C20F5CEE}" type="pres">
      <dgm:prSet presAssocID="{D3164122-362F-4780-87EA-5452179970C9}" presName="hierChild3" presStyleCnt="0"/>
      <dgm:spPr/>
    </dgm:pt>
    <dgm:pt modelId="{0CDB784D-B2D7-4E33-AB5E-42DED4D3DF95}" type="pres">
      <dgm:prSet presAssocID="{AE66FE3E-D9EC-4BD9-968E-1FDAE6F3B630}" presName="Name17" presStyleLbl="parChTrans1D3" presStyleIdx="2" presStyleCnt="5"/>
      <dgm:spPr/>
    </dgm:pt>
    <dgm:pt modelId="{1E24F256-6879-4031-8DEB-4A56A67D8B76}" type="pres">
      <dgm:prSet presAssocID="{DF406A71-B3C2-4AE6-8AB9-0D8055C5DF58}" presName="hierRoot3" presStyleCnt="0"/>
      <dgm:spPr/>
    </dgm:pt>
    <dgm:pt modelId="{946AF80A-242A-4866-A0A3-F4EE4FEAD3E3}" type="pres">
      <dgm:prSet presAssocID="{DF406A71-B3C2-4AE6-8AB9-0D8055C5DF58}" presName="composite3" presStyleCnt="0"/>
      <dgm:spPr/>
    </dgm:pt>
    <dgm:pt modelId="{A8ABF9B4-AFFB-4B89-A425-BBEDF4894B77}" type="pres">
      <dgm:prSet presAssocID="{DF406A71-B3C2-4AE6-8AB9-0D8055C5DF58}" presName="background3" presStyleLbl="node3" presStyleIdx="2" presStyleCnt="5"/>
      <dgm:spPr/>
    </dgm:pt>
    <dgm:pt modelId="{446059D9-CC56-492D-BFE3-1297E163E248}" type="pres">
      <dgm:prSet presAssocID="{DF406A71-B3C2-4AE6-8AB9-0D8055C5DF58}" presName="text3" presStyleLbl="fgAcc3" presStyleIdx="2" presStyleCnt="5" custScaleX="181299">
        <dgm:presLayoutVars>
          <dgm:chPref val="3"/>
        </dgm:presLayoutVars>
      </dgm:prSet>
      <dgm:spPr/>
    </dgm:pt>
    <dgm:pt modelId="{A4C84C6C-C7E0-4692-AFDA-6E72D6001B0B}" type="pres">
      <dgm:prSet presAssocID="{DF406A71-B3C2-4AE6-8AB9-0D8055C5DF58}" presName="hierChild4" presStyleCnt="0"/>
      <dgm:spPr/>
    </dgm:pt>
    <dgm:pt modelId="{97C435D1-BB08-4A46-BEE0-F112D1C689B4}" type="pres">
      <dgm:prSet presAssocID="{CFB0213E-D365-40F3-9054-6D11DFC6D814}" presName="Name23" presStyleLbl="parChTrans1D4" presStyleIdx="10" presStyleCnt="18"/>
      <dgm:spPr/>
    </dgm:pt>
    <dgm:pt modelId="{C11E8BBD-4861-46F7-BC6A-5AEB8CE643D6}" type="pres">
      <dgm:prSet presAssocID="{0513EC31-AAD5-4437-9EE4-F154488A0BD7}" presName="hierRoot4" presStyleCnt="0"/>
      <dgm:spPr/>
    </dgm:pt>
    <dgm:pt modelId="{DFC26B8E-9B07-42A2-93C9-1BF0B5621432}" type="pres">
      <dgm:prSet presAssocID="{0513EC31-AAD5-4437-9EE4-F154488A0BD7}" presName="composite4" presStyleCnt="0"/>
      <dgm:spPr/>
    </dgm:pt>
    <dgm:pt modelId="{8DAE1D9F-ABE0-4BE8-A7DC-F41ADEE0AB61}" type="pres">
      <dgm:prSet presAssocID="{0513EC31-AAD5-4437-9EE4-F154488A0BD7}" presName="background4" presStyleLbl="node4" presStyleIdx="10" presStyleCnt="18"/>
      <dgm:spPr/>
    </dgm:pt>
    <dgm:pt modelId="{09058E97-2D6D-4460-A61E-5F994535679C}" type="pres">
      <dgm:prSet presAssocID="{0513EC31-AAD5-4437-9EE4-F154488A0BD7}" presName="text4" presStyleLbl="fgAcc4" presStyleIdx="10" presStyleCnt="18" custScaleX="114945" custScaleY="138821">
        <dgm:presLayoutVars>
          <dgm:chPref val="3"/>
        </dgm:presLayoutVars>
      </dgm:prSet>
      <dgm:spPr/>
    </dgm:pt>
    <dgm:pt modelId="{8D1218E8-395E-42C9-B1C0-6C0787840B64}" type="pres">
      <dgm:prSet presAssocID="{0513EC31-AAD5-4437-9EE4-F154488A0BD7}" presName="hierChild5" presStyleCnt="0"/>
      <dgm:spPr/>
    </dgm:pt>
    <dgm:pt modelId="{17B001EF-43E7-4A81-AACC-C07B339B7E2E}" type="pres">
      <dgm:prSet presAssocID="{52253047-0489-4A13-A1AF-649C4DC0F3AE}" presName="Name23" presStyleLbl="parChTrans1D4" presStyleIdx="11" presStyleCnt="18"/>
      <dgm:spPr/>
    </dgm:pt>
    <dgm:pt modelId="{8249328F-A1E9-4F84-A095-183301BECBCC}" type="pres">
      <dgm:prSet presAssocID="{562EACE6-FC7B-4591-94DE-DAFBC20EC355}" presName="hierRoot4" presStyleCnt="0"/>
      <dgm:spPr/>
    </dgm:pt>
    <dgm:pt modelId="{9AFF083F-06E8-4278-A82D-959C56A150EE}" type="pres">
      <dgm:prSet presAssocID="{562EACE6-FC7B-4591-94DE-DAFBC20EC355}" presName="composite4" presStyleCnt="0"/>
      <dgm:spPr/>
    </dgm:pt>
    <dgm:pt modelId="{648F769D-2066-4046-9CF2-1858CA164EA5}" type="pres">
      <dgm:prSet presAssocID="{562EACE6-FC7B-4591-94DE-DAFBC20EC355}" presName="background4" presStyleLbl="node4" presStyleIdx="11" presStyleCnt="18"/>
      <dgm:spPr/>
    </dgm:pt>
    <dgm:pt modelId="{4E021796-B6ED-4381-AC19-E9574AAC2B64}" type="pres">
      <dgm:prSet presAssocID="{562EACE6-FC7B-4591-94DE-DAFBC20EC355}" presName="text4" presStyleLbl="fgAcc4" presStyleIdx="11" presStyleCnt="18" custScaleY="187448">
        <dgm:presLayoutVars>
          <dgm:chPref val="3"/>
        </dgm:presLayoutVars>
      </dgm:prSet>
      <dgm:spPr/>
    </dgm:pt>
    <dgm:pt modelId="{A144A888-5C9A-424F-8FCC-B97F58ADB18C}" type="pres">
      <dgm:prSet presAssocID="{562EACE6-FC7B-4591-94DE-DAFBC20EC355}" presName="hierChild5" presStyleCnt="0"/>
      <dgm:spPr/>
    </dgm:pt>
    <dgm:pt modelId="{DC1818A1-8AB6-473A-A5A4-EA999F57E701}" type="pres">
      <dgm:prSet presAssocID="{D0CD1F33-805C-4A27-97CA-C3DAF4F16E95}" presName="Name23" presStyleLbl="parChTrans1D4" presStyleIdx="12" presStyleCnt="18"/>
      <dgm:spPr/>
    </dgm:pt>
    <dgm:pt modelId="{984723F0-2234-4E84-98C5-60DFCA74ABB2}" type="pres">
      <dgm:prSet presAssocID="{00BCEA8F-F653-44D6-88EA-98CFE7C798AD}" presName="hierRoot4" presStyleCnt="0"/>
      <dgm:spPr/>
    </dgm:pt>
    <dgm:pt modelId="{0317DB76-02A7-4C59-8B80-E0759B3F4380}" type="pres">
      <dgm:prSet presAssocID="{00BCEA8F-F653-44D6-88EA-98CFE7C798AD}" presName="composite4" presStyleCnt="0"/>
      <dgm:spPr/>
    </dgm:pt>
    <dgm:pt modelId="{E541C4D3-3AF5-40A0-80FD-347ECB125216}" type="pres">
      <dgm:prSet presAssocID="{00BCEA8F-F653-44D6-88EA-98CFE7C798AD}" presName="background4" presStyleLbl="node4" presStyleIdx="12" presStyleCnt="18"/>
      <dgm:spPr/>
    </dgm:pt>
    <dgm:pt modelId="{2FB6FAE6-9D9F-492E-ABEC-12E6F3F155BE}" type="pres">
      <dgm:prSet presAssocID="{00BCEA8F-F653-44D6-88EA-98CFE7C798AD}" presName="text4" presStyleLbl="fgAcc4" presStyleIdx="12" presStyleCnt="18" custScaleY="136885">
        <dgm:presLayoutVars>
          <dgm:chPref val="3"/>
        </dgm:presLayoutVars>
      </dgm:prSet>
      <dgm:spPr/>
    </dgm:pt>
    <dgm:pt modelId="{666EFC0D-B25C-4A05-91EF-2ECB498A2309}" type="pres">
      <dgm:prSet presAssocID="{00BCEA8F-F653-44D6-88EA-98CFE7C798AD}" presName="hierChild5" presStyleCnt="0"/>
      <dgm:spPr/>
    </dgm:pt>
    <dgm:pt modelId="{D9AD552E-FC1D-434E-A335-98EF42B4C86D}" type="pres">
      <dgm:prSet presAssocID="{B8CD523F-C125-4FED-9040-AA05AAE6539F}" presName="Name23" presStyleLbl="parChTrans1D4" presStyleIdx="13" presStyleCnt="18"/>
      <dgm:spPr/>
    </dgm:pt>
    <dgm:pt modelId="{279685FB-56E6-4C98-AC48-31C0C78958DD}" type="pres">
      <dgm:prSet presAssocID="{22520C4F-F507-4C3D-AC8A-BB3E73A4F915}" presName="hierRoot4" presStyleCnt="0"/>
      <dgm:spPr/>
    </dgm:pt>
    <dgm:pt modelId="{2CA25493-C730-43FE-9697-FE71E1E44266}" type="pres">
      <dgm:prSet presAssocID="{22520C4F-F507-4C3D-AC8A-BB3E73A4F915}" presName="composite4" presStyleCnt="0"/>
      <dgm:spPr/>
    </dgm:pt>
    <dgm:pt modelId="{E84A5936-E6A8-4F4B-9A83-7B870C875F16}" type="pres">
      <dgm:prSet presAssocID="{22520C4F-F507-4C3D-AC8A-BB3E73A4F915}" presName="background4" presStyleLbl="node4" presStyleIdx="13" presStyleCnt="18"/>
      <dgm:spPr/>
    </dgm:pt>
    <dgm:pt modelId="{6DB0DA46-1BAB-42C2-A7C4-33D5622E2D03}" type="pres">
      <dgm:prSet presAssocID="{22520C4F-F507-4C3D-AC8A-BB3E73A4F915}" presName="text4" presStyleLbl="fgAcc4" presStyleIdx="13" presStyleCnt="18" custScaleY="163446">
        <dgm:presLayoutVars>
          <dgm:chPref val="3"/>
        </dgm:presLayoutVars>
      </dgm:prSet>
      <dgm:spPr/>
    </dgm:pt>
    <dgm:pt modelId="{93CA90D4-9549-488A-BEBC-29EB31045020}" type="pres">
      <dgm:prSet presAssocID="{22520C4F-F507-4C3D-AC8A-BB3E73A4F915}" presName="hierChild5" presStyleCnt="0"/>
      <dgm:spPr/>
    </dgm:pt>
    <dgm:pt modelId="{BAC56988-1386-491E-8938-C9685485574C}" type="pres">
      <dgm:prSet presAssocID="{032E8684-C34A-4B1E-9057-8170360BAFAF}" presName="Name23" presStyleLbl="parChTrans1D4" presStyleIdx="14" presStyleCnt="18"/>
      <dgm:spPr/>
    </dgm:pt>
    <dgm:pt modelId="{DB424721-C508-48F3-ACFA-206175FFF1E9}" type="pres">
      <dgm:prSet presAssocID="{B24432E6-165B-413C-8840-C51C572E5465}" presName="hierRoot4" presStyleCnt="0"/>
      <dgm:spPr/>
    </dgm:pt>
    <dgm:pt modelId="{1CA40EFA-22F5-4CD6-9821-9F985C05BADF}" type="pres">
      <dgm:prSet presAssocID="{B24432E6-165B-413C-8840-C51C572E5465}" presName="composite4" presStyleCnt="0"/>
      <dgm:spPr/>
    </dgm:pt>
    <dgm:pt modelId="{FB66B440-AA4E-46A3-BAC8-0F211619BC38}" type="pres">
      <dgm:prSet presAssocID="{B24432E6-165B-413C-8840-C51C572E5465}" presName="background4" presStyleLbl="node4" presStyleIdx="14" presStyleCnt="18"/>
      <dgm:spPr/>
    </dgm:pt>
    <dgm:pt modelId="{88FF6A0A-51CC-42C6-9F66-A7A8F3AC026E}" type="pres">
      <dgm:prSet presAssocID="{B24432E6-165B-413C-8840-C51C572E5465}" presName="text4" presStyleLbl="fgAcc4" presStyleIdx="14" presStyleCnt="18" custScaleY="202974">
        <dgm:presLayoutVars>
          <dgm:chPref val="3"/>
        </dgm:presLayoutVars>
      </dgm:prSet>
      <dgm:spPr/>
    </dgm:pt>
    <dgm:pt modelId="{4C8B7C56-19C9-488D-A0F7-54B065597211}" type="pres">
      <dgm:prSet presAssocID="{B24432E6-165B-413C-8840-C51C572E5465}" presName="hierChild5" presStyleCnt="0"/>
      <dgm:spPr/>
    </dgm:pt>
    <dgm:pt modelId="{D3F3B892-FA73-4D2F-A520-CBCD94FBA092}" type="pres">
      <dgm:prSet presAssocID="{7CD4D9AA-038E-4AB0-A05A-0F3540D2B4F0}" presName="Name23" presStyleLbl="parChTrans1D4" presStyleIdx="15" presStyleCnt="18"/>
      <dgm:spPr/>
    </dgm:pt>
    <dgm:pt modelId="{58EBDCDC-330D-44A5-AAEB-22A2095080CA}" type="pres">
      <dgm:prSet presAssocID="{52AA8B8A-83AC-475C-BCDE-6198406BCF2D}" presName="hierRoot4" presStyleCnt="0"/>
      <dgm:spPr/>
    </dgm:pt>
    <dgm:pt modelId="{669EE684-F6E5-4412-8483-7663EFCE67EF}" type="pres">
      <dgm:prSet presAssocID="{52AA8B8A-83AC-475C-BCDE-6198406BCF2D}" presName="composite4" presStyleCnt="0"/>
      <dgm:spPr/>
    </dgm:pt>
    <dgm:pt modelId="{89B39358-69F2-4193-9042-E43528B8883B}" type="pres">
      <dgm:prSet presAssocID="{52AA8B8A-83AC-475C-BCDE-6198406BCF2D}" presName="background4" presStyleLbl="node4" presStyleIdx="15" presStyleCnt="18"/>
      <dgm:spPr/>
    </dgm:pt>
    <dgm:pt modelId="{0143F746-8F68-4CD2-B250-8EDF9E90B3D6}" type="pres">
      <dgm:prSet presAssocID="{52AA8B8A-83AC-475C-BCDE-6198406BCF2D}" presName="text4" presStyleLbl="fgAcc4" presStyleIdx="15" presStyleCnt="18" custScaleX="112795" custScaleY="206584">
        <dgm:presLayoutVars>
          <dgm:chPref val="3"/>
        </dgm:presLayoutVars>
      </dgm:prSet>
      <dgm:spPr/>
    </dgm:pt>
    <dgm:pt modelId="{CFEA40F2-6C27-4BAA-9E02-5330A4A781EF}" type="pres">
      <dgm:prSet presAssocID="{52AA8B8A-83AC-475C-BCDE-6198406BCF2D}" presName="hierChild5" presStyleCnt="0"/>
      <dgm:spPr/>
    </dgm:pt>
    <dgm:pt modelId="{B42B82DD-8903-4ADC-BBF8-C33C7DA119BD}" type="pres">
      <dgm:prSet presAssocID="{28936F62-E7AD-40E4-B032-CE9E9A348FA9}" presName="Name23" presStyleLbl="parChTrans1D4" presStyleIdx="16" presStyleCnt="18"/>
      <dgm:spPr/>
    </dgm:pt>
    <dgm:pt modelId="{3835AB44-BD41-45CC-A967-12E1A159A330}" type="pres">
      <dgm:prSet presAssocID="{192A8348-DEA3-487C-91D6-F1498586A4BC}" presName="hierRoot4" presStyleCnt="0"/>
      <dgm:spPr/>
    </dgm:pt>
    <dgm:pt modelId="{DD78A782-FD25-4B35-AEC4-EC306701D056}" type="pres">
      <dgm:prSet presAssocID="{192A8348-DEA3-487C-91D6-F1498586A4BC}" presName="composite4" presStyleCnt="0"/>
      <dgm:spPr/>
    </dgm:pt>
    <dgm:pt modelId="{0A81C4EB-7780-4229-9EB4-19924D58645C}" type="pres">
      <dgm:prSet presAssocID="{192A8348-DEA3-487C-91D6-F1498586A4BC}" presName="background4" presStyleLbl="node4" presStyleIdx="16" presStyleCnt="18"/>
      <dgm:spPr/>
    </dgm:pt>
    <dgm:pt modelId="{E42356FF-58C7-440A-B959-C30985DFBEE3}" type="pres">
      <dgm:prSet presAssocID="{192A8348-DEA3-487C-91D6-F1498586A4BC}" presName="text4" presStyleLbl="fgAcc4" presStyleIdx="16" presStyleCnt="18" custScaleY="169093">
        <dgm:presLayoutVars>
          <dgm:chPref val="3"/>
        </dgm:presLayoutVars>
      </dgm:prSet>
      <dgm:spPr/>
    </dgm:pt>
    <dgm:pt modelId="{7715AAAA-BAAF-419F-A2A8-9B22B847B133}" type="pres">
      <dgm:prSet presAssocID="{192A8348-DEA3-487C-91D6-F1498586A4BC}" presName="hierChild5" presStyleCnt="0"/>
      <dgm:spPr/>
    </dgm:pt>
    <dgm:pt modelId="{BD27327A-06BF-435F-8CB3-6A761FDEB7BB}" type="pres">
      <dgm:prSet presAssocID="{EDA735B4-803E-46FC-824B-ACE907A50C97}" presName="Name17" presStyleLbl="parChTrans1D3" presStyleIdx="3" presStyleCnt="5"/>
      <dgm:spPr/>
    </dgm:pt>
    <dgm:pt modelId="{E60FEF18-BCBB-43CD-A5A6-0DD55DB78C3F}" type="pres">
      <dgm:prSet presAssocID="{0A6511AE-F9DE-48E7-9EB3-8B12207F7B10}" presName="hierRoot3" presStyleCnt="0"/>
      <dgm:spPr/>
    </dgm:pt>
    <dgm:pt modelId="{5EF20D70-0105-455B-8986-D1BF133A1224}" type="pres">
      <dgm:prSet presAssocID="{0A6511AE-F9DE-48E7-9EB3-8B12207F7B10}" presName="composite3" presStyleCnt="0"/>
      <dgm:spPr/>
    </dgm:pt>
    <dgm:pt modelId="{47C1611A-EDE7-4C57-BCEA-3C5CC43D2E79}" type="pres">
      <dgm:prSet presAssocID="{0A6511AE-F9DE-48E7-9EB3-8B12207F7B10}" presName="background3" presStyleLbl="node3" presStyleIdx="3" presStyleCnt="5"/>
      <dgm:spPr/>
    </dgm:pt>
    <dgm:pt modelId="{45CB2D9B-2243-4B5A-AEA2-98DDC4085B53}" type="pres">
      <dgm:prSet presAssocID="{0A6511AE-F9DE-48E7-9EB3-8B12207F7B10}" presName="text3" presStyleLbl="fgAcc3" presStyleIdx="3" presStyleCnt="5" custScaleX="173277">
        <dgm:presLayoutVars>
          <dgm:chPref val="3"/>
        </dgm:presLayoutVars>
      </dgm:prSet>
      <dgm:spPr/>
    </dgm:pt>
    <dgm:pt modelId="{DC6D1A84-77D5-43D3-B281-C7C32047BC23}" type="pres">
      <dgm:prSet presAssocID="{0A6511AE-F9DE-48E7-9EB3-8B12207F7B10}" presName="hierChild4" presStyleCnt="0"/>
      <dgm:spPr/>
    </dgm:pt>
    <dgm:pt modelId="{E525DCC1-3BC7-47D1-AC65-301B5222563F}" type="pres">
      <dgm:prSet presAssocID="{A92D2089-C1CC-417A-BADF-B25EA19CCCA9}" presName="Name23" presStyleLbl="parChTrans1D4" presStyleIdx="17" presStyleCnt="18"/>
      <dgm:spPr/>
    </dgm:pt>
    <dgm:pt modelId="{BC435716-F7E3-4985-81DC-41E888057E59}" type="pres">
      <dgm:prSet presAssocID="{A5B832BC-031F-4639-8F8A-3944F0CDFD20}" presName="hierRoot4" presStyleCnt="0"/>
      <dgm:spPr/>
    </dgm:pt>
    <dgm:pt modelId="{2FC41D7C-C8B8-4AFC-BC78-802B614C9F74}" type="pres">
      <dgm:prSet presAssocID="{A5B832BC-031F-4639-8F8A-3944F0CDFD20}" presName="composite4" presStyleCnt="0"/>
      <dgm:spPr/>
    </dgm:pt>
    <dgm:pt modelId="{8C1FFC2C-1870-4ACF-B3DD-F6BD7876679C}" type="pres">
      <dgm:prSet presAssocID="{A5B832BC-031F-4639-8F8A-3944F0CDFD20}" presName="background4" presStyleLbl="node4" presStyleIdx="17" presStyleCnt="18"/>
      <dgm:spPr/>
    </dgm:pt>
    <dgm:pt modelId="{3440022A-236A-4742-BC0C-6B63B7BC556B}" type="pres">
      <dgm:prSet presAssocID="{A5B832BC-031F-4639-8F8A-3944F0CDFD20}" presName="text4" presStyleLbl="fgAcc4" presStyleIdx="17" presStyleCnt="18" custScaleY="201973" custLinFactY="46301" custLinFactNeighborX="3925" custLinFactNeighborY="100000">
        <dgm:presLayoutVars>
          <dgm:chPref val="3"/>
        </dgm:presLayoutVars>
      </dgm:prSet>
      <dgm:spPr/>
    </dgm:pt>
    <dgm:pt modelId="{3C19709A-4105-4C9A-BAFB-155F11B29109}" type="pres">
      <dgm:prSet presAssocID="{A5B832BC-031F-4639-8F8A-3944F0CDFD20}" presName="hierChild5" presStyleCnt="0"/>
      <dgm:spPr/>
    </dgm:pt>
    <dgm:pt modelId="{9E87AAC7-8FA1-409C-B59B-DAC474A3D7F6}" type="pres">
      <dgm:prSet presAssocID="{75BD56C0-FF3C-48A9-BEB3-10EBF2FC0C71}" presName="Name10" presStyleLbl="parChTrans1D2" presStyleIdx="2" presStyleCnt="3"/>
      <dgm:spPr/>
    </dgm:pt>
    <dgm:pt modelId="{FEF2345E-B4B3-4E99-9388-336871168A0D}" type="pres">
      <dgm:prSet presAssocID="{E79CF8BC-1C1A-4A8F-B396-55A629151831}" presName="hierRoot2" presStyleCnt="0"/>
      <dgm:spPr/>
    </dgm:pt>
    <dgm:pt modelId="{4A4057BD-2F30-4775-8ABE-72BEA8D32653}" type="pres">
      <dgm:prSet presAssocID="{E79CF8BC-1C1A-4A8F-B396-55A629151831}" presName="composite2" presStyleCnt="0"/>
      <dgm:spPr/>
    </dgm:pt>
    <dgm:pt modelId="{5EFDDE5A-6F9D-46CC-B23E-F60ECB0E7FB3}" type="pres">
      <dgm:prSet presAssocID="{E79CF8BC-1C1A-4A8F-B396-55A629151831}" presName="background2" presStyleLbl="node2" presStyleIdx="2" presStyleCnt="3"/>
      <dgm:spPr/>
    </dgm:pt>
    <dgm:pt modelId="{E4CBA675-5A23-4057-8F16-C25872D649DA}" type="pres">
      <dgm:prSet presAssocID="{E79CF8BC-1C1A-4A8F-B396-55A629151831}" presName="text2" presStyleLbl="fgAcc2" presStyleIdx="2" presStyleCnt="3" custScaleX="144877">
        <dgm:presLayoutVars>
          <dgm:chPref val="3"/>
        </dgm:presLayoutVars>
      </dgm:prSet>
      <dgm:spPr/>
    </dgm:pt>
    <dgm:pt modelId="{4EEB33F1-6AAA-4CCB-B7CE-F79BC615F05F}" type="pres">
      <dgm:prSet presAssocID="{E79CF8BC-1C1A-4A8F-B396-55A629151831}" presName="hierChild3" presStyleCnt="0"/>
      <dgm:spPr/>
    </dgm:pt>
    <dgm:pt modelId="{82E2CC74-6ABE-4BD3-943F-73DE1FEB3111}" type="pres">
      <dgm:prSet presAssocID="{DE1AD62E-E082-436D-9A97-63321B4A7612}" presName="Name17" presStyleLbl="parChTrans1D3" presStyleIdx="4" presStyleCnt="5"/>
      <dgm:spPr/>
    </dgm:pt>
    <dgm:pt modelId="{867A494C-826F-4A64-A889-A21EE7C547D3}" type="pres">
      <dgm:prSet presAssocID="{C9ACDB2E-5201-482E-BCF7-D69DA68C9F89}" presName="hierRoot3" presStyleCnt="0"/>
      <dgm:spPr/>
    </dgm:pt>
    <dgm:pt modelId="{870E5C4A-3039-47B9-B03E-0BEEC5B70F6E}" type="pres">
      <dgm:prSet presAssocID="{C9ACDB2E-5201-482E-BCF7-D69DA68C9F89}" presName="composite3" presStyleCnt="0"/>
      <dgm:spPr/>
    </dgm:pt>
    <dgm:pt modelId="{9A1D49D8-154A-4D1B-8DEF-0F840E31818F}" type="pres">
      <dgm:prSet presAssocID="{C9ACDB2E-5201-482E-BCF7-D69DA68C9F89}" presName="background3" presStyleLbl="node3" presStyleIdx="4" presStyleCnt="5"/>
      <dgm:spPr/>
    </dgm:pt>
    <dgm:pt modelId="{27B970F7-5AA8-4DC5-AB98-FA6D447E05B9}" type="pres">
      <dgm:prSet presAssocID="{C9ACDB2E-5201-482E-BCF7-D69DA68C9F89}" presName="text3" presStyleLbl="fgAcc3" presStyleIdx="4" presStyleCnt="5" custScaleX="125058" custScaleY="264615" custLinFactY="100000" custLinFactNeighborX="3269" custLinFactNeighborY="194662">
        <dgm:presLayoutVars>
          <dgm:chPref val="3"/>
        </dgm:presLayoutVars>
      </dgm:prSet>
      <dgm:spPr/>
    </dgm:pt>
    <dgm:pt modelId="{AC626106-6C88-46F4-A99D-80B02ED12ECA}" type="pres">
      <dgm:prSet presAssocID="{C9ACDB2E-5201-482E-BCF7-D69DA68C9F89}" presName="hierChild4" presStyleCnt="0"/>
      <dgm:spPr/>
    </dgm:pt>
  </dgm:ptLst>
  <dgm:cxnLst>
    <dgm:cxn modelId="{759F1201-9E9F-4349-89DB-E512E44CBE0D}" srcId="{41C92E46-08EE-4CE1-B0AF-A6E59FEC40B6}" destId="{C7F9B29B-48B0-4B3C-ACCA-998A7002C2B6}" srcOrd="0" destOrd="0" parTransId="{17DB124A-9C1A-4AB0-9B6D-52C56C9BAF61}" sibTransId="{6566DB26-19C9-4E70-92C0-FD3EE1CBFE17}"/>
    <dgm:cxn modelId="{E7E7C302-41AE-47E0-A139-6C3B1BABF28C}" srcId="{DF406A71-B3C2-4AE6-8AB9-0D8055C5DF58}" destId="{52AA8B8A-83AC-475C-BCDE-6198406BCF2D}" srcOrd="2" destOrd="0" parTransId="{7CD4D9AA-038E-4AB0-A05A-0F3540D2B4F0}" sibTransId="{84FF4F00-7A11-40A7-93E9-FD531293D9DC}"/>
    <dgm:cxn modelId="{073CF303-8103-4797-BEB4-606AD9BEA295}" srcId="{D3164122-362F-4780-87EA-5452179970C9}" destId="{0A6511AE-F9DE-48E7-9EB3-8B12207F7B10}" srcOrd="1" destOrd="0" parTransId="{EDA735B4-803E-46FC-824B-ACE907A50C97}" sibTransId="{5EE1AA29-1C27-4D95-8748-0B702C1312E2}"/>
    <dgm:cxn modelId="{62E39605-3E59-4759-9717-14D7234569D8}" type="presOf" srcId="{22520C4F-F507-4C3D-AC8A-BB3E73A4F915}" destId="{6DB0DA46-1BAB-42C2-A7C4-33D5622E2D03}" srcOrd="0" destOrd="0" presId="urn:microsoft.com/office/officeart/2005/8/layout/hierarchy1"/>
    <dgm:cxn modelId="{D20D2A07-8B07-4DB9-B3A9-B93C80521383}" type="presOf" srcId="{A92D2089-C1CC-417A-BADF-B25EA19CCCA9}" destId="{E525DCC1-3BC7-47D1-AC65-301B5222563F}" srcOrd="0" destOrd="0" presId="urn:microsoft.com/office/officeart/2005/8/layout/hierarchy1"/>
    <dgm:cxn modelId="{3AB35507-5D11-4EDD-906C-524CA3D71581}" type="presOf" srcId="{0A6511AE-F9DE-48E7-9EB3-8B12207F7B10}" destId="{45CB2D9B-2243-4B5A-AEA2-98DDC4085B53}" srcOrd="0" destOrd="0" presId="urn:microsoft.com/office/officeart/2005/8/layout/hierarchy1"/>
    <dgm:cxn modelId="{0D08FC08-9400-447A-B0EF-77700C35ABC2}" type="presOf" srcId="{9640E334-9480-4A84-BC70-D24BCF153D52}" destId="{CDDF574B-1D82-4FB8-8077-5F85A7CEF7B9}" srcOrd="0" destOrd="0" presId="urn:microsoft.com/office/officeart/2005/8/layout/hierarchy1"/>
    <dgm:cxn modelId="{7CB04309-162B-4AB6-BCF3-D0CB43E43FB2}" srcId="{00BCEA8F-F653-44D6-88EA-98CFE7C798AD}" destId="{B24432E6-165B-413C-8840-C51C572E5465}" srcOrd="1" destOrd="0" parTransId="{032E8684-C34A-4B1E-9057-8170360BAFAF}" sibTransId="{8CCAC0A4-7A04-44AE-AEBA-C56890E35A9E}"/>
    <dgm:cxn modelId="{2FC09E09-8682-4480-980F-95F6E492E1E9}" srcId="{0AF064BC-4EDA-444F-988F-3ABD24DC688B}" destId="{E79CF8BC-1C1A-4A8F-B396-55A629151831}" srcOrd="2" destOrd="0" parTransId="{75BD56C0-FF3C-48A9-BEB3-10EBF2FC0C71}" sibTransId="{1C86DAB6-B300-44C7-A218-90441DA0E67B}"/>
    <dgm:cxn modelId="{BA04FC0A-F50F-4EF7-999C-E6CDCF9F3479}" type="presOf" srcId="{5A62F4D5-3144-46CD-9F40-8843616F1D79}" destId="{15C394E3-2F48-457A-8810-B39903F4222F}" srcOrd="0" destOrd="0" presId="urn:microsoft.com/office/officeart/2005/8/layout/hierarchy1"/>
    <dgm:cxn modelId="{F468680C-47BB-4038-8B9D-9F2B42857069}" type="presOf" srcId="{84A31C80-1FE0-4754-AF50-EE9A157A60F6}" destId="{19BED8C5-781F-4015-AE6D-3CDDE6224FD3}" srcOrd="0" destOrd="0" presId="urn:microsoft.com/office/officeart/2005/8/layout/hierarchy1"/>
    <dgm:cxn modelId="{C7BF0E12-1FBD-4797-B08D-ED303FBCC745}" srcId="{DF406A71-B3C2-4AE6-8AB9-0D8055C5DF58}" destId="{0513EC31-AAD5-4437-9EE4-F154488A0BD7}" srcOrd="0" destOrd="0" parTransId="{CFB0213E-D365-40F3-9054-6D11DFC6D814}" sibTransId="{82A08F32-08F0-4D78-A5A8-52ED076FE9CD}"/>
    <dgm:cxn modelId="{B6A62B12-9934-447E-8549-CC404711AD7D}" type="presOf" srcId="{C9ACDB2E-5201-482E-BCF7-D69DA68C9F89}" destId="{27B970F7-5AA8-4DC5-AB98-FA6D447E05B9}" srcOrd="0" destOrd="0" presId="urn:microsoft.com/office/officeart/2005/8/layout/hierarchy1"/>
    <dgm:cxn modelId="{90484F18-79E9-40E2-BEF3-29380C05DF99}" type="presOf" srcId="{00C11182-5807-44AB-9985-431CAC2E5275}" destId="{5B81F4FF-90E0-473F-AA26-0933966D080F}" srcOrd="0" destOrd="0" presId="urn:microsoft.com/office/officeart/2005/8/layout/hierarchy1"/>
    <dgm:cxn modelId="{E1A38119-E4B5-46F5-8956-95863616365C}" type="presOf" srcId="{00BCEA8F-F653-44D6-88EA-98CFE7C798AD}" destId="{2FB6FAE6-9D9F-492E-ABEC-12E6F3F155BE}" srcOrd="0" destOrd="0" presId="urn:microsoft.com/office/officeart/2005/8/layout/hierarchy1"/>
    <dgm:cxn modelId="{E42F6B24-4A58-44BC-B8C2-3E53E30040E4}" srcId="{0AF064BC-4EDA-444F-988F-3ABD24DC688B}" destId="{41C92E46-08EE-4CE1-B0AF-A6E59FEC40B6}" srcOrd="0" destOrd="0" parTransId="{286327CA-ACE8-4653-9998-D88FA69E35F5}" sibTransId="{70B076B7-3E89-4805-A144-E68838E10A2E}"/>
    <dgm:cxn modelId="{73A00727-ADEC-475E-9709-504AA6425822}" srcId="{D3164122-362F-4780-87EA-5452179970C9}" destId="{DF406A71-B3C2-4AE6-8AB9-0D8055C5DF58}" srcOrd="0" destOrd="0" parTransId="{AE66FE3E-D9EC-4BD9-968E-1FDAE6F3B630}" sibTransId="{02FC9910-B082-4CDD-8A3D-079A791A92D6}"/>
    <dgm:cxn modelId="{A6F8C229-478F-4139-A64A-7F87EDCF89AF}" type="presOf" srcId="{47FA4421-05FC-4814-959A-7D1222FA097E}" destId="{645ED8B1-5E96-473B-AA23-D316EBED0923}" srcOrd="0" destOrd="0" presId="urn:microsoft.com/office/officeart/2005/8/layout/hierarchy1"/>
    <dgm:cxn modelId="{83D7CF2A-8ED3-48A2-9C63-B549421EEAEB}" type="presOf" srcId="{0AF064BC-4EDA-444F-988F-3ABD24DC688B}" destId="{ADADA60F-19B2-4074-B728-71723E606108}" srcOrd="0" destOrd="0" presId="urn:microsoft.com/office/officeart/2005/8/layout/hierarchy1"/>
    <dgm:cxn modelId="{0DB7442C-1A62-4772-84D4-E6AD39EFD46A}" type="presOf" srcId="{6CBE605A-6D5A-481F-A89F-96253053BC8F}" destId="{9527C100-3346-4D8C-AEF2-3493117146B9}" srcOrd="0" destOrd="0" presId="urn:microsoft.com/office/officeart/2005/8/layout/hierarchy1"/>
    <dgm:cxn modelId="{C3A14530-C2F5-4C58-8B88-3B5127F10CE8}" type="presOf" srcId="{526D28C0-141A-4DC8-9BED-57A1F0807525}" destId="{F59AEC80-C586-41AF-BAD5-BA797DDE0228}" srcOrd="0" destOrd="0" presId="urn:microsoft.com/office/officeart/2005/8/layout/hierarchy1"/>
    <dgm:cxn modelId="{9E04F631-05C7-42E5-A4B3-D7C679F7AC1B}" type="presOf" srcId="{268D4E39-0CDB-40D6-B715-717E2E617DEF}" destId="{E304D56B-239A-4D0C-A7D2-813502A91E7F}" srcOrd="0" destOrd="0" presId="urn:microsoft.com/office/officeart/2005/8/layout/hierarchy1"/>
    <dgm:cxn modelId="{D8E7D135-7D5C-44D7-8F97-AEA6C5C95601}" type="presOf" srcId="{A53CC60E-10C3-415E-93A8-9C128720BE0A}" destId="{7618D471-BC2F-4BBB-A5F6-A73C03F07BA5}" srcOrd="0" destOrd="0" presId="urn:microsoft.com/office/officeart/2005/8/layout/hierarchy1"/>
    <dgm:cxn modelId="{C46C6D37-9A27-46A6-96B0-2A5AFD32C6D7}" srcId="{773620B6-72BD-4AA7-AD3E-C840BE0AB8D5}" destId="{45A1285D-03E2-4FC5-B63F-CC73CA1A4BEE}" srcOrd="0" destOrd="0" parTransId="{EC686701-50BE-4237-AA68-42564EA1EB32}" sibTransId="{AC3DA7D4-B83A-4B35-A29C-D18EB3BC8726}"/>
    <dgm:cxn modelId="{0B742D3E-C99E-4BDA-8DD0-B802E41F3CC4}" type="presOf" srcId="{DF9BBC3C-0CDC-47A3-8442-253F6FB492D9}" destId="{E16E5A0E-C98A-486A-A822-BCB1515D6D73}" srcOrd="0" destOrd="0" presId="urn:microsoft.com/office/officeart/2005/8/layout/hierarchy1"/>
    <dgm:cxn modelId="{0C98A13E-78A1-4CEB-9235-EFA838848E2D}" type="presOf" srcId="{C670D8F7-BD99-49EB-9E63-876022F745D6}" destId="{924979AF-3A37-49B4-8161-920557516DF4}" srcOrd="0" destOrd="0" presId="urn:microsoft.com/office/officeart/2005/8/layout/hierarchy1"/>
    <dgm:cxn modelId="{E48D3E5B-1D73-4B3A-B031-2525AAA303DF}" type="presOf" srcId="{DF406A71-B3C2-4AE6-8AB9-0D8055C5DF58}" destId="{446059D9-CC56-492D-BFE3-1297E163E248}" srcOrd="0" destOrd="0" presId="urn:microsoft.com/office/officeart/2005/8/layout/hierarchy1"/>
    <dgm:cxn modelId="{D8B92F5C-3928-4032-9F53-5507E9E15785}" srcId="{0513EC31-AAD5-4437-9EE4-F154488A0BD7}" destId="{562EACE6-FC7B-4591-94DE-DAFBC20EC355}" srcOrd="0" destOrd="0" parTransId="{52253047-0489-4A13-A1AF-649C4DC0F3AE}" sibTransId="{C2E82E2E-12E2-45C2-B612-0E2F55E1579E}"/>
    <dgm:cxn modelId="{10F4705C-6D94-4FB0-B4A1-CF0CB6B7E599}" srcId="{C7F9B29B-48B0-4B3C-ACCA-998A7002C2B6}" destId="{7A90E594-363B-402B-A060-DC5DAA2D68D4}" srcOrd="1" destOrd="0" parTransId="{9469052E-40C3-4755-9A73-167758021D10}" sibTransId="{02C2E2F2-40B4-4430-9534-FE1C13152C7E}"/>
    <dgm:cxn modelId="{78590962-33E2-46A5-A11B-198490289107}" type="presOf" srcId="{B24432E6-165B-413C-8840-C51C572E5465}" destId="{88FF6A0A-51CC-42C6-9F66-A7A8F3AC026E}" srcOrd="0" destOrd="0" presId="urn:microsoft.com/office/officeart/2005/8/layout/hierarchy1"/>
    <dgm:cxn modelId="{3B50E045-A860-4FB0-A125-C0775CBF04A4}" type="presOf" srcId="{9469052E-40C3-4755-9A73-167758021D10}" destId="{4DDB5832-6258-4634-B0DA-4E3D86752BE0}" srcOrd="0" destOrd="0" presId="urn:microsoft.com/office/officeart/2005/8/layout/hierarchy1"/>
    <dgm:cxn modelId="{32CBBE48-EE62-47DA-AA21-84FCE66839A8}" type="presOf" srcId="{28936F62-E7AD-40E4-B032-CE9E9A348FA9}" destId="{B42B82DD-8903-4ADC-BBF8-C33C7DA119BD}" srcOrd="0" destOrd="0" presId="urn:microsoft.com/office/officeart/2005/8/layout/hierarchy1"/>
    <dgm:cxn modelId="{2A7BBA6A-9DC8-45F5-AAA6-F0D2F5D6270C}" type="presOf" srcId="{17DB124A-9C1A-4AB0-9B6D-52C56C9BAF61}" destId="{05C2727E-D197-4DD7-81D1-57296E128183}" srcOrd="0" destOrd="0" presId="urn:microsoft.com/office/officeart/2005/8/layout/hierarchy1"/>
    <dgm:cxn modelId="{9BF5C84A-6BED-4CB4-B47B-D4DAF04063AB}" type="presOf" srcId="{DE1AD62E-E082-436D-9A97-63321B4A7612}" destId="{82E2CC74-6ABE-4BD3-943F-73DE1FEB3111}" srcOrd="0" destOrd="0" presId="urn:microsoft.com/office/officeart/2005/8/layout/hierarchy1"/>
    <dgm:cxn modelId="{53F04D4F-8AAB-49D0-AD9B-2864006667AA}" srcId="{00C11182-5807-44AB-9985-431CAC2E5275}" destId="{C670D8F7-BD99-49EB-9E63-876022F745D6}" srcOrd="0" destOrd="0" parTransId="{3B9BE9A6-0E02-421D-B781-839188EF02AD}" sibTransId="{F9016663-845B-421E-BF72-43F127870D87}"/>
    <dgm:cxn modelId="{0256B451-2A48-4808-9457-92BA3FB4FC22}" type="presOf" srcId="{2D2E37F3-7FF9-4529-BB9C-5F572877A8AB}" destId="{E8E3A2DF-7361-404C-A61F-02C3FC78834E}" srcOrd="0" destOrd="0" presId="urn:microsoft.com/office/officeart/2005/8/layout/hierarchy1"/>
    <dgm:cxn modelId="{4D79CA51-617D-41F5-8C87-497F0B407CE0}" type="presOf" srcId="{7A90E594-363B-402B-A060-DC5DAA2D68D4}" destId="{99B99B29-7B4C-4D52-98EB-EB40583810FE}" srcOrd="0" destOrd="0" presId="urn:microsoft.com/office/officeart/2005/8/layout/hierarchy1"/>
    <dgm:cxn modelId="{B184B353-9DCD-4C0D-B267-F31A57F47037}" srcId="{C7F9B29B-48B0-4B3C-ACCA-998A7002C2B6}" destId="{00C11182-5807-44AB-9985-431CAC2E5275}" srcOrd="2" destOrd="0" parTransId="{4D70C2E6-4F2B-40B4-98FC-0991C8A7645E}" sibTransId="{56F6BA3C-CE1E-46DD-B7C7-9B91B5B3A478}"/>
    <dgm:cxn modelId="{8BAB527A-BC46-4A72-81DE-FD40C698BD20}" srcId="{DF406A71-B3C2-4AE6-8AB9-0D8055C5DF58}" destId="{00BCEA8F-F653-44D6-88EA-98CFE7C798AD}" srcOrd="1" destOrd="0" parTransId="{D0CD1F33-805C-4A27-97CA-C3DAF4F16E95}" sibTransId="{C1D04897-9445-4127-9423-9166C2DA4AEE}"/>
    <dgm:cxn modelId="{3DD8C27A-4DAF-48BB-8481-2C7CA7FF3472}" type="presOf" srcId="{CFB0213E-D365-40F3-9054-6D11DFC6D814}" destId="{97C435D1-BB08-4A46-BEE0-F112D1C689B4}" srcOrd="0" destOrd="0" presId="urn:microsoft.com/office/officeart/2005/8/layout/hierarchy1"/>
    <dgm:cxn modelId="{D50B5B7E-0B00-4351-B2F8-C3F25D6D6427}" type="presOf" srcId="{7CD4D9AA-038E-4AB0-A05A-0F3540D2B4F0}" destId="{D3F3B892-FA73-4D2F-A520-CBCD94FBA092}" srcOrd="0" destOrd="0" presId="urn:microsoft.com/office/officeart/2005/8/layout/hierarchy1"/>
    <dgm:cxn modelId="{D274427F-29A6-4DC7-B664-09E240A10C1E}" type="presOf" srcId="{773620B6-72BD-4AA7-AD3E-C840BE0AB8D5}" destId="{EBC58B70-D1C5-47CF-B55B-1F05A54A9968}" srcOrd="0" destOrd="0" presId="urn:microsoft.com/office/officeart/2005/8/layout/hierarchy1"/>
    <dgm:cxn modelId="{4792537F-5B94-401A-8867-D8104230E0DE}" type="presOf" srcId="{126DD4E3-A4E4-476A-B60E-A35A6BA727B2}" destId="{629D5326-99B1-4621-B91F-43D37B11416E}" srcOrd="0" destOrd="0" presId="urn:microsoft.com/office/officeart/2005/8/layout/hierarchy1"/>
    <dgm:cxn modelId="{17BB5E80-9FC5-4789-A35A-C3A8C991778B}" type="presOf" srcId="{52253047-0489-4A13-A1AF-649C4DC0F3AE}" destId="{17B001EF-43E7-4A81-AACC-C07B339B7E2E}" srcOrd="0" destOrd="0" presId="urn:microsoft.com/office/officeart/2005/8/layout/hierarchy1"/>
    <dgm:cxn modelId="{F6E8CA80-686F-447F-A1A3-6F653AE3AA4A}" srcId="{773620B6-72BD-4AA7-AD3E-C840BE0AB8D5}" destId="{5A62F4D5-3144-46CD-9F40-8843616F1D79}" srcOrd="1" destOrd="0" parTransId="{47FA4421-05FC-4814-959A-7D1222FA097E}" sibTransId="{1A585383-E495-4F8C-993D-6BF4EADA7021}"/>
    <dgm:cxn modelId="{084B4786-17F5-4980-91BF-D8A2F0E7070E}" type="presOf" srcId="{52AA8B8A-83AC-475C-BCDE-6198406BCF2D}" destId="{0143F746-8F68-4CD2-B250-8EDF9E90B3D6}" srcOrd="0" destOrd="0" presId="urn:microsoft.com/office/officeart/2005/8/layout/hierarchy1"/>
    <dgm:cxn modelId="{2D39C387-C30E-4F61-9DCF-1A3FA45F2292}" type="presOf" srcId="{E79CF8BC-1C1A-4A8F-B396-55A629151831}" destId="{E4CBA675-5A23-4057-8F16-C25872D649DA}" srcOrd="0" destOrd="0" presId="urn:microsoft.com/office/officeart/2005/8/layout/hierarchy1"/>
    <dgm:cxn modelId="{91A93595-6A85-4238-A39C-FB73A08B9F8A}" type="presOf" srcId="{562EACE6-FC7B-4591-94DE-DAFBC20EC355}" destId="{4E021796-B6ED-4381-AC19-E9574AAC2B64}" srcOrd="0" destOrd="0" presId="urn:microsoft.com/office/officeart/2005/8/layout/hierarchy1"/>
    <dgm:cxn modelId="{7BD24399-7CB6-47B1-BB80-B418991CAAAC}" type="presOf" srcId="{286327CA-ACE8-4653-9998-D88FA69E35F5}" destId="{54C5C67C-4C45-4216-A95E-F6F65EC96C8D}" srcOrd="0" destOrd="0" presId="urn:microsoft.com/office/officeart/2005/8/layout/hierarchy1"/>
    <dgm:cxn modelId="{DA508CA0-6379-4D18-A362-082C16F5F112}" type="presOf" srcId="{EDA735B4-803E-46FC-824B-ACE907A50C97}" destId="{BD27327A-06BF-435F-8CB3-6A761FDEB7BB}" srcOrd="0" destOrd="0" presId="urn:microsoft.com/office/officeart/2005/8/layout/hierarchy1"/>
    <dgm:cxn modelId="{BA88FDA5-011F-4002-B4A4-151DF55876E7}" srcId="{41C92E46-08EE-4CE1-B0AF-A6E59FEC40B6}" destId="{773620B6-72BD-4AA7-AD3E-C840BE0AB8D5}" srcOrd="1" destOrd="0" parTransId="{DF9BBC3C-0CDC-47A3-8442-253F6FB492D9}" sibTransId="{175EAD08-F79E-4105-A06D-E5ABC96BE0E9}"/>
    <dgm:cxn modelId="{3CF05EA6-1F5B-453D-B07B-3702D04B7637}" type="presOf" srcId="{B8CD523F-C125-4FED-9040-AA05AAE6539F}" destId="{D9AD552E-FC1D-434E-A335-98EF42B4C86D}" srcOrd="0" destOrd="0" presId="urn:microsoft.com/office/officeart/2005/8/layout/hierarchy1"/>
    <dgm:cxn modelId="{4C6E49A7-90D0-4E27-9BCD-4101E185979C}" srcId="{45A1285D-03E2-4FC5-B63F-CC73CA1A4BEE}" destId="{84A31C80-1FE0-4754-AF50-EE9A157A60F6}" srcOrd="0" destOrd="0" parTransId="{77A40671-9BCE-464B-8290-9F8E4615F3E3}" sibTransId="{FA6C771B-2C35-42C9-B948-47B2DCC922B6}"/>
    <dgm:cxn modelId="{59F13BAA-A57E-4FB8-B783-6EB032129A0C}" type="presOf" srcId="{010C120B-AC4B-4CDB-A3BC-E70DEE42375E}" destId="{8D4834AA-BE9C-445D-AEB4-FC39536D94E1}" srcOrd="0" destOrd="0" presId="urn:microsoft.com/office/officeart/2005/8/layout/hierarchy1"/>
    <dgm:cxn modelId="{88A0BAAD-E6D6-4C33-A412-89050EFF5A33}" srcId="{0A6511AE-F9DE-48E7-9EB3-8B12207F7B10}" destId="{A5B832BC-031F-4639-8F8A-3944F0CDFD20}" srcOrd="0" destOrd="0" parTransId="{A92D2089-C1CC-417A-BADF-B25EA19CCCA9}" sibTransId="{362836F0-F6BA-4C0A-B1F4-A9232C13FF31}"/>
    <dgm:cxn modelId="{68C526B2-AD33-472F-BED7-3C6CF5308B84}" type="presOf" srcId="{75BD56C0-FF3C-48A9-BEB3-10EBF2FC0C71}" destId="{9E87AAC7-8FA1-409C-B59B-DAC474A3D7F6}" srcOrd="0" destOrd="0" presId="urn:microsoft.com/office/officeart/2005/8/layout/hierarchy1"/>
    <dgm:cxn modelId="{DC3666BA-F4FB-4A25-BB82-9D0CD42525BA}" type="presOf" srcId="{4D70C2E6-4F2B-40B4-98FC-0991C8A7645E}" destId="{3CBDBA62-4C7E-435D-BC9D-239044301547}" srcOrd="0" destOrd="0" presId="urn:microsoft.com/office/officeart/2005/8/layout/hierarchy1"/>
    <dgm:cxn modelId="{9E75F5BA-A6C3-4024-B1E6-C508EA71B9BF}" srcId="{6CBE605A-6D5A-481F-A89F-96253053BC8F}" destId="{0AF064BC-4EDA-444F-988F-3ABD24DC688B}" srcOrd="0" destOrd="0" parTransId="{39ED2AA1-05AE-48C4-9F67-020291445D66}" sibTransId="{95517898-53B1-4846-A3FE-D85634DE074E}"/>
    <dgm:cxn modelId="{03AC55BD-04B5-47A2-A026-57A71E28819E}" type="presOf" srcId="{77A40671-9BCE-464B-8290-9F8E4615F3E3}" destId="{BB4D565B-F6FC-4706-8990-80151501AC5A}" srcOrd="0" destOrd="0" presId="urn:microsoft.com/office/officeart/2005/8/layout/hierarchy1"/>
    <dgm:cxn modelId="{DB79D8BD-323B-46D0-B817-47EA1DE034AB}" type="presOf" srcId="{24F581BF-2B7B-4CEC-98D1-35DD8213987E}" destId="{C8D251E3-F7AA-416B-8430-B41CA48EA1D5}" srcOrd="0" destOrd="0" presId="urn:microsoft.com/office/officeart/2005/8/layout/hierarchy1"/>
    <dgm:cxn modelId="{CB5F19BE-63C8-4200-8247-27173E24EB42}" type="presOf" srcId="{D3164122-362F-4780-87EA-5452179970C9}" destId="{24C9B9A5-4725-4D4B-8B2A-6E0660D30F18}" srcOrd="0" destOrd="0" presId="urn:microsoft.com/office/officeart/2005/8/layout/hierarchy1"/>
    <dgm:cxn modelId="{7FA058C0-8548-4F04-B25B-5FB9B3952262}" srcId="{52AA8B8A-83AC-475C-BCDE-6198406BCF2D}" destId="{192A8348-DEA3-487C-91D6-F1498586A4BC}" srcOrd="0" destOrd="0" parTransId="{28936F62-E7AD-40E4-B032-CE9E9A348FA9}" sibTransId="{FB827B7F-9381-4A4A-8BCA-32C89CF2B91C}"/>
    <dgm:cxn modelId="{4AE81EC1-6C4D-4C56-B6C7-B6FA8A0E60C2}" srcId="{C7F9B29B-48B0-4B3C-ACCA-998A7002C2B6}" destId="{126DD4E3-A4E4-476A-B60E-A35A6BA727B2}" srcOrd="0" destOrd="0" parTransId="{526D28C0-141A-4DC8-9BED-57A1F0807525}" sibTransId="{40FCC1B4-D9FE-4E33-A45C-BC9CD82DE789}"/>
    <dgm:cxn modelId="{70FCC8C1-4AB0-4F53-B1CE-E6FE95D46ABD}" srcId="{00BCEA8F-F653-44D6-88EA-98CFE7C798AD}" destId="{22520C4F-F507-4C3D-AC8A-BB3E73A4F915}" srcOrd="0" destOrd="0" parTransId="{B8CD523F-C125-4FED-9040-AA05AAE6539F}" sibTransId="{F3812D61-215A-4E48-B00B-2410023302E9}"/>
    <dgm:cxn modelId="{E8209DC2-8D67-4043-B01A-D04CA0B962D7}" type="presOf" srcId="{D0CD1F33-805C-4A27-97CA-C3DAF4F16E95}" destId="{DC1818A1-8AB6-473A-A5A4-EA999F57E701}" srcOrd="0" destOrd="0" presId="urn:microsoft.com/office/officeart/2005/8/layout/hierarchy1"/>
    <dgm:cxn modelId="{DF2B70C8-55C4-4E44-94F8-B2546540C59E}" type="presOf" srcId="{192A8348-DEA3-487C-91D6-F1498586A4BC}" destId="{E42356FF-58C7-440A-B959-C30985DFBEE3}" srcOrd="0" destOrd="0" presId="urn:microsoft.com/office/officeart/2005/8/layout/hierarchy1"/>
    <dgm:cxn modelId="{83B756C9-9F01-437A-A1A1-737C7FAE9953}" type="presOf" srcId="{0513EC31-AAD5-4437-9EE4-F154488A0BD7}" destId="{09058E97-2D6D-4460-A61E-5F994535679C}" srcOrd="0" destOrd="0" presId="urn:microsoft.com/office/officeart/2005/8/layout/hierarchy1"/>
    <dgm:cxn modelId="{CEEFA4CE-42C1-480B-9119-59D254F0314C}" srcId="{0AF064BC-4EDA-444F-988F-3ABD24DC688B}" destId="{D3164122-362F-4780-87EA-5452179970C9}" srcOrd="1" destOrd="0" parTransId="{2D2E37F3-7FF9-4529-BB9C-5F572877A8AB}" sibTransId="{B3C0564D-CA70-4A91-ACA6-7FEF05F19782}"/>
    <dgm:cxn modelId="{4FDBE8CE-3DB4-4C90-96DD-AC6ABF69E435}" type="presOf" srcId="{3B9BE9A6-0E02-421D-B781-839188EF02AD}" destId="{D11D003C-CB16-47A8-9BF7-F56F919A5E74}" srcOrd="0" destOrd="0" presId="urn:microsoft.com/office/officeart/2005/8/layout/hierarchy1"/>
    <dgm:cxn modelId="{395FB6D7-DDC4-418E-8CF5-3280D32981A7}" type="presOf" srcId="{41C92E46-08EE-4CE1-B0AF-A6E59FEC40B6}" destId="{741352B3-95C7-4E61-A55A-302221A248CF}" srcOrd="0" destOrd="0" presId="urn:microsoft.com/office/officeart/2005/8/layout/hierarchy1"/>
    <dgm:cxn modelId="{9CD61CDB-3A6D-4AF1-9EC4-01B251FB2C3A}" type="presOf" srcId="{A5B832BC-031F-4639-8F8A-3944F0CDFD20}" destId="{3440022A-236A-4742-BC0C-6B63B7BC556B}" srcOrd="0" destOrd="0" presId="urn:microsoft.com/office/officeart/2005/8/layout/hierarchy1"/>
    <dgm:cxn modelId="{BD9E35DF-50FD-4878-B0B2-67058E866C04}" type="presOf" srcId="{C7F9B29B-48B0-4B3C-ACCA-998A7002C2B6}" destId="{BC64DDE1-F996-4F72-B5DC-77AEEC0E1908}" srcOrd="0" destOrd="0" presId="urn:microsoft.com/office/officeart/2005/8/layout/hierarchy1"/>
    <dgm:cxn modelId="{CA2BC1E5-4B6C-40B6-8EF8-7CFD7EDA2A35}" type="presOf" srcId="{032E8684-C34A-4B1E-9057-8170360BAFAF}" destId="{BAC56988-1386-491E-8938-C9685485574C}" srcOrd="0" destOrd="0" presId="urn:microsoft.com/office/officeart/2005/8/layout/hierarchy1"/>
    <dgm:cxn modelId="{65A931E8-E936-4AEA-B344-D2FFB73B2683}" type="presOf" srcId="{45A1285D-03E2-4FC5-B63F-CC73CA1A4BEE}" destId="{EBAF6D40-DDAF-45A2-A156-DA61074E76FD}" srcOrd="0" destOrd="0" presId="urn:microsoft.com/office/officeart/2005/8/layout/hierarchy1"/>
    <dgm:cxn modelId="{45873EEB-C9E7-4883-8EA8-C2C0D6D19ADB}" srcId="{126DD4E3-A4E4-476A-B60E-A35A6BA727B2}" destId="{A53CC60E-10C3-415E-93A8-9C128720BE0A}" srcOrd="0" destOrd="0" parTransId="{24F581BF-2B7B-4CEC-98D1-35DD8213987E}" sibTransId="{7C717820-9FE7-4191-9BF6-117175890E0E}"/>
    <dgm:cxn modelId="{B1FEDAEB-3F47-48C4-8DC9-C0D820161F8E}" srcId="{5A62F4D5-3144-46CD-9F40-8843616F1D79}" destId="{268D4E39-0CDB-40D6-B715-717E2E617DEF}" srcOrd="0" destOrd="0" parTransId="{010C120B-AC4B-4CDB-A3BC-E70DEE42375E}" sibTransId="{C9662D08-79E0-4ABC-9DA1-966C50D2329B}"/>
    <dgm:cxn modelId="{E63FB4F1-0A28-4CA9-A32F-91C8370DCC04}" type="presOf" srcId="{EC686701-50BE-4237-AA68-42564EA1EB32}" destId="{2691E219-C375-4042-B2EB-189263EA8A4F}" srcOrd="0" destOrd="0" presId="urn:microsoft.com/office/officeart/2005/8/layout/hierarchy1"/>
    <dgm:cxn modelId="{F5D547F4-476A-4CAC-97CD-EF4157ED8D44}" srcId="{7A90E594-363B-402B-A060-DC5DAA2D68D4}" destId="{9640E334-9480-4A84-BC70-D24BCF153D52}" srcOrd="0" destOrd="0" parTransId="{3594922D-EAA2-49B3-BCEC-FA7D0F48F81E}" sibTransId="{7F8BCA58-E7ED-410E-8AC5-97143C6F6617}"/>
    <dgm:cxn modelId="{0D1136F5-BCE9-4ED3-982C-5575778C6422}" srcId="{E79CF8BC-1C1A-4A8F-B396-55A629151831}" destId="{C9ACDB2E-5201-482E-BCF7-D69DA68C9F89}" srcOrd="0" destOrd="0" parTransId="{DE1AD62E-E082-436D-9A97-63321B4A7612}" sibTransId="{AA815CD0-3328-4CFD-B71E-3DE13ADC19CF}"/>
    <dgm:cxn modelId="{80C742F6-CE75-4FAF-B7F9-686CE194698A}" type="presOf" srcId="{AE66FE3E-D9EC-4BD9-968E-1FDAE6F3B630}" destId="{0CDB784D-B2D7-4E33-AB5E-42DED4D3DF95}" srcOrd="0" destOrd="0" presId="urn:microsoft.com/office/officeart/2005/8/layout/hierarchy1"/>
    <dgm:cxn modelId="{A5E91FFA-2E82-4D7E-9ECC-D3D489176887}" type="presOf" srcId="{3594922D-EAA2-49B3-BCEC-FA7D0F48F81E}" destId="{03F8D7D9-9430-479F-9DAF-1C10E6B9B1FA}" srcOrd="0" destOrd="0" presId="urn:microsoft.com/office/officeart/2005/8/layout/hierarchy1"/>
    <dgm:cxn modelId="{95031996-042B-4187-B561-443A0D001548}" type="presParOf" srcId="{9527C100-3346-4D8C-AEF2-3493117146B9}" destId="{F4659643-A17D-4730-B5C8-8AA9619ADD02}" srcOrd="0" destOrd="0" presId="urn:microsoft.com/office/officeart/2005/8/layout/hierarchy1"/>
    <dgm:cxn modelId="{BA276A53-49FD-49D3-B0B0-5315950BEFAC}" type="presParOf" srcId="{F4659643-A17D-4730-B5C8-8AA9619ADD02}" destId="{DDC2FE42-A3F3-4FFD-99B2-CBB8B1F77803}" srcOrd="0" destOrd="0" presId="urn:microsoft.com/office/officeart/2005/8/layout/hierarchy1"/>
    <dgm:cxn modelId="{2560F9D7-77A0-4734-9A39-D2438861550D}" type="presParOf" srcId="{DDC2FE42-A3F3-4FFD-99B2-CBB8B1F77803}" destId="{5F5B63A1-87FB-4EFC-BE4B-DA4F05642682}" srcOrd="0" destOrd="0" presId="urn:microsoft.com/office/officeart/2005/8/layout/hierarchy1"/>
    <dgm:cxn modelId="{9EFFCD24-19D8-4B22-990F-9B979C45B9E3}" type="presParOf" srcId="{DDC2FE42-A3F3-4FFD-99B2-CBB8B1F77803}" destId="{ADADA60F-19B2-4074-B728-71723E606108}" srcOrd="1" destOrd="0" presId="urn:microsoft.com/office/officeart/2005/8/layout/hierarchy1"/>
    <dgm:cxn modelId="{2CF656EA-0B35-44D6-AF01-BB72D50A7143}" type="presParOf" srcId="{F4659643-A17D-4730-B5C8-8AA9619ADD02}" destId="{52AA0C46-8C79-49A1-ABAA-5C3DAF34B49E}" srcOrd="1" destOrd="0" presId="urn:microsoft.com/office/officeart/2005/8/layout/hierarchy1"/>
    <dgm:cxn modelId="{13013AED-ECF1-42D6-AA0F-C687523924BC}" type="presParOf" srcId="{52AA0C46-8C79-49A1-ABAA-5C3DAF34B49E}" destId="{54C5C67C-4C45-4216-A95E-F6F65EC96C8D}" srcOrd="0" destOrd="0" presId="urn:microsoft.com/office/officeart/2005/8/layout/hierarchy1"/>
    <dgm:cxn modelId="{15205AB1-CCCE-48EB-8E85-D898AFDCEDD0}" type="presParOf" srcId="{52AA0C46-8C79-49A1-ABAA-5C3DAF34B49E}" destId="{C510BAC4-CE52-4258-AB8C-5006EE97AE16}" srcOrd="1" destOrd="0" presId="urn:microsoft.com/office/officeart/2005/8/layout/hierarchy1"/>
    <dgm:cxn modelId="{47DF508B-59B9-4905-968E-73F84035664A}" type="presParOf" srcId="{C510BAC4-CE52-4258-AB8C-5006EE97AE16}" destId="{35F2A059-171D-4730-9AB8-28E703E9A94F}" srcOrd="0" destOrd="0" presId="urn:microsoft.com/office/officeart/2005/8/layout/hierarchy1"/>
    <dgm:cxn modelId="{CBEEEE74-5FEA-4242-A4B3-789322D5FD1B}" type="presParOf" srcId="{35F2A059-171D-4730-9AB8-28E703E9A94F}" destId="{FB0B6571-93CA-44A5-8E24-4103747CA439}" srcOrd="0" destOrd="0" presId="urn:microsoft.com/office/officeart/2005/8/layout/hierarchy1"/>
    <dgm:cxn modelId="{8BE56B05-3AED-43AD-A7DB-FD51FF354401}" type="presParOf" srcId="{35F2A059-171D-4730-9AB8-28E703E9A94F}" destId="{741352B3-95C7-4E61-A55A-302221A248CF}" srcOrd="1" destOrd="0" presId="urn:microsoft.com/office/officeart/2005/8/layout/hierarchy1"/>
    <dgm:cxn modelId="{259EDAD1-ABE2-4BE1-8313-4BCE1440C5F5}" type="presParOf" srcId="{C510BAC4-CE52-4258-AB8C-5006EE97AE16}" destId="{2988F7B9-BB18-49BE-9599-F662950AE806}" srcOrd="1" destOrd="0" presId="urn:microsoft.com/office/officeart/2005/8/layout/hierarchy1"/>
    <dgm:cxn modelId="{B0BA41BE-287A-4E72-97F1-F0496A36E28C}" type="presParOf" srcId="{2988F7B9-BB18-49BE-9599-F662950AE806}" destId="{05C2727E-D197-4DD7-81D1-57296E128183}" srcOrd="0" destOrd="0" presId="urn:microsoft.com/office/officeart/2005/8/layout/hierarchy1"/>
    <dgm:cxn modelId="{0B71052C-583C-42ED-8E02-38B113A4F4DF}" type="presParOf" srcId="{2988F7B9-BB18-49BE-9599-F662950AE806}" destId="{49FB0E29-7663-4067-91E2-E9BC0AFCCA35}" srcOrd="1" destOrd="0" presId="urn:microsoft.com/office/officeart/2005/8/layout/hierarchy1"/>
    <dgm:cxn modelId="{79B22B26-93B8-4CE4-9A82-D5B61CC79A38}" type="presParOf" srcId="{49FB0E29-7663-4067-91E2-E9BC0AFCCA35}" destId="{66EA0B94-9B82-4A79-944B-03BB8CB8B85A}" srcOrd="0" destOrd="0" presId="urn:microsoft.com/office/officeart/2005/8/layout/hierarchy1"/>
    <dgm:cxn modelId="{A5BED163-7B8B-4B2D-878A-B0E0E262C0FC}" type="presParOf" srcId="{66EA0B94-9B82-4A79-944B-03BB8CB8B85A}" destId="{A7B26193-12D5-40E4-9F11-56B852E28DEE}" srcOrd="0" destOrd="0" presId="urn:microsoft.com/office/officeart/2005/8/layout/hierarchy1"/>
    <dgm:cxn modelId="{EFB32C08-C5ED-48D6-BEF5-7F81731E4F50}" type="presParOf" srcId="{66EA0B94-9B82-4A79-944B-03BB8CB8B85A}" destId="{BC64DDE1-F996-4F72-B5DC-77AEEC0E1908}" srcOrd="1" destOrd="0" presId="urn:microsoft.com/office/officeart/2005/8/layout/hierarchy1"/>
    <dgm:cxn modelId="{420C57E8-5503-4E73-A555-89B5EC946946}" type="presParOf" srcId="{49FB0E29-7663-4067-91E2-E9BC0AFCCA35}" destId="{3FD22C9F-3BC3-417A-B9B3-88E5999338C0}" srcOrd="1" destOrd="0" presId="urn:microsoft.com/office/officeart/2005/8/layout/hierarchy1"/>
    <dgm:cxn modelId="{4BB1B270-CFF8-4C0C-B5F2-21FA99A24E56}" type="presParOf" srcId="{3FD22C9F-3BC3-417A-B9B3-88E5999338C0}" destId="{F59AEC80-C586-41AF-BAD5-BA797DDE0228}" srcOrd="0" destOrd="0" presId="urn:microsoft.com/office/officeart/2005/8/layout/hierarchy1"/>
    <dgm:cxn modelId="{11FEB5A2-7A03-498F-B598-794E793A586A}" type="presParOf" srcId="{3FD22C9F-3BC3-417A-B9B3-88E5999338C0}" destId="{2DA195EF-3E84-40F4-BA05-1C18069E68E5}" srcOrd="1" destOrd="0" presId="urn:microsoft.com/office/officeart/2005/8/layout/hierarchy1"/>
    <dgm:cxn modelId="{E2A1EED1-562C-4760-855F-34B56FCE66CC}" type="presParOf" srcId="{2DA195EF-3E84-40F4-BA05-1C18069E68E5}" destId="{D3DFAA3D-2288-4548-BC65-1C9680FC53C7}" srcOrd="0" destOrd="0" presId="urn:microsoft.com/office/officeart/2005/8/layout/hierarchy1"/>
    <dgm:cxn modelId="{1B71526D-7345-4726-9BA6-C1B303D2E265}" type="presParOf" srcId="{D3DFAA3D-2288-4548-BC65-1C9680FC53C7}" destId="{9D15A430-DBED-4797-9883-CEA48FB9795A}" srcOrd="0" destOrd="0" presId="urn:microsoft.com/office/officeart/2005/8/layout/hierarchy1"/>
    <dgm:cxn modelId="{63464223-970E-42DC-921F-60C0E5D98763}" type="presParOf" srcId="{D3DFAA3D-2288-4548-BC65-1C9680FC53C7}" destId="{629D5326-99B1-4621-B91F-43D37B11416E}" srcOrd="1" destOrd="0" presId="urn:microsoft.com/office/officeart/2005/8/layout/hierarchy1"/>
    <dgm:cxn modelId="{61975B9E-EA70-4DE4-96F3-666A0DBC4E28}" type="presParOf" srcId="{2DA195EF-3E84-40F4-BA05-1C18069E68E5}" destId="{53432F6C-5D03-4E38-88D0-BD54FE22DD8C}" srcOrd="1" destOrd="0" presId="urn:microsoft.com/office/officeart/2005/8/layout/hierarchy1"/>
    <dgm:cxn modelId="{CA795CD9-9293-4BC8-8C9A-179B199E6ECB}" type="presParOf" srcId="{53432F6C-5D03-4E38-88D0-BD54FE22DD8C}" destId="{C8D251E3-F7AA-416B-8430-B41CA48EA1D5}" srcOrd="0" destOrd="0" presId="urn:microsoft.com/office/officeart/2005/8/layout/hierarchy1"/>
    <dgm:cxn modelId="{F8C37FCC-5782-4ADC-A8D1-4238ACB1D32E}" type="presParOf" srcId="{53432F6C-5D03-4E38-88D0-BD54FE22DD8C}" destId="{EF46DC86-082B-47A7-BB04-34FF2C66B831}" srcOrd="1" destOrd="0" presId="urn:microsoft.com/office/officeart/2005/8/layout/hierarchy1"/>
    <dgm:cxn modelId="{F6A14C18-93AB-4E36-B257-B945471C7C93}" type="presParOf" srcId="{EF46DC86-082B-47A7-BB04-34FF2C66B831}" destId="{5940F53F-1C6C-4AB0-AF06-359AF1C2E348}" srcOrd="0" destOrd="0" presId="urn:microsoft.com/office/officeart/2005/8/layout/hierarchy1"/>
    <dgm:cxn modelId="{65841D55-2495-487D-AE5D-AA752AA59174}" type="presParOf" srcId="{5940F53F-1C6C-4AB0-AF06-359AF1C2E348}" destId="{6F31B42E-D7FE-4F79-B77D-9F7F5361E59E}" srcOrd="0" destOrd="0" presId="urn:microsoft.com/office/officeart/2005/8/layout/hierarchy1"/>
    <dgm:cxn modelId="{8DB4C161-DC14-4CBE-AB1A-7D410891193F}" type="presParOf" srcId="{5940F53F-1C6C-4AB0-AF06-359AF1C2E348}" destId="{7618D471-BC2F-4BBB-A5F6-A73C03F07BA5}" srcOrd="1" destOrd="0" presId="urn:microsoft.com/office/officeart/2005/8/layout/hierarchy1"/>
    <dgm:cxn modelId="{5E232D3B-45F7-4C3F-A9BB-3E8D6C1CE374}" type="presParOf" srcId="{EF46DC86-082B-47A7-BB04-34FF2C66B831}" destId="{774A7530-D5BB-4927-A351-665AFF8D7A62}" srcOrd="1" destOrd="0" presId="urn:microsoft.com/office/officeart/2005/8/layout/hierarchy1"/>
    <dgm:cxn modelId="{C50EA8B9-05DB-4CB9-B410-A9B3B29FC20C}" type="presParOf" srcId="{3FD22C9F-3BC3-417A-B9B3-88E5999338C0}" destId="{4DDB5832-6258-4634-B0DA-4E3D86752BE0}" srcOrd="2" destOrd="0" presId="urn:microsoft.com/office/officeart/2005/8/layout/hierarchy1"/>
    <dgm:cxn modelId="{979701F5-BB3F-4D95-A1AF-C931688C5640}" type="presParOf" srcId="{3FD22C9F-3BC3-417A-B9B3-88E5999338C0}" destId="{1367761A-F0E9-49D9-9BC5-B139AC537713}" srcOrd="3" destOrd="0" presId="urn:microsoft.com/office/officeart/2005/8/layout/hierarchy1"/>
    <dgm:cxn modelId="{FE09423D-87D0-440F-882F-808282D7AE29}" type="presParOf" srcId="{1367761A-F0E9-49D9-9BC5-B139AC537713}" destId="{561C8962-14BE-41ED-857F-2C7E04BB6E10}" srcOrd="0" destOrd="0" presId="urn:microsoft.com/office/officeart/2005/8/layout/hierarchy1"/>
    <dgm:cxn modelId="{DC471C4A-3C3A-4B57-A88E-70979F4C72DB}" type="presParOf" srcId="{561C8962-14BE-41ED-857F-2C7E04BB6E10}" destId="{CD9AC1F0-7200-4377-83E2-2953F0C8DE9D}" srcOrd="0" destOrd="0" presId="urn:microsoft.com/office/officeart/2005/8/layout/hierarchy1"/>
    <dgm:cxn modelId="{8B7FE6EE-55B2-4115-B9FF-B6575011F875}" type="presParOf" srcId="{561C8962-14BE-41ED-857F-2C7E04BB6E10}" destId="{99B99B29-7B4C-4D52-98EB-EB40583810FE}" srcOrd="1" destOrd="0" presId="urn:microsoft.com/office/officeart/2005/8/layout/hierarchy1"/>
    <dgm:cxn modelId="{32AEEAE9-0378-4E88-9265-A6A49C9C8184}" type="presParOf" srcId="{1367761A-F0E9-49D9-9BC5-B139AC537713}" destId="{DFDD2FD3-5015-47A3-AC31-05FF4CF0562F}" srcOrd="1" destOrd="0" presId="urn:microsoft.com/office/officeart/2005/8/layout/hierarchy1"/>
    <dgm:cxn modelId="{6BD649C5-8DAA-4569-9364-13498BDD2AA4}" type="presParOf" srcId="{DFDD2FD3-5015-47A3-AC31-05FF4CF0562F}" destId="{03F8D7D9-9430-479F-9DAF-1C10E6B9B1FA}" srcOrd="0" destOrd="0" presId="urn:microsoft.com/office/officeart/2005/8/layout/hierarchy1"/>
    <dgm:cxn modelId="{5AA92BC8-890E-492F-9EB8-16A3490FB574}" type="presParOf" srcId="{DFDD2FD3-5015-47A3-AC31-05FF4CF0562F}" destId="{07F7AC54-86E9-4AF5-AD4A-23D40C2F6609}" srcOrd="1" destOrd="0" presId="urn:microsoft.com/office/officeart/2005/8/layout/hierarchy1"/>
    <dgm:cxn modelId="{F1E6EEB8-444C-4AAB-94DD-43F1B274E6CC}" type="presParOf" srcId="{07F7AC54-86E9-4AF5-AD4A-23D40C2F6609}" destId="{2396085E-1BCB-4A29-B06C-842D13319228}" srcOrd="0" destOrd="0" presId="urn:microsoft.com/office/officeart/2005/8/layout/hierarchy1"/>
    <dgm:cxn modelId="{B0384DE3-F759-4189-B323-1F760BC367AE}" type="presParOf" srcId="{2396085E-1BCB-4A29-B06C-842D13319228}" destId="{5150BB15-1346-483E-AF7D-70E2640A7E40}" srcOrd="0" destOrd="0" presId="urn:microsoft.com/office/officeart/2005/8/layout/hierarchy1"/>
    <dgm:cxn modelId="{8A712D3B-5E9E-41BE-AEE4-9F9D99C1B50C}" type="presParOf" srcId="{2396085E-1BCB-4A29-B06C-842D13319228}" destId="{CDDF574B-1D82-4FB8-8077-5F85A7CEF7B9}" srcOrd="1" destOrd="0" presId="urn:microsoft.com/office/officeart/2005/8/layout/hierarchy1"/>
    <dgm:cxn modelId="{3A7F2020-8366-42D1-86A7-79E4A19F1665}" type="presParOf" srcId="{07F7AC54-86E9-4AF5-AD4A-23D40C2F6609}" destId="{933DDD88-8DD9-4E5E-9806-8B09BE811C9B}" srcOrd="1" destOrd="0" presId="urn:microsoft.com/office/officeart/2005/8/layout/hierarchy1"/>
    <dgm:cxn modelId="{B7D5F24A-8939-4494-9710-C75B055B9952}" type="presParOf" srcId="{3FD22C9F-3BC3-417A-B9B3-88E5999338C0}" destId="{3CBDBA62-4C7E-435D-BC9D-239044301547}" srcOrd="4" destOrd="0" presId="urn:microsoft.com/office/officeart/2005/8/layout/hierarchy1"/>
    <dgm:cxn modelId="{13B4827F-4B09-488A-A1B7-396D9AB69872}" type="presParOf" srcId="{3FD22C9F-3BC3-417A-B9B3-88E5999338C0}" destId="{0C985457-ABEA-4543-9E67-3CEAEBACA288}" srcOrd="5" destOrd="0" presId="urn:microsoft.com/office/officeart/2005/8/layout/hierarchy1"/>
    <dgm:cxn modelId="{6DAE1ADD-E4B2-45A4-9C81-25E439E90ED7}" type="presParOf" srcId="{0C985457-ABEA-4543-9E67-3CEAEBACA288}" destId="{1583A36E-A3F3-4BD5-939E-C762C960AEBA}" srcOrd="0" destOrd="0" presId="urn:microsoft.com/office/officeart/2005/8/layout/hierarchy1"/>
    <dgm:cxn modelId="{5025AACB-BFE5-401F-B441-46351D5496D8}" type="presParOf" srcId="{1583A36E-A3F3-4BD5-939E-C762C960AEBA}" destId="{37D316C6-5040-4D74-8864-132E6BA9BBFC}" srcOrd="0" destOrd="0" presId="urn:microsoft.com/office/officeart/2005/8/layout/hierarchy1"/>
    <dgm:cxn modelId="{35D4C823-BA93-4096-AF15-52A77EE466AD}" type="presParOf" srcId="{1583A36E-A3F3-4BD5-939E-C762C960AEBA}" destId="{5B81F4FF-90E0-473F-AA26-0933966D080F}" srcOrd="1" destOrd="0" presId="urn:microsoft.com/office/officeart/2005/8/layout/hierarchy1"/>
    <dgm:cxn modelId="{ED4CE71F-75C6-4291-B3EA-9BBCC6647400}" type="presParOf" srcId="{0C985457-ABEA-4543-9E67-3CEAEBACA288}" destId="{F7224FD9-C049-4084-8DA9-9FD6F0D3816E}" srcOrd="1" destOrd="0" presId="urn:microsoft.com/office/officeart/2005/8/layout/hierarchy1"/>
    <dgm:cxn modelId="{9A34EA4F-A803-4CD8-A47C-1F313D6A4E20}" type="presParOf" srcId="{F7224FD9-C049-4084-8DA9-9FD6F0D3816E}" destId="{D11D003C-CB16-47A8-9BF7-F56F919A5E74}" srcOrd="0" destOrd="0" presId="urn:microsoft.com/office/officeart/2005/8/layout/hierarchy1"/>
    <dgm:cxn modelId="{2BDFA7D3-93E9-4073-8FE4-7286A40D09E6}" type="presParOf" srcId="{F7224FD9-C049-4084-8DA9-9FD6F0D3816E}" destId="{4F047DB4-C4BA-4D93-A18F-4C41B3003984}" srcOrd="1" destOrd="0" presId="urn:microsoft.com/office/officeart/2005/8/layout/hierarchy1"/>
    <dgm:cxn modelId="{D76C4BD6-2F64-4555-916A-972496D866AA}" type="presParOf" srcId="{4F047DB4-C4BA-4D93-A18F-4C41B3003984}" destId="{5C8802A8-13CB-4672-98FC-B20CD74DF89D}" srcOrd="0" destOrd="0" presId="urn:microsoft.com/office/officeart/2005/8/layout/hierarchy1"/>
    <dgm:cxn modelId="{493DCECE-DF22-43FF-BB01-C88D5C45527C}" type="presParOf" srcId="{5C8802A8-13CB-4672-98FC-B20CD74DF89D}" destId="{B3AB75D9-CAB8-4D3E-ADC7-4B8D7ABDFAD3}" srcOrd="0" destOrd="0" presId="urn:microsoft.com/office/officeart/2005/8/layout/hierarchy1"/>
    <dgm:cxn modelId="{259A6ABA-87AB-4702-BCC8-549DAE8C8285}" type="presParOf" srcId="{5C8802A8-13CB-4672-98FC-B20CD74DF89D}" destId="{924979AF-3A37-49B4-8161-920557516DF4}" srcOrd="1" destOrd="0" presId="urn:microsoft.com/office/officeart/2005/8/layout/hierarchy1"/>
    <dgm:cxn modelId="{CE1A6C42-A730-44F2-ABB2-24A4041B8989}" type="presParOf" srcId="{4F047DB4-C4BA-4D93-A18F-4C41B3003984}" destId="{A7191729-F617-4AA6-8763-44492C6750E5}" srcOrd="1" destOrd="0" presId="urn:microsoft.com/office/officeart/2005/8/layout/hierarchy1"/>
    <dgm:cxn modelId="{55E2A14C-41C7-4996-8F67-36367B966FB0}" type="presParOf" srcId="{2988F7B9-BB18-49BE-9599-F662950AE806}" destId="{E16E5A0E-C98A-486A-A822-BCB1515D6D73}" srcOrd="2" destOrd="0" presId="urn:microsoft.com/office/officeart/2005/8/layout/hierarchy1"/>
    <dgm:cxn modelId="{B0C3D39F-3748-4FA5-9768-AD554077AE24}" type="presParOf" srcId="{2988F7B9-BB18-49BE-9599-F662950AE806}" destId="{B9CB67D4-ED5B-47A9-B2C7-641C3D8CC0D1}" srcOrd="3" destOrd="0" presId="urn:microsoft.com/office/officeart/2005/8/layout/hierarchy1"/>
    <dgm:cxn modelId="{8A163C3A-1A52-46CD-AD37-969173D130B4}" type="presParOf" srcId="{B9CB67D4-ED5B-47A9-B2C7-641C3D8CC0D1}" destId="{830343D5-0977-419B-A2D5-AC6B488CE6A2}" srcOrd="0" destOrd="0" presId="urn:microsoft.com/office/officeart/2005/8/layout/hierarchy1"/>
    <dgm:cxn modelId="{9B7EAA91-556D-495D-BD80-F1AF5C6ECAFB}" type="presParOf" srcId="{830343D5-0977-419B-A2D5-AC6B488CE6A2}" destId="{4243BF0C-15AF-4355-BD68-7D01430782DD}" srcOrd="0" destOrd="0" presId="urn:microsoft.com/office/officeart/2005/8/layout/hierarchy1"/>
    <dgm:cxn modelId="{2D3486D5-CC1E-4F7A-9EC6-075BB8053F32}" type="presParOf" srcId="{830343D5-0977-419B-A2D5-AC6B488CE6A2}" destId="{EBC58B70-D1C5-47CF-B55B-1F05A54A9968}" srcOrd="1" destOrd="0" presId="urn:microsoft.com/office/officeart/2005/8/layout/hierarchy1"/>
    <dgm:cxn modelId="{FDE92CC3-9591-48C2-A516-19B8D582D4B8}" type="presParOf" srcId="{B9CB67D4-ED5B-47A9-B2C7-641C3D8CC0D1}" destId="{EF337F9F-29D0-4BF2-9DD5-0B29E1C154EC}" srcOrd="1" destOrd="0" presId="urn:microsoft.com/office/officeart/2005/8/layout/hierarchy1"/>
    <dgm:cxn modelId="{3A4BCBEE-DE3F-44A2-BF1C-BF379D347B0F}" type="presParOf" srcId="{EF337F9F-29D0-4BF2-9DD5-0B29E1C154EC}" destId="{2691E219-C375-4042-B2EB-189263EA8A4F}" srcOrd="0" destOrd="0" presId="urn:microsoft.com/office/officeart/2005/8/layout/hierarchy1"/>
    <dgm:cxn modelId="{7122C93B-5C5E-49A1-BA7D-39491048D1D3}" type="presParOf" srcId="{EF337F9F-29D0-4BF2-9DD5-0B29E1C154EC}" destId="{9FDBE04E-7C00-4DAC-9A4C-165C3F588959}" srcOrd="1" destOrd="0" presId="urn:microsoft.com/office/officeart/2005/8/layout/hierarchy1"/>
    <dgm:cxn modelId="{642630D2-01A7-496C-885B-E71F3B5A6663}" type="presParOf" srcId="{9FDBE04E-7C00-4DAC-9A4C-165C3F588959}" destId="{57FE2EFC-2652-4F1D-A351-83DF6E670686}" srcOrd="0" destOrd="0" presId="urn:microsoft.com/office/officeart/2005/8/layout/hierarchy1"/>
    <dgm:cxn modelId="{C15F6657-4EC5-47F2-8D85-172ECBE68246}" type="presParOf" srcId="{57FE2EFC-2652-4F1D-A351-83DF6E670686}" destId="{3060C2E0-FED7-4E6A-A92C-E15167EB816D}" srcOrd="0" destOrd="0" presId="urn:microsoft.com/office/officeart/2005/8/layout/hierarchy1"/>
    <dgm:cxn modelId="{8D27A01B-5803-4AD4-A7DF-B8A923582064}" type="presParOf" srcId="{57FE2EFC-2652-4F1D-A351-83DF6E670686}" destId="{EBAF6D40-DDAF-45A2-A156-DA61074E76FD}" srcOrd="1" destOrd="0" presId="urn:microsoft.com/office/officeart/2005/8/layout/hierarchy1"/>
    <dgm:cxn modelId="{D93D7CA4-8615-465A-A17D-3D3A3F08AFB3}" type="presParOf" srcId="{9FDBE04E-7C00-4DAC-9A4C-165C3F588959}" destId="{865DB349-E5AF-46C0-B0AC-E9D0A52F9C7D}" srcOrd="1" destOrd="0" presId="urn:microsoft.com/office/officeart/2005/8/layout/hierarchy1"/>
    <dgm:cxn modelId="{6EA56A78-EA5B-46C2-9BC3-E4878FACB24A}" type="presParOf" srcId="{865DB349-E5AF-46C0-B0AC-E9D0A52F9C7D}" destId="{BB4D565B-F6FC-4706-8990-80151501AC5A}" srcOrd="0" destOrd="0" presId="urn:microsoft.com/office/officeart/2005/8/layout/hierarchy1"/>
    <dgm:cxn modelId="{0E892212-2B02-4849-B6C0-E5233B1D7543}" type="presParOf" srcId="{865DB349-E5AF-46C0-B0AC-E9D0A52F9C7D}" destId="{DB24DBD5-2E0F-4BE1-9EB8-B8E357737FB0}" srcOrd="1" destOrd="0" presId="urn:microsoft.com/office/officeart/2005/8/layout/hierarchy1"/>
    <dgm:cxn modelId="{886743D5-DE8A-4811-8581-12A8233934A7}" type="presParOf" srcId="{DB24DBD5-2E0F-4BE1-9EB8-B8E357737FB0}" destId="{A207C99A-26B1-4EAF-BDD6-BFCF06BCD42E}" srcOrd="0" destOrd="0" presId="urn:microsoft.com/office/officeart/2005/8/layout/hierarchy1"/>
    <dgm:cxn modelId="{E1898776-500D-4008-9147-84C510B819DF}" type="presParOf" srcId="{A207C99A-26B1-4EAF-BDD6-BFCF06BCD42E}" destId="{E7122916-451F-4F71-B809-118A671FF1E5}" srcOrd="0" destOrd="0" presId="urn:microsoft.com/office/officeart/2005/8/layout/hierarchy1"/>
    <dgm:cxn modelId="{A2951C75-D3E8-4D27-AB60-BB575F07CB66}" type="presParOf" srcId="{A207C99A-26B1-4EAF-BDD6-BFCF06BCD42E}" destId="{19BED8C5-781F-4015-AE6D-3CDDE6224FD3}" srcOrd="1" destOrd="0" presId="urn:microsoft.com/office/officeart/2005/8/layout/hierarchy1"/>
    <dgm:cxn modelId="{A58D5239-F67E-4F5B-8459-5D42F99A5E32}" type="presParOf" srcId="{DB24DBD5-2E0F-4BE1-9EB8-B8E357737FB0}" destId="{80D88D14-C8A1-488D-B1CA-341ABB7F36C5}" srcOrd="1" destOrd="0" presId="urn:microsoft.com/office/officeart/2005/8/layout/hierarchy1"/>
    <dgm:cxn modelId="{21E6166C-BB15-4A9D-9BA8-3EE0FBC975F8}" type="presParOf" srcId="{EF337F9F-29D0-4BF2-9DD5-0B29E1C154EC}" destId="{645ED8B1-5E96-473B-AA23-D316EBED0923}" srcOrd="2" destOrd="0" presId="urn:microsoft.com/office/officeart/2005/8/layout/hierarchy1"/>
    <dgm:cxn modelId="{49134B9E-222F-4E77-A6FA-F2FD7E8CCEB9}" type="presParOf" srcId="{EF337F9F-29D0-4BF2-9DD5-0B29E1C154EC}" destId="{3664CB06-1BF2-4F87-88EC-7F3A613F216A}" srcOrd="3" destOrd="0" presId="urn:microsoft.com/office/officeart/2005/8/layout/hierarchy1"/>
    <dgm:cxn modelId="{81385182-7F9A-4479-8C8B-D6DD6C7DCF16}" type="presParOf" srcId="{3664CB06-1BF2-4F87-88EC-7F3A613F216A}" destId="{CE225D9A-D68F-484B-989A-AE927810BF42}" srcOrd="0" destOrd="0" presId="urn:microsoft.com/office/officeart/2005/8/layout/hierarchy1"/>
    <dgm:cxn modelId="{86F43705-5515-47C9-B911-B68C8CAA54A4}" type="presParOf" srcId="{CE225D9A-D68F-484B-989A-AE927810BF42}" destId="{A8C67FA6-7ABD-4618-B377-927EC3884E24}" srcOrd="0" destOrd="0" presId="urn:microsoft.com/office/officeart/2005/8/layout/hierarchy1"/>
    <dgm:cxn modelId="{B6A92E95-9684-4A6A-A27D-A9B5E293767E}" type="presParOf" srcId="{CE225D9A-D68F-484B-989A-AE927810BF42}" destId="{15C394E3-2F48-457A-8810-B39903F4222F}" srcOrd="1" destOrd="0" presId="urn:microsoft.com/office/officeart/2005/8/layout/hierarchy1"/>
    <dgm:cxn modelId="{F10170FD-E8A6-46D4-8B09-E50C7B47298B}" type="presParOf" srcId="{3664CB06-1BF2-4F87-88EC-7F3A613F216A}" destId="{CA9302BB-7C05-470D-89A4-582741ADBBA0}" srcOrd="1" destOrd="0" presId="urn:microsoft.com/office/officeart/2005/8/layout/hierarchy1"/>
    <dgm:cxn modelId="{FBB587E8-CD3D-478B-AF80-35AE2AB865AA}" type="presParOf" srcId="{CA9302BB-7C05-470D-89A4-582741ADBBA0}" destId="{8D4834AA-BE9C-445D-AEB4-FC39536D94E1}" srcOrd="0" destOrd="0" presId="urn:microsoft.com/office/officeart/2005/8/layout/hierarchy1"/>
    <dgm:cxn modelId="{C6BC2266-7F19-4BC6-97C4-1AB459EEFCA7}" type="presParOf" srcId="{CA9302BB-7C05-470D-89A4-582741ADBBA0}" destId="{CF09EE53-1413-46C2-ADA2-9A14EED231C4}" srcOrd="1" destOrd="0" presId="urn:microsoft.com/office/officeart/2005/8/layout/hierarchy1"/>
    <dgm:cxn modelId="{FAF84659-18A5-404A-B45D-4DCF3201FD39}" type="presParOf" srcId="{CF09EE53-1413-46C2-ADA2-9A14EED231C4}" destId="{C5BC64E9-7896-4C8F-99CB-F797682F6EC4}" srcOrd="0" destOrd="0" presId="urn:microsoft.com/office/officeart/2005/8/layout/hierarchy1"/>
    <dgm:cxn modelId="{31D7761D-CC25-47FB-8E2F-0CFE2863E0AB}" type="presParOf" srcId="{C5BC64E9-7896-4C8F-99CB-F797682F6EC4}" destId="{E9B3408C-50B8-4856-A4C3-CF930E3AC9F0}" srcOrd="0" destOrd="0" presId="urn:microsoft.com/office/officeart/2005/8/layout/hierarchy1"/>
    <dgm:cxn modelId="{596CD238-3858-4037-8FCF-60E1843C850B}" type="presParOf" srcId="{C5BC64E9-7896-4C8F-99CB-F797682F6EC4}" destId="{E304D56B-239A-4D0C-A7D2-813502A91E7F}" srcOrd="1" destOrd="0" presId="urn:microsoft.com/office/officeart/2005/8/layout/hierarchy1"/>
    <dgm:cxn modelId="{7A5D65B6-01C2-42B4-8F96-A550F0878B4C}" type="presParOf" srcId="{CF09EE53-1413-46C2-ADA2-9A14EED231C4}" destId="{B3F67780-1390-42BA-974B-89B15A64F22E}" srcOrd="1" destOrd="0" presId="urn:microsoft.com/office/officeart/2005/8/layout/hierarchy1"/>
    <dgm:cxn modelId="{C1DA2FD5-9647-404F-AADB-FE744E327928}" type="presParOf" srcId="{52AA0C46-8C79-49A1-ABAA-5C3DAF34B49E}" destId="{E8E3A2DF-7361-404C-A61F-02C3FC78834E}" srcOrd="2" destOrd="0" presId="urn:microsoft.com/office/officeart/2005/8/layout/hierarchy1"/>
    <dgm:cxn modelId="{F415F0D7-5D8A-4FCD-A6DD-73DACF0D07B8}" type="presParOf" srcId="{52AA0C46-8C79-49A1-ABAA-5C3DAF34B49E}" destId="{D8957EF7-3CB9-49E5-BD5D-ED4DEFB7F48D}" srcOrd="3" destOrd="0" presId="urn:microsoft.com/office/officeart/2005/8/layout/hierarchy1"/>
    <dgm:cxn modelId="{3B1ABC37-E758-4D88-9DF1-D965A7599B8E}" type="presParOf" srcId="{D8957EF7-3CB9-49E5-BD5D-ED4DEFB7F48D}" destId="{4DB13304-2B2F-4ADF-AC29-A572FE68047F}" srcOrd="0" destOrd="0" presId="urn:microsoft.com/office/officeart/2005/8/layout/hierarchy1"/>
    <dgm:cxn modelId="{C8778845-5419-431E-8DA7-5FE98761DC4E}" type="presParOf" srcId="{4DB13304-2B2F-4ADF-AC29-A572FE68047F}" destId="{C99AF00D-587A-4D2F-9DF3-F086B60B49B6}" srcOrd="0" destOrd="0" presId="urn:microsoft.com/office/officeart/2005/8/layout/hierarchy1"/>
    <dgm:cxn modelId="{FE40235F-F2E0-44C2-B52F-8F86A159AD6B}" type="presParOf" srcId="{4DB13304-2B2F-4ADF-AC29-A572FE68047F}" destId="{24C9B9A5-4725-4D4B-8B2A-6E0660D30F18}" srcOrd="1" destOrd="0" presId="urn:microsoft.com/office/officeart/2005/8/layout/hierarchy1"/>
    <dgm:cxn modelId="{95E0E9D3-94D5-4745-BEF5-4CBB5A302EBF}" type="presParOf" srcId="{D8957EF7-3CB9-49E5-BD5D-ED4DEFB7F48D}" destId="{ADFE5AE9-6515-4DCB-81BA-C2F2C20F5CEE}" srcOrd="1" destOrd="0" presId="urn:microsoft.com/office/officeart/2005/8/layout/hierarchy1"/>
    <dgm:cxn modelId="{700B1F71-46BE-433E-9723-804F44BE49D8}" type="presParOf" srcId="{ADFE5AE9-6515-4DCB-81BA-C2F2C20F5CEE}" destId="{0CDB784D-B2D7-4E33-AB5E-42DED4D3DF95}" srcOrd="0" destOrd="0" presId="urn:microsoft.com/office/officeart/2005/8/layout/hierarchy1"/>
    <dgm:cxn modelId="{1288B410-BB36-4747-B0FA-A809EBC16170}" type="presParOf" srcId="{ADFE5AE9-6515-4DCB-81BA-C2F2C20F5CEE}" destId="{1E24F256-6879-4031-8DEB-4A56A67D8B76}" srcOrd="1" destOrd="0" presId="urn:microsoft.com/office/officeart/2005/8/layout/hierarchy1"/>
    <dgm:cxn modelId="{52C48E2D-9A0F-4D2E-88ED-A506519929FC}" type="presParOf" srcId="{1E24F256-6879-4031-8DEB-4A56A67D8B76}" destId="{946AF80A-242A-4866-A0A3-F4EE4FEAD3E3}" srcOrd="0" destOrd="0" presId="urn:microsoft.com/office/officeart/2005/8/layout/hierarchy1"/>
    <dgm:cxn modelId="{66339D02-17B3-4C33-A3E1-89B9879AD203}" type="presParOf" srcId="{946AF80A-242A-4866-A0A3-F4EE4FEAD3E3}" destId="{A8ABF9B4-AFFB-4B89-A425-BBEDF4894B77}" srcOrd="0" destOrd="0" presId="urn:microsoft.com/office/officeart/2005/8/layout/hierarchy1"/>
    <dgm:cxn modelId="{32DEACAF-4926-4BF8-8F6A-64648C92E7CF}" type="presParOf" srcId="{946AF80A-242A-4866-A0A3-F4EE4FEAD3E3}" destId="{446059D9-CC56-492D-BFE3-1297E163E248}" srcOrd="1" destOrd="0" presId="urn:microsoft.com/office/officeart/2005/8/layout/hierarchy1"/>
    <dgm:cxn modelId="{C51C7558-3EA1-4F75-B13A-395E81B506C5}" type="presParOf" srcId="{1E24F256-6879-4031-8DEB-4A56A67D8B76}" destId="{A4C84C6C-C7E0-4692-AFDA-6E72D6001B0B}" srcOrd="1" destOrd="0" presId="urn:microsoft.com/office/officeart/2005/8/layout/hierarchy1"/>
    <dgm:cxn modelId="{8A389258-C835-4737-8BF0-DD978A6C16E4}" type="presParOf" srcId="{A4C84C6C-C7E0-4692-AFDA-6E72D6001B0B}" destId="{97C435D1-BB08-4A46-BEE0-F112D1C689B4}" srcOrd="0" destOrd="0" presId="urn:microsoft.com/office/officeart/2005/8/layout/hierarchy1"/>
    <dgm:cxn modelId="{DCF3A14A-8964-4BAB-B05E-D822AD4B410A}" type="presParOf" srcId="{A4C84C6C-C7E0-4692-AFDA-6E72D6001B0B}" destId="{C11E8BBD-4861-46F7-BC6A-5AEB8CE643D6}" srcOrd="1" destOrd="0" presId="urn:microsoft.com/office/officeart/2005/8/layout/hierarchy1"/>
    <dgm:cxn modelId="{3DC1CBB2-1C02-49E8-97D5-D6219E701A3D}" type="presParOf" srcId="{C11E8BBD-4861-46F7-BC6A-5AEB8CE643D6}" destId="{DFC26B8E-9B07-42A2-93C9-1BF0B5621432}" srcOrd="0" destOrd="0" presId="urn:microsoft.com/office/officeart/2005/8/layout/hierarchy1"/>
    <dgm:cxn modelId="{EFF4DA78-5673-4F88-A9BE-1920D60E912E}" type="presParOf" srcId="{DFC26B8E-9B07-42A2-93C9-1BF0B5621432}" destId="{8DAE1D9F-ABE0-4BE8-A7DC-F41ADEE0AB61}" srcOrd="0" destOrd="0" presId="urn:microsoft.com/office/officeart/2005/8/layout/hierarchy1"/>
    <dgm:cxn modelId="{C79DC2FD-8F5F-4580-AC1F-9FDCAD9C01A3}" type="presParOf" srcId="{DFC26B8E-9B07-42A2-93C9-1BF0B5621432}" destId="{09058E97-2D6D-4460-A61E-5F994535679C}" srcOrd="1" destOrd="0" presId="urn:microsoft.com/office/officeart/2005/8/layout/hierarchy1"/>
    <dgm:cxn modelId="{07EE4654-3BBA-4925-90A9-61F8E0AD6C36}" type="presParOf" srcId="{C11E8BBD-4861-46F7-BC6A-5AEB8CE643D6}" destId="{8D1218E8-395E-42C9-B1C0-6C0787840B64}" srcOrd="1" destOrd="0" presId="urn:microsoft.com/office/officeart/2005/8/layout/hierarchy1"/>
    <dgm:cxn modelId="{9E0E0E97-FA1A-44E0-9A21-72DAEFB46EB1}" type="presParOf" srcId="{8D1218E8-395E-42C9-B1C0-6C0787840B64}" destId="{17B001EF-43E7-4A81-AACC-C07B339B7E2E}" srcOrd="0" destOrd="0" presId="urn:microsoft.com/office/officeart/2005/8/layout/hierarchy1"/>
    <dgm:cxn modelId="{1C10C201-02E3-4A76-A3CF-021AF02F2F96}" type="presParOf" srcId="{8D1218E8-395E-42C9-B1C0-6C0787840B64}" destId="{8249328F-A1E9-4F84-A095-183301BECBCC}" srcOrd="1" destOrd="0" presId="urn:microsoft.com/office/officeart/2005/8/layout/hierarchy1"/>
    <dgm:cxn modelId="{D30C88F6-EBA6-4EC4-A640-EDDA8AEC74EA}" type="presParOf" srcId="{8249328F-A1E9-4F84-A095-183301BECBCC}" destId="{9AFF083F-06E8-4278-A82D-959C56A150EE}" srcOrd="0" destOrd="0" presId="urn:microsoft.com/office/officeart/2005/8/layout/hierarchy1"/>
    <dgm:cxn modelId="{A7270722-874E-4524-A829-3C2E1C6F85D7}" type="presParOf" srcId="{9AFF083F-06E8-4278-A82D-959C56A150EE}" destId="{648F769D-2066-4046-9CF2-1858CA164EA5}" srcOrd="0" destOrd="0" presId="urn:microsoft.com/office/officeart/2005/8/layout/hierarchy1"/>
    <dgm:cxn modelId="{F0D1CDAD-28D6-4DE4-BF39-3DE084FEF911}" type="presParOf" srcId="{9AFF083F-06E8-4278-A82D-959C56A150EE}" destId="{4E021796-B6ED-4381-AC19-E9574AAC2B64}" srcOrd="1" destOrd="0" presId="urn:microsoft.com/office/officeart/2005/8/layout/hierarchy1"/>
    <dgm:cxn modelId="{B826F691-6566-4898-B306-4CCC547804D6}" type="presParOf" srcId="{8249328F-A1E9-4F84-A095-183301BECBCC}" destId="{A144A888-5C9A-424F-8FCC-B97F58ADB18C}" srcOrd="1" destOrd="0" presId="urn:microsoft.com/office/officeart/2005/8/layout/hierarchy1"/>
    <dgm:cxn modelId="{0C4C48B4-506E-442E-8244-128F64FEED7A}" type="presParOf" srcId="{A4C84C6C-C7E0-4692-AFDA-6E72D6001B0B}" destId="{DC1818A1-8AB6-473A-A5A4-EA999F57E701}" srcOrd="2" destOrd="0" presId="urn:microsoft.com/office/officeart/2005/8/layout/hierarchy1"/>
    <dgm:cxn modelId="{E781E07C-E632-4DFF-8E72-8699821B29E2}" type="presParOf" srcId="{A4C84C6C-C7E0-4692-AFDA-6E72D6001B0B}" destId="{984723F0-2234-4E84-98C5-60DFCA74ABB2}" srcOrd="3" destOrd="0" presId="urn:microsoft.com/office/officeart/2005/8/layout/hierarchy1"/>
    <dgm:cxn modelId="{02F1A06F-6C5F-4C9D-8EFD-8CD0A56D8C60}" type="presParOf" srcId="{984723F0-2234-4E84-98C5-60DFCA74ABB2}" destId="{0317DB76-02A7-4C59-8B80-E0759B3F4380}" srcOrd="0" destOrd="0" presId="urn:microsoft.com/office/officeart/2005/8/layout/hierarchy1"/>
    <dgm:cxn modelId="{B86EA480-274E-4CF9-BC62-123B0A1EFF1F}" type="presParOf" srcId="{0317DB76-02A7-4C59-8B80-E0759B3F4380}" destId="{E541C4D3-3AF5-40A0-80FD-347ECB125216}" srcOrd="0" destOrd="0" presId="urn:microsoft.com/office/officeart/2005/8/layout/hierarchy1"/>
    <dgm:cxn modelId="{0A2DC273-8F82-4F5F-B46D-E1ACCC503062}" type="presParOf" srcId="{0317DB76-02A7-4C59-8B80-E0759B3F4380}" destId="{2FB6FAE6-9D9F-492E-ABEC-12E6F3F155BE}" srcOrd="1" destOrd="0" presId="urn:microsoft.com/office/officeart/2005/8/layout/hierarchy1"/>
    <dgm:cxn modelId="{A09E9125-2371-47CE-B09C-F92682F336B3}" type="presParOf" srcId="{984723F0-2234-4E84-98C5-60DFCA74ABB2}" destId="{666EFC0D-B25C-4A05-91EF-2ECB498A2309}" srcOrd="1" destOrd="0" presId="urn:microsoft.com/office/officeart/2005/8/layout/hierarchy1"/>
    <dgm:cxn modelId="{7CDFA2E2-1167-4DF3-A866-8CDB882AEE14}" type="presParOf" srcId="{666EFC0D-B25C-4A05-91EF-2ECB498A2309}" destId="{D9AD552E-FC1D-434E-A335-98EF42B4C86D}" srcOrd="0" destOrd="0" presId="urn:microsoft.com/office/officeart/2005/8/layout/hierarchy1"/>
    <dgm:cxn modelId="{07C12412-34E4-4136-90D4-E8BE11D97BC2}" type="presParOf" srcId="{666EFC0D-B25C-4A05-91EF-2ECB498A2309}" destId="{279685FB-56E6-4C98-AC48-31C0C78958DD}" srcOrd="1" destOrd="0" presId="urn:microsoft.com/office/officeart/2005/8/layout/hierarchy1"/>
    <dgm:cxn modelId="{AB4D33C1-451D-4BB6-94E8-23BDC45E272D}" type="presParOf" srcId="{279685FB-56E6-4C98-AC48-31C0C78958DD}" destId="{2CA25493-C730-43FE-9697-FE71E1E44266}" srcOrd="0" destOrd="0" presId="urn:microsoft.com/office/officeart/2005/8/layout/hierarchy1"/>
    <dgm:cxn modelId="{FAA461DB-0E4D-4AAC-A828-5257C6C500E8}" type="presParOf" srcId="{2CA25493-C730-43FE-9697-FE71E1E44266}" destId="{E84A5936-E6A8-4F4B-9A83-7B870C875F16}" srcOrd="0" destOrd="0" presId="urn:microsoft.com/office/officeart/2005/8/layout/hierarchy1"/>
    <dgm:cxn modelId="{5C6E5DC6-699F-4A43-BEFD-492893D244EA}" type="presParOf" srcId="{2CA25493-C730-43FE-9697-FE71E1E44266}" destId="{6DB0DA46-1BAB-42C2-A7C4-33D5622E2D03}" srcOrd="1" destOrd="0" presId="urn:microsoft.com/office/officeart/2005/8/layout/hierarchy1"/>
    <dgm:cxn modelId="{28EA5F90-86EF-49A4-B1B1-71B4A4A1C334}" type="presParOf" srcId="{279685FB-56E6-4C98-AC48-31C0C78958DD}" destId="{93CA90D4-9549-488A-BEBC-29EB31045020}" srcOrd="1" destOrd="0" presId="urn:microsoft.com/office/officeart/2005/8/layout/hierarchy1"/>
    <dgm:cxn modelId="{B371F029-AF99-4A51-9174-B398DFD280EE}" type="presParOf" srcId="{666EFC0D-B25C-4A05-91EF-2ECB498A2309}" destId="{BAC56988-1386-491E-8938-C9685485574C}" srcOrd="2" destOrd="0" presId="urn:microsoft.com/office/officeart/2005/8/layout/hierarchy1"/>
    <dgm:cxn modelId="{55E12DC0-4AF0-47E0-8365-51AF7D1EB2FF}" type="presParOf" srcId="{666EFC0D-B25C-4A05-91EF-2ECB498A2309}" destId="{DB424721-C508-48F3-ACFA-206175FFF1E9}" srcOrd="3" destOrd="0" presId="urn:microsoft.com/office/officeart/2005/8/layout/hierarchy1"/>
    <dgm:cxn modelId="{9CD122F4-E6E5-4E64-BC15-21C7A0ECAD9E}" type="presParOf" srcId="{DB424721-C508-48F3-ACFA-206175FFF1E9}" destId="{1CA40EFA-22F5-4CD6-9821-9F985C05BADF}" srcOrd="0" destOrd="0" presId="urn:microsoft.com/office/officeart/2005/8/layout/hierarchy1"/>
    <dgm:cxn modelId="{246EC1FB-7EB6-4436-945F-4CD51F529283}" type="presParOf" srcId="{1CA40EFA-22F5-4CD6-9821-9F985C05BADF}" destId="{FB66B440-AA4E-46A3-BAC8-0F211619BC38}" srcOrd="0" destOrd="0" presId="urn:microsoft.com/office/officeart/2005/8/layout/hierarchy1"/>
    <dgm:cxn modelId="{707D939E-F173-427C-B08C-C668ABA827D4}" type="presParOf" srcId="{1CA40EFA-22F5-4CD6-9821-9F985C05BADF}" destId="{88FF6A0A-51CC-42C6-9F66-A7A8F3AC026E}" srcOrd="1" destOrd="0" presId="urn:microsoft.com/office/officeart/2005/8/layout/hierarchy1"/>
    <dgm:cxn modelId="{10866DEE-BD89-4B28-B506-4F744EFD69D8}" type="presParOf" srcId="{DB424721-C508-48F3-ACFA-206175FFF1E9}" destId="{4C8B7C56-19C9-488D-A0F7-54B065597211}" srcOrd="1" destOrd="0" presId="urn:microsoft.com/office/officeart/2005/8/layout/hierarchy1"/>
    <dgm:cxn modelId="{A0FC257F-27D6-4570-9C52-82D7F871DA5E}" type="presParOf" srcId="{A4C84C6C-C7E0-4692-AFDA-6E72D6001B0B}" destId="{D3F3B892-FA73-4D2F-A520-CBCD94FBA092}" srcOrd="4" destOrd="0" presId="urn:microsoft.com/office/officeart/2005/8/layout/hierarchy1"/>
    <dgm:cxn modelId="{D48C73F4-9586-4464-BAA1-2EEC99F29C6B}" type="presParOf" srcId="{A4C84C6C-C7E0-4692-AFDA-6E72D6001B0B}" destId="{58EBDCDC-330D-44A5-AAEB-22A2095080CA}" srcOrd="5" destOrd="0" presId="urn:microsoft.com/office/officeart/2005/8/layout/hierarchy1"/>
    <dgm:cxn modelId="{563D82D3-1401-4A95-973D-3E136F9FAD00}" type="presParOf" srcId="{58EBDCDC-330D-44A5-AAEB-22A2095080CA}" destId="{669EE684-F6E5-4412-8483-7663EFCE67EF}" srcOrd="0" destOrd="0" presId="urn:microsoft.com/office/officeart/2005/8/layout/hierarchy1"/>
    <dgm:cxn modelId="{E36B46AB-AF10-43E0-8B1A-8788CDE11FAC}" type="presParOf" srcId="{669EE684-F6E5-4412-8483-7663EFCE67EF}" destId="{89B39358-69F2-4193-9042-E43528B8883B}" srcOrd="0" destOrd="0" presId="urn:microsoft.com/office/officeart/2005/8/layout/hierarchy1"/>
    <dgm:cxn modelId="{98EE186E-4DE1-4DE6-9AF9-8BB0E56E2F16}" type="presParOf" srcId="{669EE684-F6E5-4412-8483-7663EFCE67EF}" destId="{0143F746-8F68-4CD2-B250-8EDF9E90B3D6}" srcOrd="1" destOrd="0" presId="urn:microsoft.com/office/officeart/2005/8/layout/hierarchy1"/>
    <dgm:cxn modelId="{842918AD-AC1F-480B-97E0-F92790A39586}" type="presParOf" srcId="{58EBDCDC-330D-44A5-AAEB-22A2095080CA}" destId="{CFEA40F2-6C27-4BAA-9E02-5330A4A781EF}" srcOrd="1" destOrd="0" presId="urn:microsoft.com/office/officeart/2005/8/layout/hierarchy1"/>
    <dgm:cxn modelId="{517B2307-5853-4B82-81D4-E9EA2DB436A4}" type="presParOf" srcId="{CFEA40F2-6C27-4BAA-9E02-5330A4A781EF}" destId="{B42B82DD-8903-4ADC-BBF8-C33C7DA119BD}" srcOrd="0" destOrd="0" presId="urn:microsoft.com/office/officeart/2005/8/layout/hierarchy1"/>
    <dgm:cxn modelId="{310521DC-2E6C-4B0B-A3C6-19189566C7A7}" type="presParOf" srcId="{CFEA40F2-6C27-4BAA-9E02-5330A4A781EF}" destId="{3835AB44-BD41-45CC-A967-12E1A159A330}" srcOrd="1" destOrd="0" presId="urn:microsoft.com/office/officeart/2005/8/layout/hierarchy1"/>
    <dgm:cxn modelId="{5EB46E60-4402-421C-8C8F-7231DB1FD59A}" type="presParOf" srcId="{3835AB44-BD41-45CC-A967-12E1A159A330}" destId="{DD78A782-FD25-4B35-AEC4-EC306701D056}" srcOrd="0" destOrd="0" presId="urn:microsoft.com/office/officeart/2005/8/layout/hierarchy1"/>
    <dgm:cxn modelId="{CF105281-47CC-4721-B4DB-39A4B89C61A7}" type="presParOf" srcId="{DD78A782-FD25-4B35-AEC4-EC306701D056}" destId="{0A81C4EB-7780-4229-9EB4-19924D58645C}" srcOrd="0" destOrd="0" presId="urn:microsoft.com/office/officeart/2005/8/layout/hierarchy1"/>
    <dgm:cxn modelId="{5C6BD5CD-B3A3-4D4C-8520-CD60E1C9D437}" type="presParOf" srcId="{DD78A782-FD25-4B35-AEC4-EC306701D056}" destId="{E42356FF-58C7-440A-B959-C30985DFBEE3}" srcOrd="1" destOrd="0" presId="urn:microsoft.com/office/officeart/2005/8/layout/hierarchy1"/>
    <dgm:cxn modelId="{14105587-7DDB-4296-80E9-C1A1A7CD6E82}" type="presParOf" srcId="{3835AB44-BD41-45CC-A967-12E1A159A330}" destId="{7715AAAA-BAAF-419F-A2A8-9B22B847B133}" srcOrd="1" destOrd="0" presId="urn:microsoft.com/office/officeart/2005/8/layout/hierarchy1"/>
    <dgm:cxn modelId="{0DDE56B1-5FB1-452D-8EA2-B4738C26B79A}" type="presParOf" srcId="{ADFE5AE9-6515-4DCB-81BA-C2F2C20F5CEE}" destId="{BD27327A-06BF-435F-8CB3-6A761FDEB7BB}" srcOrd="2" destOrd="0" presId="urn:microsoft.com/office/officeart/2005/8/layout/hierarchy1"/>
    <dgm:cxn modelId="{1B0F341C-3F76-4314-89B0-151159E1FF41}" type="presParOf" srcId="{ADFE5AE9-6515-4DCB-81BA-C2F2C20F5CEE}" destId="{E60FEF18-BCBB-43CD-A5A6-0DD55DB78C3F}" srcOrd="3" destOrd="0" presId="urn:microsoft.com/office/officeart/2005/8/layout/hierarchy1"/>
    <dgm:cxn modelId="{9629CC95-4489-4C1B-9D7B-AF84713CF173}" type="presParOf" srcId="{E60FEF18-BCBB-43CD-A5A6-0DD55DB78C3F}" destId="{5EF20D70-0105-455B-8986-D1BF133A1224}" srcOrd="0" destOrd="0" presId="urn:microsoft.com/office/officeart/2005/8/layout/hierarchy1"/>
    <dgm:cxn modelId="{B6C0FF6B-65E0-47D5-943A-236A8467AFB2}" type="presParOf" srcId="{5EF20D70-0105-455B-8986-D1BF133A1224}" destId="{47C1611A-EDE7-4C57-BCEA-3C5CC43D2E79}" srcOrd="0" destOrd="0" presId="urn:microsoft.com/office/officeart/2005/8/layout/hierarchy1"/>
    <dgm:cxn modelId="{49D577C4-1533-4F01-B3E2-CC902A5E74FE}" type="presParOf" srcId="{5EF20D70-0105-455B-8986-D1BF133A1224}" destId="{45CB2D9B-2243-4B5A-AEA2-98DDC4085B53}" srcOrd="1" destOrd="0" presId="urn:microsoft.com/office/officeart/2005/8/layout/hierarchy1"/>
    <dgm:cxn modelId="{890C0369-923C-4F52-A2A5-09365D7C8142}" type="presParOf" srcId="{E60FEF18-BCBB-43CD-A5A6-0DD55DB78C3F}" destId="{DC6D1A84-77D5-43D3-B281-C7C32047BC23}" srcOrd="1" destOrd="0" presId="urn:microsoft.com/office/officeart/2005/8/layout/hierarchy1"/>
    <dgm:cxn modelId="{16C5EB26-E4A9-4844-83B1-5D5607CFDA0C}" type="presParOf" srcId="{DC6D1A84-77D5-43D3-B281-C7C32047BC23}" destId="{E525DCC1-3BC7-47D1-AC65-301B5222563F}" srcOrd="0" destOrd="0" presId="urn:microsoft.com/office/officeart/2005/8/layout/hierarchy1"/>
    <dgm:cxn modelId="{3BC1C122-0B42-4F77-AE31-BE3A29E340A0}" type="presParOf" srcId="{DC6D1A84-77D5-43D3-B281-C7C32047BC23}" destId="{BC435716-F7E3-4985-81DC-41E888057E59}" srcOrd="1" destOrd="0" presId="urn:microsoft.com/office/officeart/2005/8/layout/hierarchy1"/>
    <dgm:cxn modelId="{430CA613-811C-47EB-BC65-838E2AD5D23D}" type="presParOf" srcId="{BC435716-F7E3-4985-81DC-41E888057E59}" destId="{2FC41D7C-C8B8-4AFC-BC78-802B614C9F74}" srcOrd="0" destOrd="0" presId="urn:microsoft.com/office/officeart/2005/8/layout/hierarchy1"/>
    <dgm:cxn modelId="{D0A3C688-3B7B-4F13-A926-E53EC1B32ECD}" type="presParOf" srcId="{2FC41D7C-C8B8-4AFC-BC78-802B614C9F74}" destId="{8C1FFC2C-1870-4ACF-B3DD-F6BD7876679C}" srcOrd="0" destOrd="0" presId="urn:microsoft.com/office/officeart/2005/8/layout/hierarchy1"/>
    <dgm:cxn modelId="{2CCCD3C7-EC37-4359-892D-947AB06A43FE}" type="presParOf" srcId="{2FC41D7C-C8B8-4AFC-BC78-802B614C9F74}" destId="{3440022A-236A-4742-BC0C-6B63B7BC556B}" srcOrd="1" destOrd="0" presId="urn:microsoft.com/office/officeart/2005/8/layout/hierarchy1"/>
    <dgm:cxn modelId="{EFC45375-E29D-4B70-B2F8-2A65C3924772}" type="presParOf" srcId="{BC435716-F7E3-4985-81DC-41E888057E59}" destId="{3C19709A-4105-4C9A-BAFB-155F11B29109}" srcOrd="1" destOrd="0" presId="urn:microsoft.com/office/officeart/2005/8/layout/hierarchy1"/>
    <dgm:cxn modelId="{7ACFAB4A-3315-4A75-A7BE-02221B39C766}" type="presParOf" srcId="{52AA0C46-8C79-49A1-ABAA-5C3DAF34B49E}" destId="{9E87AAC7-8FA1-409C-B59B-DAC474A3D7F6}" srcOrd="4" destOrd="0" presId="urn:microsoft.com/office/officeart/2005/8/layout/hierarchy1"/>
    <dgm:cxn modelId="{A0261FB0-6CAC-4B59-B9FB-AB4B9AFEF1CB}" type="presParOf" srcId="{52AA0C46-8C79-49A1-ABAA-5C3DAF34B49E}" destId="{FEF2345E-B4B3-4E99-9388-336871168A0D}" srcOrd="5" destOrd="0" presId="urn:microsoft.com/office/officeart/2005/8/layout/hierarchy1"/>
    <dgm:cxn modelId="{EA822C80-2A31-4332-9360-C10F5F44886D}" type="presParOf" srcId="{FEF2345E-B4B3-4E99-9388-336871168A0D}" destId="{4A4057BD-2F30-4775-8ABE-72BEA8D32653}" srcOrd="0" destOrd="0" presId="urn:microsoft.com/office/officeart/2005/8/layout/hierarchy1"/>
    <dgm:cxn modelId="{D14FB828-0512-4AA1-9D15-022F916BD23B}" type="presParOf" srcId="{4A4057BD-2F30-4775-8ABE-72BEA8D32653}" destId="{5EFDDE5A-6F9D-46CC-B23E-F60ECB0E7FB3}" srcOrd="0" destOrd="0" presId="urn:microsoft.com/office/officeart/2005/8/layout/hierarchy1"/>
    <dgm:cxn modelId="{A574D78F-E423-4CD6-A676-C2F693EE3B37}" type="presParOf" srcId="{4A4057BD-2F30-4775-8ABE-72BEA8D32653}" destId="{E4CBA675-5A23-4057-8F16-C25872D649DA}" srcOrd="1" destOrd="0" presId="urn:microsoft.com/office/officeart/2005/8/layout/hierarchy1"/>
    <dgm:cxn modelId="{6E65954F-F3BA-47FC-A9F1-5445C4D3A618}" type="presParOf" srcId="{FEF2345E-B4B3-4E99-9388-336871168A0D}" destId="{4EEB33F1-6AAA-4CCB-B7CE-F79BC615F05F}" srcOrd="1" destOrd="0" presId="urn:microsoft.com/office/officeart/2005/8/layout/hierarchy1"/>
    <dgm:cxn modelId="{02F970C4-53CD-423A-B282-9733442CAF18}" type="presParOf" srcId="{4EEB33F1-6AAA-4CCB-B7CE-F79BC615F05F}" destId="{82E2CC74-6ABE-4BD3-943F-73DE1FEB3111}" srcOrd="0" destOrd="0" presId="urn:microsoft.com/office/officeart/2005/8/layout/hierarchy1"/>
    <dgm:cxn modelId="{C4DCACCC-24C6-4868-97D4-682EFFDB9001}" type="presParOf" srcId="{4EEB33F1-6AAA-4CCB-B7CE-F79BC615F05F}" destId="{867A494C-826F-4A64-A889-A21EE7C547D3}" srcOrd="1" destOrd="0" presId="urn:microsoft.com/office/officeart/2005/8/layout/hierarchy1"/>
    <dgm:cxn modelId="{234E7909-E014-498D-A502-60DE8E74D666}" type="presParOf" srcId="{867A494C-826F-4A64-A889-A21EE7C547D3}" destId="{870E5C4A-3039-47B9-B03E-0BEEC5B70F6E}" srcOrd="0" destOrd="0" presId="urn:microsoft.com/office/officeart/2005/8/layout/hierarchy1"/>
    <dgm:cxn modelId="{2C971992-AB2F-4C8D-9FB3-4599F72891DE}" type="presParOf" srcId="{870E5C4A-3039-47B9-B03E-0BEEC5B70F6E}" destId="{9A1D49D8-154A-4D1B-8DEF-0F840E31818F}" srcOrd="0" destOrd="0" presId="urn:microsoft.com/office/officeart/2005/8/layout/hierarchy1"/>
    <dgm:cxn modelId="{E22D2C75-61CD-4C85-921F-CFD26D132511}" type="presParOf" srcId="{870E5C4A-3039-47B9-B03E-0BEEC5B70F6E}" destId="{27B970F7-5AA8-4DC5-AB98-FA6D447E05B9}" srcOrd="1" destOrd="0" presId="urn:microsoft.com/office/officeart/2005/8/layout/hierarchy1"/>
    <dgm:cxn modelId="{81E06D8D-C35D-4F3A-B03F-A6A02F0C4D21}" type="presParOf" srcId="{867A494C-826F-4A64-A889-A21EE7C547D3}" destId="{AC626106-6C88-46F4-A99D-80B02ED12EC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67C23F-5C13-4526-A35D-CD68DCFE2706}">
      <dsp:nvSpPr>
        <dsp:cNvPr id="0" name=""/>
        <dsp:cNvSpPr/>
      </dsp:nvSpPr>
      <dsp:spPr>
        <a:xfrm>
          <a:off x="8248855" y="1476686"/>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469A76-AA6E-40B8-A7F2-874508CAFA25}">
      <dsp:nvSpPr>
        <dsp:cNvPr id="0" name=""/>
        <dsp:cNvSpPr/>
      </dsp:nvSpPr>
      <dsp:spPr>
        <a:xfrm>
          <a:off x="4671402" y="601223"/>
          <a:ext cx="3623173" cy="275010"/>
        </a:xfrm>
        <a:custGeom>
          <a:avLst/>
          <a:gdLst/>
          <a:ahLst/>
          <a:cxnLst/>
          <a:rect l="0" t="0" r="0" b="0"/>
          <a:pathLst>
            <a:path>
              <a:moveTo>
                <a:pt x="0" y="0"/>
              </a:moveTo>
              <a:lnTo>
                <a:pt x="0" y="187411"/>
              </a:lnTo>
              <a:lnTo>
                <a:pt x="3623173" y="187411"/>
              </a:lnTo>
              <a:lnTo>
                <a:pt x="3623173" y="27501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0F88CC-12A4-4C27-B4FB-5783FD8645CC}">
      <dsp:nvSpPr>
        <dsp:cNvPr id="0" name=""/>
        <dsp:cNvSpPr/>
      </dsp:nvSpPr>
      <dsp:spPr>
        <a:xfrm>
          <a:off x="4671402" y="601223"/>
          <a:ext cx="2467446" cy="275010"/>
        </a:xfrm>
        <a:custGeom>
          <a:avLst/>
          <a:gdLst/>
          <a:ahLst/>
          <a:cxnLst/>
          <a:rect l="0" t="0" r="0" b="0"/>
          <a:pathLst>
            <a:path>
              <a:moveTo>
                <a:pt x="0" y="0"/>
              </a:moveTo>
              <a:lnTo>
                <a:pt x="0" y="187411"/>
              </a:lnTo>
              <a:lnTo>
                <a:pt x="2467446" y="187411"/>
              </a:lnTo>
              <a:lnTo>
                <a:pt x="2467446" y="27501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B14B63-F695-4C03-8C49-1BE84D91A26D}">
      <dsp:nvSpPr>
        <dsp:cNvPr id="0" name=""/>
        <dsp:cNvSpPr/>
      </dsp:nvSpPr>
      <dsp:spPr>
        <a:xfrm>
          <a:off x="5937402" y="4103075"/>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C70AF0-6F92-4EAE-B4E5-92DA770E1FEF}">
      <dsp:nvSpPr>
        <dsp:cNvPr id="0" name=""/>
        <dsp:cNvSpPr/>
      </dsp:nvSpPr>
      <dsp:spPr>
        <a:xfrm>
          <a:off x="5937402" y="3227612"/>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75889F-5B90-4294-8537-EE4C29ECE198}">
      <dsp:nvSpPr>
        <dsp:cNvPr id="0" name=""/>
        <dsp:cNvSpPr/>
      </dsp:nvSpPr>
      <dsp:spPr>
        <a:xfrm>
          <a:off x="5937402" y="2352149"/>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3A3804-E395-43CB-AD02-FA34520DD2CF}">
      <dsp:nvSpPr>
        <dsp:cNvPr id="0" name=""/>
        <dsp:cNvSpPr/>
      </dsp:nvSpPr>
      <dsp:spPr>
        <a:xfrm>
          <a:off x="5937402" y="1476686"/>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F3263F2-0F89-4A01-9C86-412F860E561F}">
      <dsp:nvSpPr>
        <dsp:cNvPr id="0" name=""/>
        <dsp:cNvSpPr/>
      </dsp:nvSpPr>
      <dsp:spPr>
        <a:xfrm>
          <a:off x="4671402" y="601223"/>
          <a:ext cx="1311720" cy="275010"/>
        </a:xfrm>
        <a:custGeom>
          <a:avLst/>
          <a:gdLst/>
          <a:ahLst/>
          <a:cxnLst/>
          <a:rect l="0" t="0" r="0" b="0"/>
          <a:pathLst>
            <a:path>
              <a:moveTo>
                <a:pt x="0" y="0"/>
              </a:moveTo>
              <a:lnTo>
                <a:pt x="0" y="187411"/>
              </a:lnTo>
              <a:lnTo>
                <a:pt x="1311720" y="187411"/>
              </a:lnTo>
              <a:lnTo>
                <a:pt x="1311720" y="27501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C306AA-CA7B-4639-A5C8-B810D8451C9E}">
      <dsp:nvSpPr>
        <dsp:cNvPr id="0" name=""/>
        <dsp:cNvSpPr/>
      </dsp:nvSpPr>
      <dsp:spPr>
        <a:xfrm>
          <a:off x="4781676" y="2352149"/>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6960A6-98C5-4816-953E-D54A6741BF2E}">
      <dsp:nvSpPr>
        <dsp:cNvPr id="0" name=""/>
        <dsp:cNvSpPr/>
      </dsp:nvSpPr>
      <dsp:spPr>
        <a:xfrm>
          <a:off x="4781676" y="1476686"/>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AC6F347-5DAF-4A1D-A94B-FC871D7EBD9C}">
      <dsp:nvSpPr>
        <dsp:cNvPr id="0" name=""/>
        <dsp:cNvSpPr/>
      </dsp:nvSpPr>
      <dsp:spPr>
        <a:xfrm>
          <a:off x="4671402" y="601223"/>
          <a:ext cx="155993" cy="275010"/>
        </a:xfrm>
        <a:custGeom>
          <a:avLst/>
          <a:gdLst/>
          <a:ahLst/>
          <a:cxnLst/>
          <a:rect l="0" t="0" r="0" b="0"/>
          <a:pathLst>
            <a:path>
              <a:moveTo>
                <a:pt x="0" y="0"/>
              </a:moveTo>
              <a:lnTo>
                <a:pt x="0" y="187411"/>
              </a:lnTo>
              <a:lnTo>
                <a:pt x="155993" y="187411"/>
              </a:lnTo>
              <a:lnTo>
                <a:pt x="155993" y="27501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6A3D9E-8E75-4132-92F8-8BCD9857F40B}">
      <dsp:nvSpPr>
        <dsp:cNvPr id="0" name=""/>
        <dsp:cNvSpPr/>
      </dsp:nvSpPr>
      <dsp:spPr>
        <a:xfrm>
          <a:off x="3436220" y="4103075"/>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6B5553-D6A7-4E4E-8B1F-97AD87475644}">
      <dsp:nvSpPr>
        <dsp:cNvPr id="0" name=""/>
        <dsp:cNvSpPr/>
      </dsp:nvSpPr>
      <dsp:spPr>
        <a:xfrm>
          <a:off x="3436220" y="3227612"/>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E17594-286A-4DF8-8C62-04294B6BD8BE}">
      <dsp:nvSpPr>
        <dsp:cNvPr id="0" name=""/>
        <dsp:cNvSpPr/>
      </dsp:nvSpPr>
      <dsp:spPr>
        <a:xfrm>
          <a:off x="3436220" y="2352149"/>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E7C94D-4CB5-47AC-8A4D-2BA177AC9DC3}">
      <dsp:nvSpPr>
        <dsp:cNvPr id="0" name=""/>
        <dsp:cNvSpPr/>
      </dsp:nvSpPr>
      <dsp:spPr>
        <a:xfrm>
          <a:off x="3436220" y="1476686"/>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BD3CDA-BF9B-4896-A613-1BDEA306A7B5}">
      <dsp:nvSpPr>
        <dsp:cNvPr id="0" name=""/>
        <dsp:cNvSpPr/>
      </dsp:nvSpPr>
      <dsp:spPr>
        <a:xfrm>
          <a:off x="3481940" y="601223"/>
          <a:ext cx="1189461" cy="275010"/>
        </a:xfrm>
        <a:custGeom>
          <a:avLst/>
          <a:gdLst/>
          <a:ahLst/>
          <a:cxnLst/>
          <a:rect l="0" t="0" r="0" b="0"/>
          <a:pathLst>
            <a:path>
              <a:moveTo>
                <a:pt x="1189461" y="0"/>
              </a:moveTo>
              <a:lnTo>
                <a:pt x="1189461" y="187411"/>
              </a:lnTo>
              <a:lnTo>
                <a:pt x="0" y="187411"/>
              </a:lnTo>
              <a:lnTo>
                <a:pt x="0" y="27501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2B2297-490A-41A3-A091-8C43D7D57E7C}">
      <dsp:nvSpPr>
        <dsp:cNvPr id="0" name=""/>
        <dsp:cNvSpPr/>
      </dsp:nvSpPr>
      <dsp:spPr>
        <a:xfrm>
          <a:off x="1546637" y="4978538"/>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48BDB0-C4B8-4ABF-AE0B-2DC6ACD41DB2}">
      <dsp:nvSpPr>
        <dsp:cNvPr id="0" name=""/>
        <dsp:cNvSpPr/>
      </dsp:nvSpPr>
      <dsp:spPr>
        <a:xfrm>
          <a:off x="1546637" y="4103075"/>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D7B016-82CD-46FF-839D-260238F57899}">
      <dsp:nvSpPr>
        <dsp:cNvPr id="0" name=""/>
        <dsp:cNvSpPr/>
      </dsp:nvSpPr>
      <dsp:spPr>
        <a:xfrm>
          <a:off x="1546637" y="3227612"/>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B20AED-B2DF-48BE-9FFE-E97790B5E52B}">
      <dsp:nvSpPr>
        <dsp:cNvPr id="0" name=""/>
        <dsp:cNvSpPr/>
      </dsp:nvSpPr>
      <dsp:spPr>
        <a:xfrm>
          <a:off x="1546637" y="2352149"/>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D75BA0-97A0-45C0-9832-F7E99796F6B3}">
      <dsp:nvSpPr>
        <dsp:cNvPr id="0" name=""/>
        <dsp:cNvSpPr/>
      </dsp:nvSpPr>
      <dsp:spPr>
        <a:xfrm>
          <a:off x="1546637" y="1476686"/>
          <a:ext cx="91440" cy="275010"/>
        </a:xfrm>
        <a:custGeom>
          <a:avLst/>
          <a:gdLst/>
          <a:ahLst/>
          <a:cxnLst/>
          <a:rect l="0" t="0" r="0" b="0"/>
          <a:pathLst>
            <a:path>
              <a:moveTo>
                <a:pt x="45720" y="0"/>
              </a:moveTo>
              <a:lnTo>
                <a:pt x="45720" y="275010"/>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4DD8C5-33F1-45C3-8900-EF7F57A76C33}">
      <dsp:nvSpPr>
        <dsp:cNvPr id="0" name=""/>
        <dsp:cNvSpPr/>
      </dsp:nvSpPr>
      <dsp:spPr>
        <a:xfrm>
          <a:off x="1592357" y="601223"/>
          <a:ext cx="3079045" cy="275010"/>
        </a:xfrm>
        <a:custGeom>
          <a:avLst/>
          <a:gdLst/>
          <a:ahLst/>
          <a:cxnLst/>
          <a:rect l="0" t="0" r="0" b="0"/>
          <a:pathLst>
            <a:path>
              <a:moveTo>
                <a:pt x="3079045" y="0"/>
              </a:moveTo>
              <a:lnTo>
                <a:pt x="3079045" y="187411"/>
              </a:lnTo>
              <a:lnTo>
                <a:pt x="0" y="187411"/>
              </a:lnTo>
              <a:lnTo>
                <a:pt x="0" y="27501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BB1F68-98DE-4350-B6B8-13ECB9AD6E45}">
      <dsp:nvSpPr>
        <dsp:cNvPr id="0" name=""/>
        <dsp:cNvSpPr/>
      </dsp:nvSpPr>
      <dsp:spPr>
        <a:xfrm>
          <a:off x="2998475" y="771"/>
          <a:ext cx="3345853"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3A0501-6369-4F28-9C89-FB08F6F9037F}">
      <dsp:nvSpPr>
        <dsp:cNvPr id="0" name=""/>
        <dsp:cNvSpPr/>
      </dsp:nvSpPr>
      <dsp:spPr>
        <a:xfrm>
          <a:off x="3103541" y="100584"/>
          <a:ext cx="3345853" cy="600452"/>
        </a:xfrm>
        <a:prstGeom prst="roundRect">
          <a:avLst>
            <a:gd name="adj" fmla="val 10000"/>
          </a:avLst>
        </a:prstGeom>
        <a:solidFill>
          <a:schemeClr val="lt1">
            <a:alpha val="90000"/>
            <a:hueOff val="0"/>
            <a:satOff val="0"/>
            <a:lumOff val="0"/>
            <a:alphaOff val="0"/>
          </a:schemeClr>
        </a:solidFill>
        <a:ln w="15875" cap="flat" cmpd="sng" algn="ctr">
          <a:solidFill>
            <a:schemeClr val="accent4"/>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kern="1200" dirty="0"/>
            <a:t>Procesos de Fabricación</a:t>
          </a:r>
          <a:endParaRPr lang="es-PE" sz="1800" kern="1200" dirty="0"/>
        </a:p>
      </dsp:txBody>
      <dsp:txXfrm>
        <a:off x="3121128" y="118171"/>
        <a:ext cx="3310679" cy="565278"/>
      </dsp:txXfrm>
    </dsp:sp>
    <dsp:sp modelId="{E0118946-BE47-4AB7-BF56-B221E497DFD5}">
      <dsp:nvSpPr>
        <dsp:cNvPr id="0" name=""/>
        <dsp:cNvSpPr/>
      </dsp:nvSpPr>
      <dsp:spPr>
        <a:xfrm>
          <a:off x="575432" y="876234"/>
          <a:ext cx="2033850" cy="600452"/>
        </a:xfrm>
        <a:prstGeom prst="roundRect">
          <a:avLst>
            <a:gd name="adj" fmla="val 10000"/>
          </a:avLst>
        </a:prstGeom>
        <a:solidFill>
          <a:srgbClr val="C00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03CAEC-CB6A-41C5-9018-1AC8E3F54AD0}">
      <dsp:nvSpPr>
        <dsp:cNvPr id="0" name=""/>
        <dsp:cNvSpPr/>
      </dsp:nvSpPr>
      <dsp:spPr>
        <a:xfrm>
          <a:off x="680498" y="976046"/>
          <a:ext cx="2033850"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kern="1200" dirty="0"/>
            <a:t>Moldeo y Fundición</a:t>
          </a:r>
          <a:endParaRPr lang="es-PE" sz="1800" kern="1200" dirty="0"/>
        </a:p>
      </dsp:txBody>
      <dsp:txXfrm>
        <a:off x="698085" y="993633"/>
        <a:ext cx="1998676" cy="565278"/>
      </dsp:txXfrm>
    </dsp:sp>
    <dsp:sp modelId="{D1A11D24-0EBD-470F-9978-A2F97E64CACD}">
      <dsp:nvSpPr>
        <dsp:cNvPr id="0" name=""/>
        <dsp:cNvSpPr/>
      </dsp:nvSpPr>
      <dsp:spPr>
        <a:xfrm>
          <a:off x="1119560" y="1751697"/>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E07326-C321-4CDA-822F-C339DB195D62}">
      <dsp:nvSpPr>
        <dsp:cNvPr id="0" name=""/>
        <dsp:cNvSpPr/>
      </dsp:nvSpPr>
      <dsp:spPr>
        <a:xfrm>
          <a:off x="1224626" y="1851509"/>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En arena</a:t>
          </a:r>
          <a:endParaRPr lang="es-PE" sz="1200" kern="1200" dirty="0"/>
        </a:p>
      </dsp:txBody>
      <dsp:txXfrm>
        <a:off x="1242213" y="1869096"/>
        <a:ext cx="910420" cy="565278"/>
      </dsp:txXfrm>
    </dsp:sp>
    <dsp:sp modelId="{13952FE4-8949-4682-8F13-752429195B13}">
      <dsp:nvSpPr>
        <dsp:cNvPr id="0" name=""/>
        <dsp:cNvSpPr/>
      </dsp:nvSpPr>
      <dsp:spPr>
        <a:xfrm>
          <a:off x="1119560" y="2627159"/>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83A2F0-9CCD-4B72-9AA1-0CBF08FF17F3}">
      <dsp:nvSpPr>
        <dsp:cNvPr id="0" name=""/>
        <dsp:cNvSpPr/>
      </dsp:nvSpPr>
      <dsp:spPr>
        <a:xfrm>
          <a:off x="1224626" y="2726972"/>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Coquilla</a:t>
          </a:r>
          <a:endParaRPr lang="es-PE" sz="1200" kern="1200" dirty="0"/>
        </a:p>
      </dsp:txBody>
      <dsp:txXfrm>
        <a:off x="1242213" y="2744559"/>
        <a:ext cx="910420" cy="565278"/>
      </dsp:txXfrm>
    </dsp:sp>
    <dsp:sp modelId="{CD59C700-6D59-4E7D-AC25-14B5465843A6}">
      <dsp:nvSpPr>
        <dsp:cNvPr id="0" name=""/>
        <dsp:cNvSpPr/>
      </dsp:nvSpPr>
      <dsp:spPr>
        <a:xfrm>
          <a:off x="1119560" y="3502622"/>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165E20-E9CE-4D9E-BCB2-A90ECDA3167C}">
      <dsp:nvSpPr>
        <dsp:cNvPr id="0" name=""/>
        <dsp:cNvSpPr/>
      </dsp:nvSpPr>
      <dsp:spPr>
        <a:xfrm>
          <a:off x="1224626" y="3602435"/>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Inyectada</a:t>
          </a:r>
          <a:endParaRPr lang="es-PE" sz="1200" kern="1200" dirty="0"/>
        </a:p>
      </dsp:txBody>
      <dsp:txXfrm>
        <a:off x="1242213" y="3620022"/>
        <a:ext cx="910420" cy="565278"/>
      </dsp:txXfrm>
    </dsp:sp>
    <dsp:sp modelId="{19E2BC13-44F5-4934-A1CE-DA5FD6957830}">
      <dsp:nvSpPr>
        <dsp:cNvPr id="0" name=""/>
        <dsp:cNvSpPr/>
      </dsp:nvSpPr>
      <dsp:spPr>
        <a:xfrm>
          <a:off x="1119560" y="4378085"/>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933057-6F92-4D39-AFB0-0293BFA5B229}">
      <dsp:nvSpPr>
        <dsp:cNvPr id="0" name=""/>
        <dsp:cNvSpPr/>
      </dsp:nvSpPr>
      <dsp:spPr>
        <a:xfrm>
          <a:off x="1224626" y="4477898"/>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Centrifugada</a:t>
          </a:r>
          <a:endParaRPr lang="es-PE" sz="1200" kern="1200" dirty="0"/>
        </a:p>
      </dsp:txBody>
      <dsp:txXfrm>
        <a:off x="1242213" y="4495485"/>
        <a:ext cx="910420" cy="565278"/>
      </dsp:txXfrm>
    </dsp:sp>
    <dsp:sp modelId="{DD3FC7C4-84EE-45E9-BD9D-3594B407B98C}">
      <dsp:nvSpPr>
        <dsp:cNvPr id="0" name=""/>
        <dsp:cNvSpPr/>
      </dsp:nvSpPr>
      <dsp:spPr>
        <a:xfrm>
          <a:off x="1119560" y="5253548"/>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814021-E086-4E60-9BCF-BEF365C239B7}">
      <dsp:nvSpPr>
        <dsp:cNvPr id="0" name=""/>
        <dsp:cNvSpPr/>
      </dsp:nvSpPr>
      <dsp:spPr>
        <a:xfrm>
          <a:off x="1224626" y="5353361"/>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Al vacío</a:t>
          </a:r>
          <a:endParaRPr lang="es-PE" sz="1200" kern="1200" dirty="0"/>
        </a:p>
      </dsp:txBody>
      <dsp:txXfrm>
        <a:off x="1242213" y="5370948"/>
        <a:ext cx="910420" cy="565278"/>
      </dsp:txXfrm>
    </dsp:sp>
    <dsp:sp modelId="{49D2BCAF-0D3F-4421-8736-F4117E6EF186}">
      <dsp:nvSpPr>
        <dsp:cNvPr id="0" name=""/>
        <dsp:cNvSpPr/>
      </dsp:nvSpPr>
      <dsp:spPr>
        <a:xfrm>
          <a:off x="2819414" y="876234"/>
          <a:ext cx="1325051" cy="600452"/>
        </a:xfrm>
        <a:prstGeom prst="roundRect">
          <a:avLst>
            <a:gd name="adj" fmla="val 10000"/>
          </a:avLst>
        </a:prstGeom>
        <a:solidFill>
          <a:srgbClr val="FFC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BBE6EA-21E6-443F-92C1-999D0A874584}">
      <dsp:nvSpPr>
        <dsp:cNvPr id="0" name=""/>
        <dsp:cNvSpPr/>
      </dsp:nvSpPr>
      <dsp:spPr>
        <a:xfrm>
          <a:off x="2924480" y="976046"/>
          <a:ext cx="1325051"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kern="1200" dirty="0"/>
            <a:t>Deformación plástica</a:t>
          </a:r>
          <a:endParaRPr lang="es-PE" sz="1600" kern="1200" dirty="0"/>
        </a:p>
      </dsp:txBody>
      <dsp:txXfrm>
        <a:off x="2942067" y="993633"/>
        <a:ext cx="1289877" cy="565278"/>
      </dsp:txXfrm>
    </dsp:sp>
    <dsp:sp modelId="{2D6536F8-B5BB-4B35-A3B5-B180028CD3F8}">
      <dsp:nvSpPr>
        <dsp:cNvPr id="0" name=""/>
        <dsp:cNvSpPr/>
      </dsp:nvSpPr>
      <dsp:spPr>
        <a:xfrm>
          <a:off x="3009143" y="1751697"/>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FA618C-0F5B-4A71-A92E-882C38BD9E2B}">
      <dsp:nvSpPr>
        <dsp:cNvPr id="0" name=""/>
        <dsp:cNvSpPr/>
      </dsp:nvSpPr>
      <dsp:spPr>
        <a:xfrm>
          <a:off x="3114209" y="1851509"/>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Forja</a:t>
          </a:r>
          <a:endParaRPr lang="es-PE" sz="1200" kern="1200" dirty="0"/>
        </a:p>
      </dsp:txBody>
      <dsp:txXfrm>
        <a:off x="3131796" y="1869096"/>
        <a:ext cx="910420" cy="565278"/>
      </dsp:txXfrm>
    </dsp:sp>
    <dsp:sp modelId="{9B9E4153-2242-4EDC-8E52-E564A1EEF625}">
      <dsp:nvSpPr>
        <dsp:cNvPr id="0" name=""/>
        <dsp:cNvSpPr/>
      </dsp:nvSpPr>
      <dsp:spPr>
        <a:xfrm>
          <a:off x="3009143" y="2627159"/>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D4A877-7739-43BB-876C-CE48FA024603}">
      <dsp:nvSpPr>
        <dsp:cNvPr id="0" name=""/>
        <dsp:cNvSpPr/>
      </dsp:nvSpPr>
      <dsp:spPr>
        <a:xfrm>
          <a:off x="3114209" y="2726972"/>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Laminación</a:t>
          </a:r>
          <a:endParaRPr lang="es-PE" sz="1200" kern="1200" dirty="0"/>
        </a:p>
      </dsp:txBody>
      <dsp:txXfrm>
        <a:off x="3131796" y="2744559"/>
        <a:ext cx="910420" cy="565278"/>
      </dsp:txXfrm>
    </dsp:sp>
    <dsp:sp modelId="{68B2C7B8-FE7C-4434-8875-5D310F98A0E0}">
      <dsp:nvSpPr>
        <dsp:cNvPr id="0" name=""/>
        <dsp:cNvSpPr/>
      </dsp:nvSpPr>
      <dsp:spPr>
        <a:xfrm>
          <a:off x="3009143" y="3502622"/>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302F64-678A-41D1-A1FD-3A1C3D349DE4}">
      <dsp:nvSpPr>
        <dsp:cNvPr id="0" name=""/>
        <dsp:cNvSpPr/>
      </dsp:nvSpPr>
      <dsp:spPr>
        <a:xfrm>
          <a:off x="3114209" y="3602435"/>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Extrusión</a:t>
          </a:r>
          <a:endParaRPr lang="es-PE" sz="1200" kern="1200" dirty="0"/>
        </a:p>
      </dsp:txBody>
      <dsp:txXfrm>
        <a:off x="3131796" y="3620022"/>
        <a:ext cx="910420" cy="565278"/>
      </dsp:txXfrm>
    </dsp:sp>
    <dsp:sp modelId="{56C98933-3FF3-4669-82A5-0B9340685F73}">
      <dsp:nvSpPr>
        <dsp:cNvPr id="0" name=""/>
        <dsp:cNvSpPr/>
      </dsp:nvSpPr>
      <dsp:spPr>
        <a:xfrm>
          <a:off x="3009143" y="4378085"/>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5D46AD-B00B-4E53-B8E7-A89324737AD4}">
      <dsp:nvSpPr>
        <dsp:cNvPr id="0" name=""/>
        <dsp:cNvSpPr/>
      </dsp:nvSpPr>
      <dsp:spPr>
        <a:xfrm>
          <a:off x="3114209" y="4477898"/>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Trefilado</a:t>
          </a:r>
          <a:endParaRPr lang="es-PE" sz="1200" kern="1200" dirty="0"/>
        </a:p>
      </dsp:txBody>
      <dsp:txXfrm>
        <a:off x="3131796" y="4495485"/>
        <a:ext cx="910420" cy="565278"/>
      </dsp:txXfrm>
    </dsp:sp>
    <dsp:sp modelId="{BCA1AEF0-E29B-46F2-873D-B5F35866B3B3}">
      <dsp:nvSpPr>
        <dsp:cNvPr id="0" name=""/>
        <dsp:cNvSpPr/>
      </dsp:nvSpPr>
      <dsp:spPr>
        <a:xfrm>
          <a:off x="4354598" y="876234"/>
          <a:ext cx="945594" cy="600452"/>
        </a:xfrm>
        <a:prstGeom prst="roundRect">
          <a:avLst>
            <a:gd name="adj" fmla="val 10000"/>
          </a:avLst>
        </a:prstGeom>
        <a:solidFill>
          <a:srgbClr val="0070C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2E0DF4-6618-4979-8BE6-D3855774B123}">
      <dsp:nvSpPr>
        <dsp:cNvPr id="0" name=""/>
        <dsp:cNvSpPr/>
      </dsp:nvSpPr>
      <dsp:spPr>
        <a:xfrm>
          <a:off x="4459664" y="976046"/>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kern="1200" dirty="0"/>
            <a:t>Unión</a:t>
          </a:r>
          <a:endParaRPr lang="es-PE" sz="1800" kern="1200" dirty="0"/>
        </a:p>
      </dsp:txBody>
      <dsp:txXfrm>
        <a:off x="4477251" y="993633"/>
        <a:ext cx="910420" cy="565278"/>
      </dsp:txXfrm>
    </dsp:sp>
    <dsp:sp modelId="{7DDD100E-6D99-401E-A20B-E44B8887B32E}">
      <dsp:nvSpPr>
        <dsp:cNvPr id="0" name=""/>
        <dsp:cNvSpPr/>
      </dsp:nvSpPr>
      <dsp:spPr>
        <a:xfrm>
          <a:off x="4354598" y="1751697"/>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587F02-5050-4F79-9DDB-82517F4C39D3}">
      <dsp:nvSpPr>
        <dsp:cNvPr id="0" name=""/>
        <dsp:cNvSpPr/>
      </dsp:nvSpPr>
      <dsp:spPr>
        <a:xfrm>
          <a:off x="4459664" y="1851509"/>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Soldadura por arco</a:t>
          </a:r>
          <a:endParaRPr lang="es-PE" sz="1200" kern="1200" dirty="0"/>
        </a:p>
      </dsp:txBody>
      <dsp:txXfrm>
        <a:off x="4477251" y="1869096"/>
        <a:ext cx="910420" cy="565278"/>
      </dsp:txXfrm>
    </dsp:sp>
    <dsp:sp modelId="{65A0BCF0-B885-45AE-83A6-7C8AEFC28A95}">
      <dsp:nvSpPr>
        <dsp:cNvPr id="0" name=""/>
        <dsp:cNvSpPr/>
      </dsp:nvSpPr>
      <dsp:spPr>
        <a:xfrm>
          <a:off x="4354598" y="2627159"/>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13544A-4A3D-4313-A999-E0DD636C3BE1}">
      <dsp:nvSpPr>
        <dsp:cNvPr id="0" name=""/>
        <dsp:cNvSpPr/>
      </dsp:nvSpPr>
      <dsp:spPr>
        <a:xfrm>
          <a:off x="4459664" y="2726972"/>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Soldadura por gas</a:t>
          </a:r>
          <a:endParaRPr lang="es-PE" sz="1200" kern="1200" dirty="0"/>
        </a:p>
      </dsp:txBody>
      <dsp:txXfrm>
        <a:off x="4477251" y="2744559"/>
        <a:ext cx="910420" cy="565278"/>
      </dsp:txXfrm>
    </dsp:sp>
    <dsp:sp modelId="{F8381A15-B367-45B4-930A-4DDE2BC2813A}">
      <dsp:nvSpPr>
        <dsp:cNvPr id="0" name=""/>
        <dsp:cNvSpPr/>
      </dsp:nvSpPr>
      <dsp:spPr>
        <a:xfrm>
          <a:off x="5510325" y="876234"/>
          <a:ext cx="945594" cy="600452"/>
        </a:xfrm>
        <a:prstGeom prst="roundRect">
          <a:avLst>
            <a:gd name="adj" fmla="val 10000"/>
          </a:avLst>
        </a:prstGeom>
        <a:solidFill>
          <a:srgbClr val="00B0F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13BD87-9103-45D9-B8FF-66450D44AD36}">
      <dsp:nvSpPr>
        <dsp:cNvPr id="0" name=""/>
        <dsp:cNvSpPr/>
      </dsp:nvSpPr>
      <dsp:spPr>
        <a:xfrm>
          <a:off x="5615391" y="976046"/>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Mecanizado</a:t>
          </a:r>
          <a:endParaRPr lang="es-PE" sz="1200" kern="1200" dirty="0"/>
        </a:p>
      </dsp:txBody>
      <dsp:txXfrm>
        <a:off x="5632978" y="993633"/>
        <a:ext cx="910420" cy="565278"/>
      </dsp:txXfrm>
    </dsp:sp>
    <dsp:sp modelId="{010CF920-61A0-4654-B156-D3B4E0511537}">
      <dsp:nvSpPr>
        <dsp:cNvPr id="0" name=""/>
        <dsp:cNvSpPr/>
      </dsp:nvSpPr>
      <dsp:spPr>
        <a:xfrm>
          <a:off x="5510325" y="1751697"/>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DC76DE-73A6-4245-A520-8BDB5275558D}">
      <dsp:nvSpPr>
        <dsp:cNvPr id="0" name=""/>
        <dsp:cNvSpPr/>
      </dsp:nvSpPr>
      <dsp:spPr>
        <a:xfrm>
          <a:off x="5615391" y="1851509"/>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Torneado</a:t>
          </a:r>
          <a:endParaRPr lang="es-PE" sz="1200" kern="1200" dirty="0"/>
        </a:p>
      </dsp:txBody>
      <dsp:txXfrm>
        <a:off x="5632978" y="1869096"/>
        <a:ext cx="910420" cy="565278"/>
      </dsp:txXfrm>
    </dsp:sp>
    <dsp:sp modelId="{469285A5-5A82-4463-904B-9E3ADCB4488E}">
      <dsp:nvSpPr>
        <dsp:cNvPr id="0" name=""/>
        <dsp:cNvSpPr/>
      </dsp:nvSpPr>
      <dsp:spPr>
        <a:xfrm>
          <a:off x="5510325" y="2627159"/>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FEF6BD-0EE9-4329-AD5B-5B12CA10DAE2}">
      <dsp:nvSpPr>
        <dsp:cNvPr id="0" name=""/>
        <dsp:cNvSpPr/>
      </dsp:nvSpPr>
      <dsp:spPr>
        <a:xfrm>
          <a:off x="5615391" y="2726972"/>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Fresado</a:t>
          </a:r>
          <a:endParaRPr lang="es-PE" sz="1200" kern="1200" dirty="0"/>
        </a:p>
      </dsp:txBody>
      <dsp:txXfrm>
        <a:off x="5632978" y="2744559"/>
        <a:ext cx="910420" cy="565278"/>
      </dsp:txXfrm>
    </dsp:sp>
    <dsp:sp modelId="{E663CC91-8C8B-4051-ACF1-8FABF68B155E}">
      <dsp:nvSpPr>
        <dsp:cNvPr id="0" name=""/>
        <dsp:cNvSpPr/>
      </dsp:nvSpPr>
      <dsp:spPr>
        <a:xfrm>
          <a:off x="5510325" y="3502622"/>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CE19A9-0078-46FD-A0D2-3BEB0BA6618D}">
      <dsp:nvSpPr>
        <dsp:cNvPr id="0" name=""/>
        <dsp:cNvSpPr/>
      </dsp:nvSpPr>
      <dsp:spPr>
        <a:xfrm>
          <a:off x="5615391" y="3602435"/>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Rectificado</a:t>
          </a:r>
          <a:endParaRPr lang="es-PE" sz="1200" kern="1200" dirty="0"/>
        </a:p>
      </dsp:txBody>
      <dsp:txXfrm>
        <a:off x="5632978" y="3620022"/>
        <a:ext cx="910420" cy="565278"/>
      </dsp:txXfrm>
    </dsp:sp>
    <dsp:sp modelId="{6643A583-B4C6-442A-92C2-3B2161333BCC}">
      <dsp:nvSpPr>
        <dsp:cNvPr id="0" name=""/>
        <dsp:cNvSpPr/>
      </dsp:nvSpPr>
      <dsp:spPr>
        <a:xfrm>
          <a:off x="5510325" y="4378085"/>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740850-8B22-443E-8242-68D670F21AB7}">
      <dsp:nvSpPr>
        <dsp:cNvPr id="0" name=""/>
        <dsp:cNvSpPr/>
      </dsp:nvSpPr>
      <dsp:spPr>
        <a:xfrm>
          <a:off x="5615391" y="4477898"/>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EDM</a:t>
          </a:r>
          <a:endParaRPr lang="es-PE" sz="1200" kern="1200" dirty="0"/>
        </a:p>
      </dsp:txBody>
      <dsp:txXfrm>
        <a:off x="5632978" y="4495485"/>
        <a:ext cx="910420" cy="565278"/>
      </dsp:txXfrm>
    </dsp:sp>
    <dsp:sp modelId="{8425D881-EB34-41BE-971E-0EE6E1DEDFB2}">
      <dsp:nvSpPr>
        <dsp:cNvPr id="0" name=""/>
        <dsp:cNvSpPr/>
      </dsp:nvSpPr>
      <dsp:spPr>
        <a:xfrm>
          <a:off x="6666051" y="876234"/>
          <a:ext cx="945594" cy="600452"/>
        </a:xfrm>
        <a:prstGeom prst="roundRect">
          <a:avLst>
            <a:gd name="adj" fmla="val 10000"/>
          </a:avLst>
        </a:prstGeom>
        <a:solidFill>
          <a:srgbClr val="FFFF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55CF5E-219A-4F6B-927E-CA43737929CE}">
      <dsp:nvSpPr>
        <dsp:cNvPr id="0" name=""/>
        <dsp:cNvSpPr/>
      </dsp:nvSpPr>
      <dsp:spPr>
        <a:xfrm>
          <a:off x="6771117" y="976046"/>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Ensamble</a:t>
          </a:r>
          <a:endParaRPr lang="es-PE" sz="1200" kern="1200" dirty="0"/>
        </a:p>
      </dsp:txBody>
      <dsp:txXfrm>
        <a:off x="6788704" y="993633"/>
        <a:ext cx="910420" cy="565278"/>
      </dsp:txXfrm>
    </dsp:sp>
    <dsp:sp modelId="{0B4BCA75-3F36-4CBD-8DAF-7DF501A955EE}">
      <dsp:nvSpPr>
        <dsp:cNvPr id="0" name=""/>
        <dsp:cNvSpPr/>
      </dsp:nvSpPr>
      <dsp:spPr>
        <a:xfrm>
          <a:off x="7821778" y="876234"/>
          <a:ext cx="945594" cy="600452"/>
        </a:xfrm>
        <a:prstGeom prst="roundRect">
          <a:avLst>
            <a:gd name="adj" fmla="val 10000"/>
          </a:avLst>
        </a:prstGeom>
        <a:solidFill>
          <a:schemeClr val="accent6">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DA6D9C-70E9-41E9-A8C3-1C969B30541F}">
      <dsp:nvSpPr>
        <dsp:cNvPr id="0" name=""/>
        <dsp:cNvSpPr/>
      </dsp:nvSpPr>
      <dsp:spPr>
        <a:xfrm>
          <a:off x="7926844" y="976046"/>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Aditiva</a:t>
          </a:r>
          <a:endParaRPr lang="es-PE" sz="1200" kern="1200" dirty="0"/>
        </a:p>
      </dsp:txBody>
      <dsp:txXfrm>
        <a:off x="7944431" y="993633"/>
        <a:ext cx="910420" cy="565278"/>
      </dsp:txXfrm>
    </dsp:sp>
    <dsp:sp modelId="{D010216A-26B9-443F-BAFE-CB48C478257A}">
      <dsp:nvSpPr>
        <dsp:cNvPr id="0" name=""/>
        <dsp:cNvSpPr/>
      </dsp:nvSpPr>
      <dsp:spPr>
        <a:xfrm>
          <a:off x="7821778" y="1751697"/>
          <a:ext cx="945594" cy="60045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A955D6-5669-4E17-AEF1-27F7856D69DD}">
      <dsp:nvSpPr>
        <dsp:cNvPr id="0" name=""/>
        <dsp:cNvSpPr/>
      </dsp:nvSpPr>
      <dsp:spPr>
        <a:xfrm>
          <a:off x="7926844" y="1851509"/>
          <a:ext cx="945594" cy="60045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s-PE" sz="1200" kern="1200" dirty="0"/>
        </a:p>
      </dsp:txBody>
      <dsp:txXfrm>
        <a:off x="7944431" y="1869096"/>
        <a:ext cx="910420" cy="5652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E2CC74-6ABE-4BD3-943F-73DE1FEB3111}">
      <dsp:nvSpPr>
        <dsp:cNvPr id="0" name=""/>
        <dsp:cNvSpPr/>
      </dsp:nvSpPr>
      <dsp:spPr>
        <a:xfrm>
          <a:off x="9743589" y="1952743"/>
          <a:ext cx="91440" cy="1493458"/>
        </a:xfrm>
        <a:custGeom>
          <a:avLst/>
          <a:gdLst/>
          <a:ahLst/>
          <a:cxnLst/>
          <a:rect l="0" t="0" r="0" b="0"/>
          <a:pathLst>
            <a:path>
              <a:moveTo>
                <a:pt x="45720" y="0"/>
              </a:moveTo>
              <a:lnTo>
                <a:pt x="45720" y="1429464"/>
              </a:lnTo>
              <a:lnTo>
                <a:pt x="68302" y="1429464"/>
              </a:lnTo>
              <a:lnTo>
                <a:pt x="68302" y="149345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87AAC7-8FA1-409C-B59B-DAC474A3D7F6}">
      <dsp:nvSpPr>
        <dsp:cNvPr id="0" name=""/>
        <dsp:cNvSpPr/>
      </dsp:nvSpPr>
      <dsp:spPr>
        <a:xfrm>
          <a:off x="6276211" y="1313180"/>
          <a:ext cx="3513097" cy="200906"/>
        </a:xfrm>
        <a:custGeom>
          <a:avLst/>
          <a:gdLst/>
          <a:ahLst/>
          <a:cxnLst/>
          <a:rect l="0" t="0" r="0" b="0"/>
          <a:pathLst>
            <a:path>
              <a:moveTo>
                <a:pt x="0" y="0"/>
              </a:moveTo>
              <a:lnTo>
                <a:pt x="0" y="136912"/>
              </a:lnTo>
              <a:lnTo>
                <a:pt x="3513097" y="136912"/>
              </a:lnTo>
              <a:lnTo>
                <a:pt x="3513097"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25DCC1-3BC7-47D1-AC65-301B5222563F}">
      <dsp:nvSpPr>
        <dsp:cNvPr id="0" name=""/>
        <dsp:cNvSpPr/>
      </dsp:nvSpPr>
      <dsp:spPr>
        <a:xfrm>
          <a:off x="8559634" y="2592306"/>
          <a:ext cx="91440" cy="842664"/>
        </a:xfrm>
        <a:custGeom>
          <a:avLst/>
          <a:gdLst/>
          <a:ahLst/>
          <a:cxnLst/>
          <a:rect l="0" t="0" r="0" b="0"/>
          <a:pathLst>
            <a:path>
              <a:moveTo>
                <a:pt x="45720" y="0"/>
              </a:moveTo>
              <a:lnTo>
                <a:pt x="45720" y="778669"/>
              </a:lnTo>
              <a:lnTo>
                <a:pt x="72833" y="778669"/>
              </a:lnTo>
              <a:lnTo>
                <a:pt x="72833" y="8426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27327A-06BF-435F-8CB3-6A761FDEB7BB}">
      <dsp:nvSpPr>
        <dsp:cNvPr id="0" name=""/>
        <dsp:cNvSpPr/>
      </dsp:nvSpPr>
      <dsp:spPr>
        <a:xfrm>
          <a:off x="7501115" y="1952743"/>
          <a:ext cx="1104239" cy="200906"/>
        </a:xfrm>
        <a:custGeom>
          <a:avLst/>
          <a:gdLst/>
          <a:ahLst/>
          <a:cxnLst/>
          <a:rect l="0" t="0" r="0" b="0"/>
          <a:pathLst>
            <a:path>
              <a:moveTo>
                <a:pt x="0" y="0"/>
              </a:moveTo>
              <a:lnTo>
                <a:pt x="0" y="136912"/>
              </a:lnTo>
              <a:lnTo>
                <a:pt x="1104239" y="136912"/>
              </a:lnTo>
              <a:lnTo>
                <a:pt x="110423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2B82DD-8903-4ADC-BBF8-C33C7DA119BD}">
      <dsp:nvSpPr>
        <dsp:cNvPr id="0" name=""/>
        <dsp:cNvSpPr/>
      </dsp:nvSpPr>
      <dsp:spPr>
        <a:xfrm>
          <a:off x="7671133" y="369940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3B892-FA73-4D2F-A520-CBCD94FBA092}">
      <dsp:nvSpPr>
        <dsp:cNvPr id="0" name=""/>
        <dsp:cNvSpPr/>
      </dsp:nvSpPr>
      <dsp:spPr>
        <a:xfrm>
          <a:off x="6424583" y="2592306"/>
          <a:ext cx="1292270" cy="200906"/>
        </a:xfrm>
        <a:custGeom>
          <a:avLst/>
          <a:gdLst/>
          <a:ahLst/>
          <a:cxnLst/>
          <a:rect l="0" t="0" r="0" b="0"/>
          <a:pathLst>
            <a:path>
              <a:moveTo>
                <a:pt x="0" y="0"/>
              </a:moveTo>
              <a:lnTo>
                <a:pt x="0" y="136912"/>
              </a:lnTo>
              <a:lnTo>
                <a:pt x="1292270" y="136912"/>
              </a:lnTo>
              <a:lnTo>
                <a:pt x="129227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C56988-1386-491E-8938-C9685485574C}">
      <dsp:nvSpPr>
        <dsp:cNvPr id="0" name=""/>
        <dsp:cNvSpPr/>
      </dsp:nvSpPr>
      <dsp:spPr>
        <a:xfrm>
          <a:off x="6406199" y="3393666"/>
          <a:ext cx="422153" cy="200906"/>
        </a:xfrm>
        <a:custGeom>
          <a:avLst/>
          <a:gdLst/>
          <a:ahLst/>
          <a:cxnLst/>
          <a:rect l="0" t="0" r="0" b="0"/>
          <a:pathLst>
            <a:path>
              <a:moveTo>
                <a:pt x="0" y="0"/>
              </a:moveTo>
              <a:lnTo>
                <a:pt x="0" y="136912"/>
              </a:lnTo>
              <a:lnTo>
                <a:pt x="422153" y="136912"/>
              </a:lnTo>
              <a:lnTo>
                <a:pt x="42215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AD552E-FC1D-434E-A335-98EF42B4C86D}">
      <dsp:nvSpPr>
        <dsp:cNvPr id="0" name=""/>
        <dsp:cNvSpPr/>
      </dsp:nvSpPr>
      <dsp:spPr>
        <a:xfrm>
          <a:off x="5984046" y="3393666"/>
          <a:ext cx="422153" cy="200906"/>
        </a:xfrm>
        <a:custGeom>
          <a:avLst/>
          <a:gdLst/>
          <a:ahLst/>
          <a:cxnLst/>
          <a:rect l="0" t="0" r="0" b="0"/>
          <a:pathLst>
            <a:path>
              <a:moveTo>
                <a:pt x="422153" y="0"/>
              </a:moveTo>
              <a:lnTo>
                <a:pt x="42215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1818A1-8AB6-473A-A5A4-EA999F57E701}">
      <dsp:nvSpPr>
        <dsp:cNvPr id="0" name=""/>
        <dsp:cNvSpPr/>
      </dsp:nvSpPr>
      <dsp:spPr>
        <a:xfrm>
          <a:off x="6360479" y="2592306"/>
          <a:ext cx="91440" cy="200906"/>
        </a:xfrm>
        <a:custGeom>
          <a:avLst/>
          <a:gdLst/>
          <a:ahLst/>
          <a:cxnLst/>
          <a:rect l="0" t="0" r="0" b="0"/>
          <a:pathLst>
            <a:path>
              <a:moveTo>
                <a:pt x="64103" y="0"/>
              </a:moveTo>
              <a:lnTo>
                <a:pt x="64103" y="136912"/>
              </a:lnTo>
              <a:lnTo>
                <a:pt x="45720" y="136912"/>
              </a:ln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001EF-43E7-4A81-AACC-C07B339B7E2E}">
      <dsp:nvSpPr>
        <dsp:cNvPr id="0" name=""/>
        <dsp:cNvSpPr/>
      </dsp:nvSpPr>
      <dsp:spPr>
        <a:xfrm>
          <a:off x="5094019" y="340215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C435D1-BB08-4A46-BEE0-F112D1C689B4}">
      <dsp:nvSpPr>
        <dsp:cNvPr id="0" name=""/>
        <dsp:cNvSpPr/>
      </dsp:nvSpPr>
      <dsp:spPr>
        <a:xfrm>
          <a:off x="5139739" y="2592306"/>
          <a:ext cx="1284844" cy="200906"/>
        </a:xfrm>
        <a:custGeom>
          <a:avLst/>
          <a:gdLst/>
          <a:ahLst/>
          <a:cxnLst/>
          <a:rect l="0" t="0" r="0" b="0"/>
          <a:pathLst>
            <a:path>
              <a:moveTo>
                <a:pt x="1284844" y="0"/>
              </a:moveTo>
              <a:lnTo>
                <a:pt x="1284844"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DB784D-B2D7-4E33-AB5E-42DED4D3DF95}">
      <dsp:nvSpPr>
        <dsp:cNvPr id="0" name=""/>
        <dsp:cNvSpPr/>
      </dsp:nvSpPr>
      <dsp:spPr>
        <a:xfrm>
          <a:off x="6424583" y="1952743"/>
          <a:ext cx="1076531" cy="200906"/>
        </a:xfrm>
        <a:custGeom>
          <a:avLst/>
          <a:gdLst/>
          <a:ahLst/>
          <a:cxnLst/>
          <a:rect l="0" t="0" r="0" b="0"/>
          <a:pathLst>
            <a:path>
              <a:moveTo>
                <a:pt x="1076531" y="0"/>
              </a:moveTo>
              <a:lnTo>
                <a:pt x="1076531"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E3A2DF-7361-404C-A61F-02C3FC78834E}">
      <dsp:nvSpPr>
        <dsp:cNvPr id="0" name=""/>
        <dsp:cNvSpPr/>
      </dsp:nvSpPr>
      <dsp:spPr>
        <a:xfrm>
          <a:off x="6276211" y="1313180"/>
          <a:ext cx="1224903" cy="200906"/>
        </a:xfrm>
        <a:custGeom>
          <a:avLst/>
          <a:gdLst/>
          <a:ahLst/>
          <a:cxnLst/>
          <a:rect l="0" t="0" r="0" b="0"/>
          <a:pathLst>
            <a:path>
              <a:moveTo>
                <a:pt x="0" y="0"/>
              </a:moveTo>
              <a:lnTo>
                <a:pt x="0" y="136912"/>
              </a:lnTo>
              <a:lnTo>
                <a:pt x="1224903" y="136912"/>
              </a:lnTo>
              <a:lnTo>
                <a:pt x="1224903"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4834AA-BE9C-445D-AEB4-FC39536D94E1}">
      <dsp:nvSpPr>
        <dsp:cNvPr id="0" name=""/>
        <dsp:cNvSpPr/>
      </dsp:nvSpPr>
      <dsp:spPr>
        <a:xfrm>
          <a:off x="4198092" y="357865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5ED8B1-5E96-473B-AA23-D316EBED0923}">
      <dsp:nvSpPr>
        <dsp:cNvPr id="0" name=""/>
        <dsp:cNvSpPr/>
      </dsp:nvSpPr>
      <dsp:spPr>
        <a:xfrm>
          <a:off x="3787374" y="2592306"/>
          <a:ext cx="456437" cy="200906"/>
        </a:xfrm>
        <a:custGeom>
          <a:avLst/>
          <a:gdLst/>
          <a:ahLst/>
          <a:cxnLst/>
          <a:rect l="0" t="0" r="0" b="0"/>
          <a:pathLst>
            <a:path>
              <a:moveTo>
                <a:pt x="0" y="0"/>
              </a:moveTo>
              <a:lnTo>
                <a:pt x="0" y="136912"/>
              </a:lnTo>
              <a:lnTo>
                <a:pt x="456437" y="136912"/>
              </a:lnTo>
              <a:lnTo>
                <a:pt x="456437"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4D565B-F6FC-4706-8990-80151501AC5A}">
      <dsp:nvSpPr>
        <dsp:cNvPr id="0" name=""/>
        <dsp:cNvSpPr/>
      </dsp:nvSpPr>
      <dsp:spPr>
        <a:xfrm>
          <a:off x="3285216" y="3231868"/>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91E219-C375-4042-B2EB-189263EA8A4F}">
      <dsp:nvSpPr>
        <dsp:cNvPr id="0" name=""/>
        <dsp:cNvSpPr/>
      </dsp:nvSpPr>
      <dsp:spPr>
        <a:xfrm>
          <a:off x="3330936" y="2592306"/>
          <a:ext cx="456437" cy="200906"/>
        </a:xfrm>
        <a:custGeom>
          <a:avLst/>
          <a:gdLst/>
          <a:ahLst/>
          <a:cxnLst/>
          <a:rect l="0" t="0" r="0" b="0"/>
          <a:pathLst>
            <a:path>
              <a:moveTo>
                <a:pt x="456437" y="0"/>
              </a:moveTo>
              <a:lnTo>
                <a:pt x="456437"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6E5A0E-C98A-486A-A822-BCB1515D6D73}">
      <dsp:nvSpPr>
        <dsp:cNvPr id="0" name=""/>
        <dsp:cNvSpPr/>
      </dsp:nvSpPr>
      <dsp:spPr>
        <a:xfrm>
          <a:off x="2497070" y="1952743"/>
          <a:ext cx="1290303" cy="200906"/>
        </a:xfrm>
        <a:custGeom>
          <a:avLst/>
          <a:gdLst/>
          <a:ahLst/>
          <a:cxnLst/>
          <a:rect l="0" t="0" r="0" b="0"/>
          <a:pathLst>
            <a:path>
              <a:moveTo>
                <a:pt x="0" y="0"/>
              </a:moveTo>
              <a:lnTo>
                <a:pt x="0" y="136912"/>
              </a:lnTo>
              <a:lnTo>
                <a:pt x="1290303" y="136912"/>
              </a:lnTo>
              <a:lnTo>
                <a:pt x="129030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1D003C-CB16-47A8-9BF7-F56F919A5E74}">
      <dsp:nvSpPr>
        <dsp:cNvPr id="0" name=""/>
        <dsp:cNvSpPr/>
      </dsp:nvSpPr>
      <dsp:spPr>
        <a:xfrm>
          <a:off x="2309889" y="406527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BDBA62-4C7E-435D-BC9D-239044301547}">
      <dsp:nvSpPr>
        <dsp:cNvPr id="0" name=""/>
        <dsp:cNvSpPr/>
      </dsp:nvSpPr>
      <dsp:spPr>
        <a:xfrm>
          <a:off x="1351571" y="2592306"/>
          <a:ext cx="1004038" cy="200906"/>
        </a:xfrm>
        <a:custGeom>
          <a:avLst/>
          <a:gdLst/>
          <a:ahLst/>
          <a:cxnLst/>
          <a:rect l="0" t="0" r="0" b="0"/>
          <a:pathLst>
            <a:path>
              <a:moveTo>
                <a:pt x="0" y="0"/>
              </a:moveTo>
              <a:lnTo>
                <a:pt x="0" y="136912"/>
              </a:lnTo>
              <a:lnTo>
                <a:pt x="1004038" y="136912"/>
              </a:lnTo>
              <a:lnTo>
                <a:pt x="1004038"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F8D7D9-9430-479F-9DAF-1C10E6B9B1FA}">
      <dsp:nvSpPr>
        <dsp:cNvPr id="0" name=""/>
        <dsp:cNvSpPr/>
      </dsp:nvSpPr>
      <dsp:spPr>
        <a:xfrm>
          <a:off x="1354641" y="360308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DB5832-6258-4634-B0DA-4E3D86752BE0}">
      <dsp:nvSpPr>
        <dsp:cNvPr id="0" name=""/>
        <dsp:cNvSpPr/>
      </dsp:nvSpPr>
      <dsp:spPr>
        <a:xfrm>
          <a:off x="1305851" y="2592306"/>
          <a:ext cx="91440" cy="200906"/>
        </a:xfrm>
        <a:custGeom>
          <a:avLst/>
          <a:gdLst/>
          <a:ahLst/>
          <a:cxnLst/>
          <a:rect l="0" t="0" r="0" b="0"/>
          <a:pathLst>
            <a:path>
              <a:moveTo>
                <a:pt x="45720" y="0"/>
              </a:moveTo>
              <a:lnTo>
                <a:pt x="45720" y="136912"/>
              </a:lnTo>
              <a:lnTo>
                <a:pt x="94509" y="136912"/>
              </a:lnTo>
              <a:lnTo>
                <a:pt x="9450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D251E3-F7AA-416B-8430-B41CA48EA1D5}">
      <dsp:nvSpPr>
        <dsp:cNvPr id="0" name=""/>
        <dsp:cNvSpPr/>
      </dsp:nvSpPr>
      <dsp:spPr>
        <a:xfrm>
          <a:off x="381828" y="383786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9AEC80-C586-41AF-BAD5-BA797DDE0228}">
      <dsp:nvSpPr>
        <dsp:cNvPr id="0" name=""/>
        <dsp:cNvSpPr/>
      </dsp:nvSpPr>
      <dsp:spPr>
        <a:xfrm>
          <a:off x="427548" y="2592306"/>
          <a:ext cx="924023" cy="200906"/>
        </a:xfrm>
        <a:custGeom>
          <a:avLst/>
          <a:gdLst/>
          <a:ahLst/>
          <a:cxnLst/>
          <a:rect l="0" t="0" r="0" b="0"/>
          <a:pathLst>
            <a:path>
              <a:moveTo>
                <a:pt x="924023" y="0"/>
              </a:moveTo>
              <a:lnTo>
                <a:pt x="92402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C2727E-D197-4DD7-81D1-57296E128183}">
      <dsp:nvSpPr>
        <dsp:cNvPr id="0" name=""/>
        <dsp:cNvSpPr/>
      </dsp:nvSpPr>
      <dsp:spPr>
        <a:xfrm>
          <a:off x="1351571" y="1952743"/>
          <a:ext cx="1145499" cy="200906"/>
        </a:xfrm>
        <a:custGeom>
          <a:avLst/>
          <a:gdLst/>
          <a:ahLst/>
          <a:cxnLst/>
          <a:rect l="0" t="0" r="0" b="0"/>
          <a:pathLst>
            <a:path>
              <a:moveTo>
                <a:pt x="1145499" y="0"/>
              </a:moveTo>
              <a:lnTo>
                <a:pt x="1145499"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C5C67C-4C45-4216-A95E-F6F65EC96C8D}">
      <dsp:nvSpPr>
        <dsp:cNvPr id="0" name=""/>
        <dsp:cNvSpPr/>
      </dsp:nvSpPr>
      <dsp:spPr>
        <a:xfrm>
          <a:off x="2497070" y="1313180"/>
          <a:ext cx="3779140" cy="200906"/>
        </a:xfrm>
        <a:custGeom>
          <a:avLst/>
          <a:gdLst/>
          <a:ahLst/>
          <a:cxnLst/>
          <a:rect l="0" t="0" r="0" b="0"/>
          <a:pathLst>
            <a:path>
              <a:moveTo>
                <a:pt x="3779140" y="0"/>
              </a:moveTo>
              <a:lnTo>
                <a:pt x="3779140" y="136912"/>
              </a:lnTo>
              <a:lnTo>
                <a:pt x="0" y="136912"/>
              </a:lnTo>
              <a:lnTo>
                <a:pt x="0"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5B63A1-87FB-4EFC-BE4B-DA4F05642682}">
      <dsp:nvSpPr>
        <dsp:cNvPr id="0" name=""/>
        <dsp:cNvSpPr/>
      </dsp:nvSpPr>
      <dsp:spPr>
        <a:xfrm>
          <a:off x="5680067" y="574488"/>
          <a:ext cx="1192287" cy="7386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ADA60F-19B2-4074-B728-71723E606108}">
      <dsp:nvSpPr>
        <dsp:cNvPr id="0" name=""/>
        <dsp:cNvSpPr/>
      </dsp:nvSpPr>
      <dsp:spPr>
        <a:xfrm>
          <a:off x="5756823" y="647406"/>
          <a:ext cx="1192287" cy="738692"/>
        </a:xfrm>
        <a:prstGeom prst="roundRect">
          <a:avLst>
            <a:gd name="adj" fmla="val 10000"/>
          </a:avLst>
        </a:prstGeom>
        <a:solidFill>
          <a:schemeClr val="accent1">
            <a:alpha val="9000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Manufactura Aditiva</a:t>
          </a:r>
          <a:endParaRPr lang="es-PE" sz="1400" kern="1200" dirty="0"/>
        </a:p>
      </dsp:txBody>
      <dsp:txXfrm>
        <a:off x="5778459" y="669042"/>
        <a:ext cx="1149015" cy="695420"/>
      </dsp:txXfrm>
    </dsp:sp>
    <dsp:sp modelId="{FB0B6571-93CA-44A5-8E24-4103747CA439}">
      <dsp:nvSpPr>
        <dsp:cNvPr id="0" name=""/>
        <dsp:cNvSpPr/>
      </dsp:nvSpPr>
      <dsp:spPr>
        <a:xfrm>
          <a:off x="2151672"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1352B3-95C7-4E61-A55A-302221A248CF}">
      <dsp:nvSpPr>
        <dsp:cNvPr id="0" name=""/>
        <dsp:cNvSpPr/>
      </dsp:nvSpPr>
      <dsp:spPr>
        <a:xfrm>
          <a:off x="2228427"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Líquido</a:t>
          </a:r>
          <a:endParaRPr lang="es-PE" sz="1400" kern="1200" dirty="0"/>
        </a:p>
      </dsp:txBody>
      <dsp:txXfrm>
        <a:off x="2241275" y="1599852"/>
        <a:ext cx="665100" cy="412959"/>
      </dsp:txXfrm>
    </dsp:sp>
    <dsp:sp modelId="{A7B26193-12D5-40E4-9F11-56B852E28DEE}">
      <dsp:nvSpPr>
        <dsp:cNvPr id="0" name=""/>
        <dsp:cNvSpPr/>
      </dsp:nvSpPr>
      <dsp:spPr>
        <a:xfrm>
          <a:off x="661234" y="2153650"/>
          <a:ext cx="138067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64DDE1-F996-4F72-B5DC-77AEEC0E1908}">
      <dsp:nvSpPr>
        <dsp:cNvPr id="0" name=""/>
        <dsp:cNvSpPr/>
      </dsp:nvSpPr>
      <dsp:spPr>
        <a:xfrm>
          <a:off x="737989" y="2226567"/>
          <a:ext cx="138067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Fotopolímeros</a:t>
          </a:r>
          <a:endParaRPr lang="es-PE" sz="1400" kern="1200" dirty="0"/>
        </a:p>
      </dsp:txBody>
      <dsp:txXfrm>
        <a:off x="750837" y="2239415"/>
        <a:ext cx="1354978" cy="412959"/>
      </dsp:txXfrm>
    </dsp:sp>
    <dsp:sp modelId="{9D15A430-DBED-4797-9883-CEA48FB9795A}">
      <dsp:nvSpPr>
        <dsp:cNvPr id="0" name=""/>
        <dsp:cNvSpPr/>
      </dsp:nvSpPr>
      <dsp:spPr>
        <a:xfrm>
          <a:off x="2135" y="2793212"/>
          <a:ext cx="850826" cy="10446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9D5326-99B1-4621-B91F-43D37B11416E}">
      <dsp:nvSpPr>
        <dsp:cNvPr id="0" name=""/>
        <dsp:cNvSpPr/>
      </dsp:nvSpPr>
      <dsp:spPr>
        <a:xfrm>
          <a:off x="78890" y="2866130"/>
          <a:ext cx="850826" cy="104465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de trama(proyector</a:t>
          </a:r>
          <a:r>
            <a:rPr lang="es-ES" sz="700" kern="1200" dirty="0"/>
            <a:t>)</a:t>
          </a:r>
          <a:endParaRPr lang="es-PE" sz="700" kern="1200" dirty="0"/>
        </a:p>
      </dsp:txBody>
      <dsp:txXfrm>
        <a:off x="103810" y="2891050"/>
        <a:ext cx="800986" cy="994810"/>
      </dsp:txXfrm>
    </dsp:sp>
    <dsp:sp modelId="{6F31B42E-D7FE-4F79-B77D-9F7F5361E59E}">
      <dsp:nvSpPr>
        <dsp:cNvPr id="0" name=""/>
        <dsp:cNvSpPr/>
      </dsp:nvSpPr>
      <dsp:spPr>
        <a:xfrm>
          <a:off x="24330" y="4038769"/>
          <a:ext cx="806436" cy="101036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18D471-BC2F-4BBB-A5F6-A73C03F07BA5}">
      <dsp:nvSpPr>
        <dsp:cNvPr id="0" name=""/>
        <dsp:cNvSpPr/>
      </dsp:nvSpPr>
      <dsp:spPr>
        <a:xfrm>
          <a:off x="101085" y="4111686"/>
          <a:ext cx="806436" cy="101036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Digital Light </a:t>
          </a:r>
          <a:r>
            <a:rPr lang="es-ES" sz="1200" kern="1200" dirty="0" err="1"/>
            <a:t>Projection</a:t>
          </a:r>
          <a:r>
            <a:rPr lang="es-ES" sz="1200" kern="1200" dirty="0"/>
            <a:t> </a:t>
          </a:r>
        </a:p>
        <a:p>
          <a:pPr marL="0" lvl="0" indent="0" algn="ctr" defTabSz="533400">
            <a:lnSpc>
              <a:spcPct val="90000"/>
            </a:lnSpc>
            <a:spcBef>
              <a:spcPct val="0"/>
            </a:spcBef>
            <a:spcAft>
              <a:spcPct val="35000"/>
            </a:spcAft>
            <a:buNone/>
          </a:pPr>
          <a:r>
            <a:rPr lang="es-ES" sz="1200" kern="1200" dirty="0"/>
            <a:t>(DLP)</a:t>
          </a:r>
          <a:endParaRPr lang="es-PE" sz="1200" kern="1200" dirty="0"/>
        </a:p>
      </dsp:txBody>
      <dsp:txXfrm>
        <a:off x="124705" y="4135306"/>
        <a:ext cx="759196" cy="963129"/>
      </dsp:txXfrm>
    </dsp:sp>
    <dsp:sp modelId="{CD9AC1F0-7200-4377-83E2-2953F0C8DE9D}">
      <dsp:nvSpPr>
        <dsp:cNvPr id="0" name=""/>
        <dsp:cNvSpPr/>
      </dsp:nvSpPr>
      <dsp:spPr>
        <a:xfrm>
          <a:off x="1054962" y="2793212"/>
          <a:ext cx="690796" cy="80987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B99B29-7B4C-4D52-98EB-EB40583810FE}">
      <dsp:nvSpPr>
        <dsp:cNvPr id="0" name=""/>
        <dsp:cNvSpPr/>
      </dsp:nvSpPr>
      <dsp:spPr>
        <a:xfrm>
          <a:off x="1131717" y="2866130"/>
          <a:ext cx="690796" cy="80987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vectorial (láser)</a:t>
          </a:r>
          <a:endParaRPr lang="es-PE" sz="1200" kern="1200" dirty="0"/>
        </a:p>
      </dsp:txBody>
      <dsp:txXfrm>
        <a:off x="1151950" y="2886363"/>
        <a:ext cx="650330" cy="769411"/>
      </dsp:txXfrm>
    </dsp:sp>
    <dsp:sp modelId="{5150BB15-1346-483E-AF7D-70E2640A7E40}">
      <dsp:nvSpPr>
        <dsp:cNvPr id="0" name=""/>
        <dsp:cNvSpPr/>
      </dsp:nvSpPr>
      <dsp:spPr>
        <a:xfrm>
          <a:off x="1006472" y="3803996"/>
          <a:ext cx="787777" cy="73656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DF574B-1D82-4FB8-8077-5F85A7CEF7B9}">
      <dsp:nvSpPr>
        <dsp:cNvPr id="0" name=""/>
        <dsp:cNvSpPr/>
      </dsp:nvSpPr>
      <dsp:spPr>
        <a:xfrm>
          <a:off x="1083227" y="3876913"/>
          <a:ext cx="787777" cy="73656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Estereolitografía</a:t>
          </a:r>
        </a:p>
        <a:p>
          <a:pPr marL="0" lvl="0" indent="0" algn="ctr" defTabSz="533400">
            <a:lnSpc>
              <a:spcPct val="90000"/>
            </a:lnSpc>
            <a:spcBef>
              <a:spcPct val="0"/>
            </a:spcBef>
            <a:spcAft>
              <a:spcPct val="35000"/>
            </a:spcAft>
            <a:buNone/>
          </a:pPr>
          <a:r>
            <a:rPr lang="es-ES" sz="1200" kern="1200" dirty="0"/>
            <a:t>(SLA)</a:t>
          </a:r>
          <a:endParaRPr lang="es-PE" sz="1200" kern="1200" dirty="0"/>
        </a:p>
      </dsp:txBody>
      <dsp:txXfrm>
        <a:off x="1104800" y="3898486"/>
        <a:ext cx="744631" cy="693414"/>
      </dsp:txXfrm>
    </dsp:sp>
    <dsp:sp modelId="{37D316C6-5040-4D74-8864-132E6BA9BBFC}">
      <dsp:nvSpPr>
        <dsp:cNvPr id="0" name=""/>
        <dsp:cNvSpPr/>
      </dsp:nvSpPr>
      <dsp:spPr>
        <a:xfrm>
          <a:off x="2010211" y="2793212"/>
          <a:ext cx="690796" cy="127206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1F4FF-90E0-473F-AA26-0933966D080F}">
      <dsp:nvSpPr>
        <dsp:cNvPr id="0" name=""/>
        <dsp:cNvSpPr/>
      </dsp:nvSpPr>
      <dsp:spPr>
        <a:xfrm>
          <a:off x="2086966" y="2866130"/>
          <a:ext cx="690796" cy="12720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Curado con lámpara después de deposición selectiva</a:t>
          </a:r>
          <a:endParaRPr lang="es-PE" sz="1200" kern="1200" dirty="0"/>
        </a:p>
      </dsp:txBody>
      <dsp:txXfrm>
        <a:off x="2107199" y="2886363"/>
        <a:ext cx="650330" cy="1231596"/>
      </dsp:txXfrm>
    </dsp:sp>
    <dsp:sp modelId="{B3AB75D9-CAB8-4D3E-ADC7-4B8D7ABDFAD3}">
      <dsp:nvSpPr>
        <dsp:cNvPr id="0" name=""/>
        <dsp:cNvSpPr/>
      </dsp:nvSpPr>
      <dsp:spPr>
        <a:xfrm>
          <a:off x="1947760" y="4266181"/>
          <a:ext cx="815699" cy="62341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4979AF-3A37-49B4-8161-920557516DF4}">
      <dsp:nvSpPr>
        <dsp:cNvPr id="0" name=""/>
        <dsp:cNvSpPr/>
      </dsp:nvSpPr>
      <dsp:spPr>
        <a:xfrm>
          <a:off x="2024515" y="4339099"/>
          <a:ext cx="815699" cy="6234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Multi-Jet </a:t>
          </a:r>
          <a:r>
            <a:rPr lang="es-ES" sz="1400" kern="1200" dirty="0" err="1"/>
            <a:t>Modeling</a:t>
          </a:r>
          <a:r>
            <a:rPr lang="es-ES" sz="1400" kern="1200" dirty="0"/>
            <a:t> </a:t>
          </a:r>
        </a:p>
        <a:p>
          <a:pPr marL="0" lvl="0" indent="0" algn="ctr" defTabSz="622300">
            <a:lnSpc>
              <a:spcPct val="90000"/>
            </a:lnSpc>
            <a:spcBef>
              <a:spcPct val="0"/>
            </a:spcBef>
            <a:spcAft>
              <a:spcPct val="35000"/>
            </a:spcAft>
            <a:buNone/>
          </a:pPr>
          <a:r>
            <a:rPr lang="es-ES" sz="1400" kern="1200" dirty="0"/>
            <a:t>(MJM)</a:t>
          </a:r>
          <a:endParaRPr lang="es-PE" sz="1400" kern="1200" dirty="0"/>
        </a:p>
      </dsp:txBody>
      <dsp:txXfrm>
        <a:off x="2042774" y="4357358"/>
        <a:ext cx="779181" cy="586895"/>
      </dsp:txXfrm>
    </dsp:sp>
    <dsp:sp modelId="{4243BF0C-15AF-4355-BD68-7D01430782DD}">
      <dsp:nvSpPr>
        <dsp:cNvPr id="0" name=""/>
        <dsp:cNvSpPr/>
      </dsp:nvSpPr>
      <dsp:spPr>
        <a:xfrm>
          <a:off x="3241842" y="2153650"/>
          <a:ext cx="109106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C58B70-D1C5-47CF-B55B-1F05A54A9968}">
      <dsp:nvSpPr>
        <dsp:cNvPr id="0" name=""/>
        <dsp:cNvSpPr/>
      </dsp:nvSpPr>
      <dsp:spPr>
        <a:xfrm>
          <a:off x="3318597" y="2226567"/>
          <a:ext cx="109106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Materiales fundidos</a:t>
          </a:r>
          <a:endParaRPr lang="es-PE" sz="1400" kern="1200" dirty="0"/>
        </a:p>
      </dsp:txBody>
      <dsp:txXfrm>
        <a:off x="3331445" y="2239415"/>
        <a:ext cx="1065368" cy="412959"/>
      </dsp:txXfrm>
    </dsp:sp>
    <dsp:sp modelId="{3060C2E0-FED7-4E6A-A92C-E15167EB816D}">
      <dsp:nvSpPr>
        <dsp:cNvPr id="0" name=""/>
        <dsp:cNvSpPr/>
      </dsp:nvSpPr>
      <dsp:spPr>
        <a:xfrm>
          <a:off x="2985538" y="2793212"/>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AF6D40-DDAF-45A2-A156-DA61074E76FD}">
      <dsp:nvSpPr>
        <dsp:cNvPr id="0" name=""/>
        <dsp:cNvSpPr/>
      </dsp:nvSpPr>
      <dsp:spPr>
        <a:xfrm>
          <a:off x="3062293" y="2866130"/>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Extrusión</a:t>
          </a:r>
          <a:endParaRPr lang="es-PE" sz="1400" kern="1200" dirty="0"/>
        </a:p>
      </dsp:txBody>
      <dsp:txXfrm>
        <a:off x="3075141" y="2878978"/>
        <a:ext cx="665100" cy="412959"/>
      </dsp:txXfrm>
    </dsp:sp>
    <dsp:sp modelId="{E7122916-451F-4F71-B809-118A671FF1E5}">
      <dsp:nvSpPr>
        <dsp:cNvPr id="0" name=""/>
        <dsp:cNvSpPr/>
      </dsp:nvSpPr>
      <dsp:spPr>
        <a:xfrm>
          <a:off x="2916970" y="3432775"/>
          <a:ext cx="827933" cy="109042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BED8C5-781F-4015-AE6D-3CDDE6224FD3}">
      <dsp:nvSpPr>
        <dsp:cNvPr id="0" name=""/>
        <dsp:cNvSpPr/>
      </dsp:nvSpPr>
      <dsp:spPr>
        <a:xfrm>
          <a:off x="2993725" y="3505692"/>
          <a:ext cx="827933" cy="109042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Fusion</a:t>
          </a:r>
          <a:r>
            <a:rPr lang="es-ES" sz="1200" kern="1200" dirty="0"/>
            <a:t> </a:t>
          </a:r>
          <a:r>
            <a:rPr lang="es-ES" sz="1200" kern="1200" dirty="0" err="1"/>
            <a:t>Deposition</a:t>
          </a:r>
          <a:r>
            <a:rPr lang="es-ES" sz="1200" kern="1200" dirty="0"/>
            <a:t> </a:t>
          </a:r>
          <a:r>
            <a:rPr lang="es-ES" sz="1200" kern="1200" dirty="0" err="1"/>
            <a:t>Modelling</a:t>
          </a:r>
          <a:r>
            <a:rPr lang="es-ES" sz="1200" kern="1200" dirty="0"/>
            <a:t> </a:t>
          </a:r>
        </a:p>
        <a:p>
          <a:pPr marL="0" lvl="0" indent="0" algn="ctr" defTabSz="533400">
            <a:lnSpc>
              <a:spcPct val="90000"/>
            </a:lnSpc>
            <a:spcBef>
              <a:spcPct val="0"/>
            </a:spcBef>
            <a:spcAft>
              <a:spcPct val="35000"/>
            </a:spcAft>
            <a:buNone/>
          </a:pPr>
          <a:r>
            <a:rPr lang="es-ES" sz="1200" kern="1200" dirty="0"/>
            <a:t>(FDM)</a:t>
          </a:r>
          <a:endParaRPr lang="es-PE" sz="1200" kern="1200" dirty="0"/>
        </a:p>
      </dsp:txBody>
      <dsp:txXfrm>
        <a:off x="3017974" y="3529941"/>
        <a:ext cx="779435" cy="1041930"/>
      </dsp:txXfrm>
    </dsp:sp>
    <dsp:sp modelId="{A8C67FA6-7ABD-4618-B377-927EC3884E24}">
      <dsp:nvSpPr>
        <dsp:cNvPr id="0" name=""/>
        <dsp:cNvSpPr/>
      </dsp:nvSpPr>
      <dsp:spPr>
        <a:xfrm>
          <a:off x="3898414" y="2793212"/>
          <a:ext cx="690796" cy="78543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C394E3-2F48-457A-8810-B39903F4222F}">
      <dsp:nvSpPr>
        <dsp:cNvPr id="0" name=""/>
        <dsp:cNvSpPr/>
      </dsp:nvSpPr>
      <dsp:spPr>
        <a:xfrm>
          <a:off x="3975169" y="2866130"/>
          <a:ext cx="690796" cy="78543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Inyección de tinta</a:t>
          </a:r>
        </a:p>
        <a:p>
          <a:pPr marL="0" lvl="0" indent="0" algn="ctr" defTabSz="533400">
            <a:lnSpc>
              <a:spcPct val="90000"/>
            </a:lnSpc>
            <a:spcBef>
              <a:spcPct val="0"/>
            </a:spcBef>
            <a:spcAft>
              <a:spcPct val="35000"/>
            </a:spcAft>
            <a:buNone/>
          </a:pPr>
          <a:r>
            <a:rPr lang="es-ES" sz="1200" kern="1200" dirty="0"/>
            <a:t>(</a:t>
          </a:r>
          <a:r>
            <a:rPr lang="es-ES" sz="1200" kern="1200" dirty="0" err="1"/>
            <a:t>Ink</a:t>
          </a:r>
          <a:r>
            <a:rPr lang="es-ES" sz="1200" kern="1200" dirty="0"/>
            <a:t> </a:t>
          </a:r>
          <a:r>
            <a:rPr lang="es-ES" sz="1200" kern="1200" dirty="0" err="1"/>
            <a:t>Jetting</a:t>
          </a:r>
          <a:r>
            <a:rPr lang="es-ES" sz="1200" kern="1200" dirty="0"/>
            <a:t>)</a:t>
          </a:r>
          <a:endParaRPr lang="es-PE" sz="1200" kern="1200" dirty="0"/>
        </a:p>
      </dsp:txBody>
      <dsp:txXfrm>
        <a:off x="3995402" y="2886363"/>
        <a:ext cx="650330" cy="744973"/>
      </dsp:txXfrm>
    </dsp:sp>
    <dsp:sp modelId="{E9B3408C-50B8-4856-A4C3-CF930E3AC9F0}">
      <dsp:nvSpPr>
        <dsp:cNvPr id="0" name=""/>
        <dsp:cNvSpPr/>
      </dsp:nvSpPr>
      <dsp:spPr>
        <a:xfrm>
          <a:off x="3898414" y="3779559"/>
          <a:ext cx="690796" cy="91513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04D56B-239A-4D0C-A7D2-813502A91E7F}">
      <dsp:nvSpPr>
        <dsp:cNvPr id="0" name=""/>
        <dsp:cNvSpPr/>
      </dsp:nvSpPr>
      <dsp:spPr>
        <a:xfrm>
          <a:off x="3975169" y="3852476"/>
          <a:ext cx="690796" cy="91513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Drop</a:t>
          </a:r>
          <a:r>
            <a:rPr lang="es-ES" sz="1200" kern="1200" dirty="0"/>
            <a:t> </a:t>
          </a:r>
          <a:r>
            <a:rPr lang="es-ES" sz="1200" kern="1200" dirty="0" err="1"/>
            <a:t>on</a:t>
          </a:r>
          <a:r>
            <a:rPr lang="es-ES" sz="1200" kern="1200" dirty="0"/>
            <a:t> </a:t>
          </a:r>
          <a:r>
            <a:rPr lang="es-ES" sz="1200" kern="1200" dirty="0" err="1"/>
            <a:t>Demand</a:t>
          </a:r>
          <a:endParaRPr lang="es-ES" sz="1200" kern="1200" dirty="0"/>
        </a:p>
        <a:p>
          <a:pPr marL="0" lvl="0" indent="0" algn="ctr" defTabSz="533400">
            <a:lnSpc>
              <a:spcPct val="90000"/>
            </a:lnSpc>
            <a:spcBef>
              <a:spcPct val="0"/>
            </a:spcBef>
            <a:spcAft>
              <a:spcPct val="35000"/>
            </a:spcAft>
            <a:buNone/>
          </a:pPr>
          <a:r>
            <a:rPr lang="es-ES" sz="1200" kern="1200" dirty="0"/>
            <a:t>(</a:t>
          </a:r>
          <a:r>
            <a:rPr lang="es-ES" sz="1200" kern="1200" dirty="0" err="1"/>
            <a:t>DoD</a:t>
          </a:r>
          <a:r>
            <a:rPr lang="es-ES" sz="1200" kern="1200" dirty="0"/>
            <a:t>)</a:t>
          </a:r>
          <a:endParaRPr lang="es-PE" sz="1200" kern="1200" dirty="0"/>
        </a:p>
      </dsp:txBody>
      <dsp:txXfrm>
        <a:off x="3995402" y="3872709"/>
        <a:ext cx="650330" cy="874666"/>
      </dsp:txXfrm>
    </dsp:sp>
    <dsp:sp modelId="{C99AF00D-587A-4D2F-9DF3-F086B60B49B6}">
      <dsp:nvSpPr>
        <dsp:cNvPr id="0" name=""/>
        <dsp:cNvSpPr/>
      </dsp:nvSpPr>
      <dsp:spPr>
        <a:xfrm>
          <a:off x="7155716"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C9B9A5-4725-4D4B-8B2A-6E0660D30F18}">
      <dsp:nvSpPr>
        <dsp:cNvPr id="0" name=""/>
        <dsp:cNvSpPr/>
      </dsp:nvSpPr>
      <dsp:spPr>
        <a:xfrm>
          <a:off x="7232472"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Polvos</a:t>
          </a:r>
          <a:endParaRPr lang="es-PE" sz="1400" kern="1200" dirty="0"/>
        </a:p>
      </dsp:txBody>
      <dsp:txXfrm>
        <a:off x="7245320" y="1599852"/>
        <a:ext cx="665100" cy="412959"/>
      </dsp:txXfrm>
    </dsp:sp>
    <dsp:sp modelId="{A8ABF9B4-AFFB-4B89-A425-BBEDF4894B77}">
      <dsp:nvSpPr>
        <dsp:cNvPr id="0" name=""/>
        <dsp:cNvSpPr/>
      </dsp:nvSpPr>
      <dsp:spPr>
        <a:xfrm>
          <a:off x="5798379" y="2153650"/>
          <a:ext cx="1252407"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6059D9-CC56-492D-BFE3-1297E163E248}">
      <dsp:nvSpPr>
        <dsp:cNvPr id="0" name=""/>
        <dsp:cNvSpPr/>
      </dsp:nvSpPr>
      <dsp:spPr>
        <a:xfrm>
          <a:off x="5875135" y="2226567"/>
          <a:ext cx="1252407"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de lecho de polvo</a:t>
          </a:r>
          <a:endParaRPr lang="es-PE" sz="1400" kern="1200" dirty="0"/>
        </a:p>
      </dsp:txBody>
      <dsp:txXfrm>
        <a:off x="5887983" y="2239415"/>
        <a:ext cx="1226711" cy="412959"/>
      </dsp:txXfrm>
    </dsp:sp>
    <dsp:sp modelId="{8DAE1D9F-ABE0-4BE8-A7DC-F41ADEE0AB61}">
      <dsp:nvSpPr>
        <dsp:cNvPr id="0" name=""/>
        <dsp:cNvSpPr/>
      </dsp:nvSpPr>
      <dsp:spPr>
        <a:xfrm>
          <a:off x="4742721" y="2793212"/>
          <a:ext cx="794036" cy="60894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058E97-2D6D-4460-A61E-5F994535679C}">
      <dsp:nvSpPr>
        <dsp:cNvPr id="0" name=""/>
        <dsp:cNvSpPr/>
      </dsp:nvSpPr>
      <dsp:spPr>
        <a:xfrm>
          <a:off x="4819476" y="2866130"/>
          <a:ext cx="794036" cy="60894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Fusión por rayo electrónico</a:t>
          </a:r>
          <a:endParaRPr lang="es-PE" sz="1200" kern="1200" dirty="0"/>
        </a:p>
      </dsp:txBody>
      <dsp:txXfrm>
        <a:off x="4837311" y="2883965"/>
        <a:ext cx="758366" cy="573276"/>
      </dsp:txXfrm>
    </dsp:sp>
    <dsp:sp modelId="{648F769D-2066-4046-9CF2-1858CA164EA5}">
      <dsp:nvSpPr>
        <dsp:cNvPr id="0" name=""/>
        <dsp:cNvSpPr/>
      </dsp:nvSpPr>
      <dsp:spPr>
        <a:xfrm>
          <a:off x="4794340" y="3603065"/>
          <a:ext cx="690796" cy="82225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021796-B6ED-4381-AC19-E9574AAC2B64}">
      <dsp:nvSpPr>
        <dsp:cNvPr id="0" name=""/>
        <dsp:cNvSpPr/>
      </dsp:nvSpPr>
      <dsp:spPr>
        <a:xfrm>
          <a:off x="4871096" y="3675983"/>
          <a:ext cx="690796" cy="82225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Electron</a:t>
          </a:r>
          <a:r>
            <a:rPr lang="es-ES" sz="1200" kern="1200" dirty="0"/>
            <a:t> Beam </a:t>
          </a:r>
          <a:r>
            <a:rPr lang="es-ES" sz="1200" kern="1200" dirty="0" err="1"/>
            <a:t>Melting</a:t>
          </a:r>
          <a:r>
            <a:rPr lang="es-ES" sz="1200" kern="1200" dirty="0"/>
            <a:t> </a:t>
          </a:r>
        </a:p>
        <a:p>
          <a:pPr marL="0" lvl="0" indent="0" algn="ctr" defTabSz="533400">
            <a:lnSpc>
              <a:spcPct val="90000"/>
            </a:lnSpc>
            <a:spcBef>
              <a:spcPct val="0"/>
            </a:spcBef>
            <a:spcAft>
              <a:spcPct val="35000"/>
            </a:spcAft>
            <a:buNone/>
          </a:pPr>
          <a:r>
            <a:rPr lang="es-ES" sz="1200" kern="1200" dirty="0"/>
            <a:t>(EBM)</a:t>
          </a:r>
          <a:endParaRPr lang="es-PE" sz="1200" kern="1200" dirty="0"/>
        </a:p>
      </dsp:txBody>
      <dsp:txXfrm>
        <a:off x="4891329" y="3696216"/>
        <a:ext cx="650330" cy="781785"/>
      </dsp:txXfrm>
    </dsp:sp>
    <dsp:sp modelId="{E541C4D3-3AF5-40A0-80FD-347ECB125216}">
      <dsp:nvSpPr>
        <dsp:cNvPr id="0" name=""/>
        <dsp:cNvSpPr/>
      </dsp:nvSpPr>
      <dsp:spPr>
        <a:xfrm>
          <a:off x="6060801" y="2793212"/>
          <a:ext cx="690796" cy="60045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B6FAE6-9D9F-492E-ABEC-12E6F3F155BE}">
      <dsp:nvSpPr>
        <dsp:cNvPr id="0" name=""/>
        <dsp:cNvSpPr/>
      </dsp:nvSpPr>
      <dsp:spPr>
        <a:xfrm>
          <a:off x="6137556" y="2866130"/>
          <a:ext cx="690796" cy="60045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láser</a:t>
          </a:r>
          <a:endParaRPr lang="es-PE" sz="1400" kern="1200" dirty="0"/>
        </a:p>
      </dsp:txBody>
      <dsp:txXfrm>
        <a:off x="6155143" y="2883717"/>
        <a:ext cx="655622" cy="565280"/>
      </dsp:txXfrm>
    </dsp:sp>
    <dsp:sp modelId="{E84A5936-E6A8-4F4B-9A83-7B870C875F16}">
      <dsp:nvSpPr>
        <dsp:cNvPr id="0" name=""/>
        <dsp:cNvSpPr/>
      </dsp:nvSpPr>
      <dsp:spPr>
        <a:xfrm>
          <a:off x="5638647" y="3594573"/>
          <a:ext cx="690796" cy="71696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0DA46-1BAB-42C2-A7C4-33D5622E2D03}">
      <dsp:nvSpPr>
        <dsp:cNvPr id="0" name=""/>
        <dsp:cNvSpPr/>
      </dsp:nvSpPr>
      <dsp:spPr>
        <a:xfrm>
          <a:off x="5715403" y="3667490"/>
          <a:ext cx="690796" cy="71696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Selective</a:t>
          </a:r>
          <a:r>
            <a:rPr lang="es-ES" sz="1200" kern="1200" dirty="0"/>
            <a:t> Laser </a:t>
          </a:r>
          <a:r>
            <a:rPr lang="es-ES" sz="1200" kern="1200" dirty="0" err="1"/>
            <a:t>Sintering</a:t>
          </a:r>
          <a:r>
            <a:rPr lang="es-ES" sz="1200" kern="1200" dirty="0"/>
            <a:t> </a:t>
          </a:r>
        </a:p>
        <a:p>
          <a:pPr marL="0" lvl="0" indent="0" algn="ctr" defTabSz="533400">
            <a:lnSpc>
              <a:spcPct val="90000"/>
            </a:lnSpc>
            <a:spcBef>
              <a:spcPct val="0"/>
            </a:spcBef>
            <a:spcAft>
              <a:spcPct val="35000"/>
            </a:spcAft>
            <a:buNone/>
          </a:pPr>
          <a:r>
            <a:rPr lang="es-ES" sz="1200" kern="1200" dirty="0"/>
            <a:t>(SLS)</a:t>
          </a:r>
          <a:endParaRPr lang="es-PE" sz="1200" kern="1200" dirty="0"/>
        </a:p>
      </dsp:txBody>
      <dsp:txXfrm>
        <a:off x="5735636" y="3687723"/>
        <a:ext cx="650330" cy="676499"/>
      </dsp:txXfrm>
    </dsp:sp>
    <dsp:sp modelId="{FB66B440-AA4E-46A3-BAC8-0F211619BC38}">
      <dsp:nvSpPr>
        <dsp:cNvPr id="0" name=""/>
        <dsp:cNvSpPr/>
      </dsp:nvSpPr>
      <dsp:spPr>
        <a:xfrm>
          <a:off x="6482954" y="3594573"/>
          <a:ext cx="690796" cy="89035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FF6A0A-51CC-42C6-9F66-A7A8F3AC026E}">
      <dsp:nvSpPr>
        <dsp:cNvPr id="0" name=""/>
        <dsp:cNvSpPr/>
      </dsp:nvSpPr>
      <dsp:spPr>
        <a:xfrm>
          <a:off x="6559710" y="3667490"/>
          <a:ext cx="690796" cy="89035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Direct Metal Laser </a:t>
          </a:r>
          <a:r>
            <a:rPr lang="es-ES" sz="1200" kern="1200" dirty="0" err="1"/>
            <a:t>Sintering</a:t>
          </a:r>
          <a:endParaRPr lang="es-ES" sz="1200" kern="1200" dirty="0"/>
        </a:p>
        <a:p>
          <a:pPr marL="0" lvl="0" indent="0" algn="ctr" defTabSz="533400">
            <a:lnSpc>
              <a:spcPct val="90000"/>
            </a:lnSpc>
            <a:spcBef>
              <a:spcPct val="0"/>
            </a:spcBef>
            <a:spcAft>
              <a:spcPct val="35000"/>
            </a:spcAft>
            <a:buNone/>
          </a:pPr>
          <a:r>
            <a:rPr lang="es-ES" sz="1200" kern="1200" dirty="0"/>
            <a:t>(DMLS)</a:t>
          </a:r>
          <a:endParaRPr lang="es-PE" sz="1200" kern="1200" dirty="0"/>
        </a:p>
      </dsp:txBody>
      <dsp:txXfrm>
        <a:off x="6579943" y="3687723"/>
        <a:ext cx="650330" cy="849891"/>
      </dsp:txXfrm>
    </dsp:sp>
    <dsp:sp modelId="{89B39358-69F2-4193-9042-E43528B8883B}">
      <dsp:nvSpPr>
        <dsp:cNvPr id="0" name=""/>
        <dsp:cNvSpPr/>
      </dsp:nvSpPr>
      <dsp:spPr>
        <a:xfrm>
          <a:off x="7327261" y="2793212"/>
          <a:ext cx="779184" cy="9061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43F746-8F68-4CD2-B250-8EDF9E90B3D6}">
      <dsp:nvSpPr>
        <dsp:cNvPr id="0" name=""/>
        <dsp:cNvSpPr/>
      </dsp:nvSpPr>
      <dsp:spPr>
        <a:xfrm>
          <a:off x="7404017" y="2866130"/>
          <a:ext cx="779184" cy="90619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aglutinante</a:t>
          </a:r>
          <a:endParaRPr lang="es-PE" sz="1400" kern="1200" dirty="0"/>
        </a:p>
      </dsp:txBody>
      <dsp:txXfrm>
        <a:off x="7426839" y="2888952"/>
        <a:ext cx="733540" cy="860548"/>
      </dsp:txXfrm>
    </dsp:sp>
    <dsp:sp modelId="{0A81C4EB-7780-4229-9EB4-19924D58645C}">
      <dsp:nvSpPr>
        <dsp:cNvPr id="0" name=""/>
        <dsp:cNvSpPr/>
      </dsp:nvSpPr>
      <dsp:spPr>
        <a:xfrm>
          <a:off x="7371455" y="3900312"/>
          <a:ext cx="690796" cy="74173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2356FF-58C7-440A-B959-C30985DFBEE3}">
      <dsp:nvSpPr>
        <dsp:cNvPr id="0" name=""/>
        <dsp:cNvSpPr/>
      </dsp:nvSpPr>
      <dsp:spPr>
        <a:xfrm>
          <a:off x="7448210" y="3973229"/>
          <a:ext cx="690796" cy="74173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Binder</a:t>
          </a:r>
          <a:r>
            <a:rPr lang="es-ES" sz="1200" kern="1200" dirty="0"/>
            <a:t> </a:t>
          </a:r>
          <a:r>
            <a:rPr lang="es-ES" sz="1200" kern="1200" dirty="0" err="1"/>
            <a:t>Jetting</a:t>
          </a:r>
          <a:endParaRPr lang="es-ES" sz="1200" kern="1200" dirty="0"/>
        </a:p>
        <a:p>
          <a:pPr marL="0" lvl="0" indent="0" algn="ctr" defTabSz="533400">
            <a:lnSpc>
              <a:spcPct val="90000"/>
            </a:lnSpc>
            <a:spcBef>
              <a:spcPct val="0"/>
            </a:spcBef>
            <a:spcAft>
              <a:spcPct val="35000"/>
            </a:spcAft>
            <a:buNone/>
          </a:pPr>
          <a:r>
            <a:rPr lang="es-ES" sz="1200" kern="1200" dirty="0"/>
            <a:t>(BJ)</a:t>
          </a:r>
          <a:endParaRPr lang="es-PE" sz="1200" kern="1200" dirty="0"/>
        </a:p>
      </dsp:txBody>
      <dsp:txXfrm>
        <a:off x="7468443" y="3993462"/>
        <a:ext cx="650330" cy="701270"/>
      </dsp:txXfrm>
    </dsp:sp>
    <dsp:sp modelId="{47C1611A-EDE7-4C57-BCEA-3C5CC43D2E79}">
      <dsp:nvSpPr>
        <dsp:cNvPr id="0" name=""/>
        <dsp:cNvSpPr/>
      </dsp:nvSpPr>
      <dsp:spPr>
        <a:xfrm>
          <a:off x="8006858" y="2153650"/>
          <a:ext cx="1196991"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CB2D9B-2243-4B5A-AEA2-98DDC4085B53}">
      <dsp:nvSpPr>
        <dsp:cNvPr id="0" name=""/>
        <dsp:cNvSpPr/>
      </dsp:nvSpPr>
      <dsp:spPr>
        <a:xfrm>
          <a:off x="8083614" y="2226567"/>
          <a:ext cx="1196991"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Deposición de laser coaxial</a:t>
          </a:r>
          <a:endParaRPr lang="es-PE" sz="1400" kern="1200" dirty="0"/>
        </a:p>
      </dsp:txBody>
      <dsp:txXfrm>
        <a:off x="8096462" y="2239415"/>
        <a:ext cx="1171295" cy="412959"/>
      </dsp:txXfrm>
    </dsp:sp>
    <dsp:sp modelId="{8C1FFC2C-1870-4ACF-B3DD-F6BD7876679C}">
      <dsp:nvSpPr>
        <dsp:cNvPr id="0" name=""/>
        <dsp:cNvSpPr/>
      </dsp:nvSpPr>
      <dsp:spPr>
        <a:xfrm>
          <a:off x="8287070" y="3434970"/>
          <a:ext cx="690796" cy="8859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40022A-236A-4742-BC0C-6B63B7BC556B}">
      <dsp:nvSpPr>
        <dsp:cNvPr id="0" name=""/>
        <dsp:cNvSpPr/>
      </dsp:nvSpPr>
      <dsp:spPr>
        <a:xfrm>
          <a:off x="8363825" y="3507888"/>
          <a:ext cx="690796" cy="88596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Laser Metal </a:t>
          </a:r>
          <a:r>
            <a:rPr lang="es-ES" sz="1200" kern="1200" dirty="0" err="1"/>
            <a:t>Deposition</a:t>
          </a:r>
          <a:endParaRPr lang="es-ES" sz="1200" kern="1200" dirty="0"/>
        </a:p>
        <a:p>
          <a:pPr marL="0" lvl="0" indent="0" algn="ctr" defTabSz="533400">
            <a:lnSpc>
              <a:spcPct val="90000"/>
            </a:lnSpc>
            <a:spcBef>
              <a:spcPct val="0"/>
            </a:spcBef>
            <a:spcAft>
              <a:spcPct val="35000"/>
            </a:spcAft>
            <a:buNone/>
          </a:pPr>
          <a:r>
            <a:rPr lang="es-ES" sz="1200" kern="1200" dirty="0"/>
            <a:t>(LMD)</a:t>
          </a:r>
          <a:endParaRPr lang="es-PE" sz="1200" kern="1200" dirty="0"/>
        </a:p>
      </dsp:txBody>
      <dsp:txXfrm>
        <a:off x="8384058" y="3528121"/>
        <a:ext cx="650330" cy="845500"/>
      </dsp:txXfrm>
    </dsp:sp>
    <dsp:sp modelId="{5EFDDE5A-6F9D-46CC-B23E-F60ECB0E7FB3}">
      <dsp:nvSpPr>
        <dsp:cNvPr id="0" name=""/>
        <dsp:cNvSpPr/>
      </dsp:nvSpPr>
      <dsp:spPr>
        <a:xfrm>
          <a:off x="9177867" y="1514087"/>
          <a:ext cx="1222882"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CBA675-5A23-4057-8F16-C25872D649DA}">
      <dsp:nvSpPr>
        <dsp:cNvPr id="0" name=""/>
        <dsp:cNvSpPr/>
      </dsp:nvSpPr>
      <dsp:spPr>
        <a:xfrm>
          <a:off x="9254622" y="1587004"/>
          <a:ext cx="1222882"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Láminas</a:t>
          </a:r>
          <a:endParaRPr lang="es-PE" sz="1400" kern="1200" dirty="0"/>
        </a:p>
      </dsp:txBody>
      <dsp:txXfrm>
        <a:off x="9267470" y="1599852"/>
        <a:ext cx="1197186" cy="412959"/>
      </dsp:txXfrm>
    </dsp:sp>
    <dsp:sp modelId="{9A1D49D8-154A-4D1B-8DEF-0F840E31818F}">
      <dsp:nvSpPr>
        <dsp:cNvPr id="0" name=""/>
        <dsp:cNvSpPr/>
      </dsp:nvSpPr>
      <dsp:spPr>
        <a:xfrm>
          <a:off x="9379943" y="3446202"/>
          <a:ext cx="863896" cy="116074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B970F7-5AA8-4DC5-AB98-FA6D447E05B9}">
      <dsp:nvSpPr>
        <dsp:cNvPr id="0" name=""/>
        <dsp:cNvSpPr/>
      </dsp:nvSpPr>
      <dsp:spPr>
        <a:xfrm>
          <a:off x="9456698" y="3519119"/>
          <a:ext cx="863896" cy="116074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Laminated</a:t>
          </a:r>
          <a:r>
            <a:rPr lang="es-ES" sz="1200" kern="1200" dirty="0"/>
            <a:t> </a:t>
          </a:r>
          <a:r>
            <a:rPr lang="es-ES" sz="1200" kern="1200" dirty="0" err="1"/>
            <a:t>Object</a:t>
          </a:r>
          <a:r>
            <a:rPr lang="es-ES" sz="1200" kern="1200" dirty="0"/>
            <a:t> </a:t>
          </a:r>
          <a:r>
            <a:rPr lang="es-ES" sz="1200" kern="1200" dirty="0" err="1"/>
            <a:t>Manufacturing</a:t>
          </a:r>
          <a:endParaRPr lang="es-ES" sz="1200" kern="1200" dirty="0"/>
        </a:p>
        <a:p>
          <a:pPr marL="0" lvl="0" indent="0" algn="ctr" defTabSz="533400">
            <a:lnSpc>
              <a:spcPct val="90000"/>
            </a:lnSpc>
            <a:spcBef>
              <a:spcPct val="0"/>
            </a:spcBef>
            <a:spcAft>
              <a:spcPct val="35000"/>
            </a:spcAft>
            <a:buNone/>
          </a:pPr>
          <a:r>
            <a:rPr lang="es-ES" sz="1200" kern="1200" dirty="0"/>
            <a:t>(LOM)</a:t>
          </a:r>
          <a:endParaRPr lang="es-PE" sz="1200" kern="1200" dirty="0"/>
        </a:p>
      </dsp:txBody>
      <dsp:txXfrm>
        <a:off x="9482001" y="3544422"/>
        <a:ext cx="813290" cy="11101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E2CC74-6ABE-4BD3-943F-73DE1FEB3111}">
      <dsp:nvSpPr>
        <dsp:cNvPr id="0" name=""/>
        <dsp:cNvSpPr/>
      </dsp:nvSpPr>
      <dsp:spPr>
        <a:xfrm>
          <a:off x="9743589" y="1952743"/>
          <a:ext cx="91440" cy="1493458"/>
        </a:xfrm>
        <a:custGeom>
          <a:avLst/>
          <a:gdLst/>
          <a:ahLst/>
          <a:cxnLst/>
          <a:rect l="0" t="0" r="0" b="0"/>
          <a:pathLst>
            <a:path>
              <a:moveTo>
                <a:pt x="45720" y="0"/>
              </a:moveTo>
              <a:lnTo>
                <a:pt x="45720" y="1429464"/>
              </a:lnTo>
              <a:lnTo>
                <a:pt x="68302" y="1429464"/>
              </a:lnTo>
              <a:lnTo>
                <a:pt x="68302" y="149345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87AAC7-8FA1-409C-B59B-DAC474A3D7F6}">
      <dsp:nvSpPr>
        <dsp:cNvPr id="0" name=""/>
        <dsp:cNvSpPr/>
      </dsp:nvSpPr>
      <dsp:spPr>
        <a:xfrm>
          <a:off x="6276211" y="1313180"/>
          <a:ext cx="3513097" cy="200906"/>
        </a:xfrm>
        <a:custGeom>
          <a:avLst/>
          <a:gdLst/>
          <a:ahLst/>
          <a:cxnLst/>
          <a:rect l="0" t="0" r="0" b="0"/>
          <a:pathLst>
            <a:path>
              <a:moveTo>
                <a:pt x="0" y="0"/>
              </a:moveTo>
              <a:lnTo>
                <a:pt x="0" y="136912"/>
              </a:lnTo>
              <a:lnTo>
                <a:pt x="3513097" y="136912"/>
              </a:lnTo>
              <a:lnTo>
                <a:pt x="3513097"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25DCC1-3BC7-47D1-AC65-301B5222563F}">
      <dsp:nvSpPr>
        <dsp:cNvPr id="0" name=""/>
        <dsp:cNvSpPr/>
      </dsp:nvSpPr>
      <dsp:spPr>
        <a:xfrm>
          <a:off x="8559634" y="2592306"/>
          <a:ext cx="91440" cy="842664"/>
        </a:xfrm>
        <a:custGeom>
          <a:avLst/>
          <a:gdLst/>
          <a:ahLst/>
          <a:cxnLst/>
          <a:rect l="0" t="0" r="0" b="0"/>
          <a:pathLst>
            <a:path>
              <a:moveTo>
                <a:pt x="45720" y="0"/>
              </a:moveTo>
              <a:lnTo>
                <a:pt x="45720" y="778669"/>
              </a:lnTo>
              <a:lnTo>
                <a:pt x="72833" y="778669"/>
              </a:lnTo>
              <a:lnTo>
                <a:pt x="72833" y="8426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27327A-06BF-435F-8CB3-6A761FDEB7BB}">
      <dsp:nvSpPr>
        <dsp:cNvPr id="0" name=""/>
        <dsp:cNvSpPr/>
      </dsp:nvSpPr>
      <dsp:spPr>
        <a:xfrm>
          <a:off x="7501115" y="1952743"/>
          <a:ext cx="1104239" cy="200906"/>
        </a:xfrm>
        <a:custGeom>
          <a:avLst/>
          <a:gdLst/>
          <a:ahLst/>
          <a:cxnLst/>
          <a:rect l="0" t="0" r="0" b="0"/>
          <a:pathLst>
            <a:path>
              <a:moveTo>
                <a:pt x="0" y="0"/>
              </a:moveTo>
              <a:lnTo>
                <a:pt x="0" y="136912"/>
              </a:lnTo>
              <a:lnTo>
                <a:pt x="1104239" y="136912"/>
              </a:lnTo>
              <a:lnTo>
                <a:pt x="110423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2B82DD-8903-4ADC-BBF8-C33C7DA119BD}">
      <dsp:nvSpPr>
        <dsp:cNvPr id="0" name=""/>
        <dsp:cNvSpPr/>
      </dsp:nvSpPr>
      <dsp:spPr>
        <a:xfrm>
          <a:off x="7671133" y="369940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3B892-FA73-4D2F-A520-CBCD94FBA092}">
      <dsp:nvSpPr>
        <dsp:cNvPr id="0" name=""/>
        <dsp:cNvSpPr/>
      </dsp:nvSpPr>
      <dsp:spPr>
        <a:xfrm>
          <a:off x="6424583" y="2592306"/>
          <a:ext cx="1292270" cy="200906"/>
        </a:xfrm>
        <a:custGeom>
          <a:avLst/>
          <a:gdLst/>
          <a:ahLst/>
          <a:cxnLst/>
          <a:rect l="0" t="0" r="0" b="0"/>
          <a:pathLst>
            <a:path>
              <a:moveTo>
                <a:pt x="0" y="0"/>
              </a:moveTo>
              <a:lnTo>
                <a:pt x="0" y="136912"/>
              </a:lnTo>
              <a:lnTo>
                <a:pt x="1292270" y="136912"/>
              </a:lnTo>
              <a:lnTo>
                <a:pt x="129227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C56988-1386-491E-8938-C9685485574C}">
      <dsp:nvSpPr>
        <dsp:cNvPr id="0" name=""/>
        <dsp:cNvSpPr/>
      </dsp:nvSpPr>
      <dsp:spPr>
        <a:xfrm>
          <a:off x="6406199" y="3393666"/>
          <a:ext cx="422153" cy="200906"/>
        </a:xfrm>
        <a:custGeom>
          <a:avLst/>
          <a:gdLst/>
          <a:ahLst/>
          <a:cxnLst/>
          <a:rect l="0" t="0" r="0" b="0"/>
          <a:pathLst>
            <a:path>
              <a:moveTo>
                <a:pt x="0" y="0"/>
              </a:moveTo>
              <a:lnTo>
                <a:pt x="0" y="136912"/>
              </a:lnTo>
              <a:lnTo>
                <a:pt x="422153" y="136912"/>
              </a:lnTo>
              <a:lnTo>
                <a:pt x="42215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AD552E-FC1D-434E-A335-98EF42B4C86D}">
      <dsp:nvSpPr>
        <dsp:cNvPr id="0" name=""/>
        <dsp:cNvSpPr/>
      </dsp:nvSpPr>
      <dsp:spPr>
        <a:xfrm>
          <a:off x="5984046" y="3393666"/>
          <a:ext cx="422153" cy="200906"/>
        </a:xfrm>
        <a:custGeom>
          <a:avLst/>
          <a:gdLst/>
          <a:ahLst/>
          <a:cxnLst/>
          <a:rect l="0" t="0" r="0" b="0"/>
          <a:pathLst>
            <a:path>
              <a:moveTo>
                <a:pt x="422153" y="0"/>
              </a:moveTo>
              <a:lnTo>
                <a:pt x="42215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1818A1-8AB6-473A-A5A4-EA999F57E701}">
      <dsp:nvSpPr>
        <dsp:cNvPr id="0" name=""/>
        <dsp:cNvSpPr/>
      </dsp:nvSpPr>
      <dsp:spPr>
        <a:xfrm>
          <a:off x="6360479" y="2592306"/>
          <a:ext cx="91440" cy="200906"/>
        </a:xfrm>
        <a:custGeom>
          <a:avLst/>
          <a:gdLst/>
          <a:ahLst/>
          <a:cxnLst/>
          <a:rect l="0" t="0" r="0" b="0"/>
          <a:pathLst>
            <a:path>
              <a:moveTo>
                <a:pt x="64103" y="0"/>
              </a:moveTo>
              <a:lnTo>
                <a:pt x="64103" y="136912"/>
              </a:lnTo>
              <a:lnTo>
                <a:pt x="45720" y="136912"/>
              </a:ln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001EF-43E7-4A81-AACC-C07B339B7E2E}">
      <dsp:nvSpPr>
        <dsp:cNvPr id="0" name=""/>
        <dsp:cNvSpPr/>
      </dsp:nvSpPr>
      <dsp:spPr>
        <a:xfrm>
          <a:off x="5094019" y="340215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C435D1-BB08-4A46-BEE0-F112D1C689B4}">
      <dsp:nvSpPr>
        <dsp:cNvPr id="0" name=""/>
        <dsp:cNvSpPr/>
      </dsp:nvSpPr>
      <dsp:spPr>
        <a:xfrm>
          <a:off x="5139739" y="2592306"/>
          <a:ext cx="1284844" cy="200906"/>
        </a:xfrm>
        <a:custGeom>
          <a:avLst/>
          <a:gdLst/>
          <a:ahLst/>
          <a:cxnLst/>
          <a:rect l="0" t="0" r="0" b="0"/>
          <a:pathLst>
            <a:path>
              <a:moveTo>
                <a:pt x="1284844" y="0"/>
              </a:moveTo>
              <a:lnTo>
                <a:pt x="1284844"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DB784D-B2D7-4E33-AB5E-42DED4D3DF95}">
      <dsp:nvSpPr>
        <dsp:cNvPr id="0" name=""/>
        <dsp:cNvSpPr/>
      </dsp:nvSpPr>
      <dsp:spPr>
        <a:xfrm>
          <a:off x="6424583" y="1952743"/>
          <a:ext cx="1076531" cy="200906"/>
        </a:xfrm>
        <a:custGeom>
          <a:avLst/>
          <a:gdLst/>
          <a:ahLst/>
          <a:cxnLst/>
          <a:rect l="0" t="0" r="0" b="0"/>
          <a:pathLst>
            <a:path>
              <a:moveTo>
                <a:pt x="1076531" y="0"/>
              </a:moveTo>
              <a:lnTo>
                <a:pt x="1076531"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E3A2DF-7361-404C-A61F-02C3FC78834E}">
      <dsp:nvSpPr>
        <dsp:cNvPr id="0" name=""/>
        <dsp:cNvSpPr/>
      </dsp:nvSpPr>
      <dsp:spPr>
        <a:xfrm>
          <a:off x="6276211" y="1313180"/>
          <a:ext cx="1224903" cy="200906"/>
        </a:xfrm>
        <a:custGeom>
          <a:avLst/>
          <a:gdLst/>
          <a:ahLst/>
          <a:cxnLst/>
          <a:rect l="0" t="0" r="0" b="0"/>
          <a:pathLst>
            <a:path>
              <a:moveTo>
                <a:pt x="0" y="0"/>
              </a:moveTo>
              <a:lnTo>
                <a:pt x="0" y="136912"/>
              </a:lnTo>
              <a:lnTo>
                <a:pt x="1224903" y="136912"/>
              </a:lnTo>
              <a:lnTo>
                <a:pt x="1224903"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4834AA-BE9C-445D-AEB4-FC39536D94E1}">
      <dsp:nvSpPr>
        <dsp:cNvPr id="0" name=""/>
        <dsp:cNvSpPr/>
      </dsp:nvSpPr>
      <dsp:spPr>
        <a:xfrm>
          <a:off x="4198092" y="357865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5ED8B1-5E96-473B-AA23-D316EBED0923}">
      <dsp:nvSpPr>
        <dsp:cNvPr id="0" name=""/>
        <dsp:cNvSpPr/>
      </dsp:nvSpPr>
      <dsp:spPr>
        <a:xfrm>
          <a:off x="3787374" y="2592306"/>
          <a:ext cx="456437" cy="200906"/>
        </a:xfrm>
        <a:custGeom>
          <a:avLst/>
          <a:gdLst/>
          <a:ahLst/>
          <a:cxnLst/>
          <a:rect l="0" t="0" r="0" b="0"/>
          <a:pathLst>
            <a:path>
              <a:moveTo>
                <a:pt x="0" y="0"/>
              </a:moveTo>
              <a:lnTo>
                <a:pt x="0" y="136912"/>
              </a:lnTo>
              <a:lnTo>
                <a:pt x="456437" y="136912"/>
              </a:lnTo>
              <a:lnTo>
                <a:pt x="456437"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4D565B-F6FC-4706-8990-80151501AC5A}">
      <dsp:nvSpPr>
        <dsp:cNvPr id="0" name=""/>
        <dsp:cNvSpPr/>
      </dsp:nvSpPr>
      <dsp:spPr>
        <a:xfrm>
          <a:off x="3285216" y="3231868"/>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91E219-C375-4042-B2EB-189263EA8A4F}">
      <dsp:nvSpPr>
        <dsp:cNvPr id="0" name=""/>
        <dsp:cNvSpPr/>
      </dsp:nvSpPr>
      <dsp:spPr>
        <a:xfrm>
          <a:off x="3330936" y="2592306"/>
          <a:ext cx="456437" cy="200906"/>
        </a:xfrm>
        <a:custGeom>
          <a:avLst/>
          <a:gdLst/>
          <a:ahLst/>
          <a:cxnLst/>
          <a:rect l="0" t="0" r="0" b="0"/>
          <a:pathLst>
            <a:path>
              <a:moveTo>
                <a:pt x="456437" y="0"/>
              </a:moveTo>
              <a:lnTo>
                <a:pt x="456437"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6E5A0E-C98A-486A-A822-BCB1515D6D73}">
      <dsp:nvSpPr>
        <dsp:cNvPr id="0" name=""/>
        <dsp:cNvSpPr/>
      </dsp:nvSpPr>
      <dsp:spPr>
        <a:xfrm>
          <a:off x="2497070" y="1952743"/>
          <a:ext cx="1290303" cy="200906"/>
        </a:xfrm>
        <a:custGeom>
          <a:avLst/>
          <a:gdLst/>
          <a:ahLst/>
          <a:cxnLst/>
          <a:rect l="0" t="0" r="0" b="0"/>
          <a:pathLst>
            <a:path>
              <a:moveTo>
                <a:pt x="0" y="0"/>
              </a:moveTo>
              <a:lnTo>
                <a:pt x="0" y="136912"/>
              </a:lnTo>
              <a:lnTo>
                <a:pt x="1290303" y="136912"/>
              </a:lnTo>
              <a:lnTo>
                <a:pt x="129030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1D003C-CB16-47A8-9BF7-F56F919A5E74}">
      <dsp:nvSpPr>
        <dsp:cNvPr id="0" name=""/>
        <dsp:cNvSpPr/>
      </dsp:nvSpPr>
      <dsp:spPr>
        <a:xfrm>
          <a:off x="2309889" y="406527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BDBA62-4C7E-435D-BC9D-239044301547}">
      <dsp:nvSpPr>
        <dsp:cNvPr id="0" name=""/>
        <dsp:cNvSpPr/>
      </dsp:nvSpPr>
      <dsp:spPr>
        <a:xfrm>
          <a:off x="1351571" y="2592306"/>
          <a:ext cx="1004038" cy="200906"/>
        </a:xfrm>
        <a:custGeom>
          <a:avLst/>
          <a:gdLst/>
          <a:ahLst/>
          <a:cxnLst/>
          <a:rect l="0" t="0" r="0" b="0"/>
          <a:pathLst>
            <a:path>
              <a:moveTo>
                <a:pt x="0" y="0"/>
              </a:moveTo>
              <a:lnTo>
                <a:pt x="0" y="136912"/>
              </a:lnTo>
              <a:lnTo>
                <a:pt x="1004038" y="136912"/>
              </a:lnTo>
              <a:lnTo>
                <a:pt x="1004038"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F8D7D9-9430-479F-9DAF-1C10E6B9B1FA}">
      <dsp:nvSpPr>
        <dsp:cNvPr id="0" name=""/>
        <dsp:cNvSpPr/>
      </dsp:nvSpPr>
      <dsp:spPr>
        <a:xfrm>
          <a:off x="1354641" y="360308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DB5832-6258-4634-B0DA-4E3D86752BE0}">
      <dsp:nvSpPr>
        <dsp:cNvPr id="0" name=""/>
        <dsp:cNvSpPr/>
      </dsp:nvSpPr>
      <dsp:spPr>
        <a:xfrm>
          <a:off x="1305851" y="2592306"/>
          <a:ext cx="91440" cy="200906"/>
        </a:xfrm>
        <a:custGeom>
          <a:avLst/>
          <a:gdLst/>
          <a:ahLst/>
          <a:cxnLst/>
          <a:rect l="0" t="0" r="0" b="0"/>
          <a:pathLst>
            <a:path>
              <a:moveTo>
                <a:pt x="45720" y="0"/>
              </a:moveTo>
              <a:lnTo>
                <a:pt x="45720" y="136912"/>
              </a:lnTo>
              <a:lnTo>
                <a:pt x="94509" y="136912"/>
              </a:lnTo>
              <a:lnTo>
                <a:pt x="9450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D251E3-F7AA-416B-8430-B41CA48EA1D5}">
      <dsp:nvSpPr>
        <dsp:cNvPr id="0" name=""/>
        <dsp:cNvSpPr/>
      </dsp:nvSpPr>
      <dsp:spPr>
        <a:xfrm>
          <a:off x="381828" y="383786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9AEC80-C586-41AF-BAD5-BA797DDE0228}">
      <dsp:nvSpPr>
        <dsp:cNvPr id="0" name=""/>
        <dsp:cNvSpPr/>
      </dsp:nvSpPr>
      <dsp:spPr>
        <a:xfrm>
          <a:off x="427548" y="2592306"/>
          <a:ext cx="924023" cy="200906"/>
        </a:xfrm>
        <a:custGeom>
          <a:avLst/>
          <a:gdLst/>
          <a:ahLst/>
          <a:cxnLst/>
          <a:rect l="0" t="0" r="0" b="0"/>
          <a:pathLst>
            <a:path>
              <a:moveTo>
                <a:pt x="924023" y="0"/>
              </a:moveTo>
              <a:lnTo>
                <a:pt x="92402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C2727E-D197-4DD7-81D1-57296E128183}">
      <dsp:nvSpPr>
        <dsp:cNvPr id="0" name=""/>
        <dsp:cNvSpPr/>
      </dsp:nvSpPr>
      <dsp:spPr>
        <a:xfrm>
          <a:off x="1351571" y="1952743"/>
          <a:ext cx="1145499" cy="200906"/>
        </a:xfrm>
        <a:custGeom>
          <a:avLst/>
          <a:gdLst/>
          <a:ahLst/>
          <a:cxnLst/>
          <a:rect l="0" t="0" r="0" b="0"/>
          <a:pathLst>
            <a:path>
              <a:moveTo>
                <a:pt x="1145499" y="0"/>
              </a:moveTo>
              <a:lnTo>
                <a:pt x="1145499"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C5C67C-4C45-4216-A95E-F6F65EC96C8D}">
      <dsp:nvSpPr>
        <dsp:cNvPr id="0" name=""/>
        <dsp:cNvSpPr/>
      </dsp:nvSpPr>
      <dsp:spPr>
        <a:xfrm>
          <a:off x="2497070" y="1313180"/>
          <a:ext cx="3779140" cy="200906"/>
        </a:xfrm>
        <a:custGeom>
          <a:avLst/>
          <a:gdLst/>
          <a:ahLst/>
          <a:cxnLst/>
          <a:rect l="0" t="0" r="0" b="0"/>
          <a:pathLst>
            <a:path>
              <a:moveTo>
                <a:pt x="3779140" y="0"/>
              </a:moveTo>
              <a:lnTo>
                <a:pt x="3779140" y="136912"/>
              </a:lnTo>
              <a:lnTo>
                <a:pt x="0" y="136912"/>
              </a:lnTo>
              <a:lnTo>
                <a:pt x="0"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5B63A1-87FB-4EFC-BE4B-DA4F05642682}">
      <dsp:nvSpPr>
        <dsp:cNvPr id="0" name=""/>
        <dsp:cNvSpPr/>
      </dsp:nvSpPr>
      <dsp:spPr>
        <a:xfrm>
          <a:off x="5680067" y="574488"/>
          <a:ext cx="1192287" cy="7386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ADA60F-19B2-4074-B728-71723E606108}">
      <dsp:nvSpPr>
        <dsp:cNvPr id="0" name=""/>
        <dsp:cNvSpPr/>
      </dsp:nvSpPr>
      <dsp:spPr>
        <a:xfrm>
          <a:off x="5756823" y="647406"/>
          <a:ext cx="1192287" cy="738692"/>
        </a:xfrm>
        <a:prstGeom prst="roundRect">
          <a:avLst>
            <a:gd name="adj" fmla="val 10000"/>
          </a:avLst>
        </a:prstGeom>
        <a:solidFill>
          <a:schemeClr val="accent1">
            <a:alpha val="9000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Manufactura Aditiva</a:t>
          </a:r>
          <a:endParaRPr lang="es-PE" sz="1400" kern="1200" dirty="0"/>
        </a:p>
      </dsp:txBody>
      <dsp:txXfrm>
        <a:off x="5778459" y="669042"/>
        <a:ext cx="1149015" cy="695420"/>
      </dsp:txXfrm>
    </dsp:sp>
    <dsp:sp modelId="{FB0B6571-93CA-44A5-8E24-4103747CA439}">
      <dsp:nvSpPr>
        <dsp:cNvPr id="0" name=""/>
        <dsp:cNvSpPr/>
      </dsp:nvSpPr>
      <dsp:spPr>
        <a:xfrm>
          <a:off x="2151672"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1352B3-95C7-4E61-A55A-302221A248CF}">
      <dsp:nvSpPr>
        <dsp:cNvPr id="0" name=""/>
        <dsp:cNvSpPr/>
      </dsp:nvSpPr>
      <dsp:spPr>
        <a:xfrm>
          <a:off x="2228427"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Líquido</a:t>
          </a:r>
          <a:endParaRPr lang="es-PE" sz="1400" kern="1200" dirty="0"/>
        </a:p>
      </dsp:txBody>
      <dsp:txXfrm>
        <a:off x="2241275" y="1599852"/>
        <a:ext cx="665100" cy="412959"/>
      </dsp:txXfrm>
    </dsp:sp>
    <dsp:sp modelId="{A7B26193-12D5-40E4-9F11-56B852E28DEE}">
      <dsp:nvSpPr>
        <dsp:cNvPr id="0" name=""/>
        <dsp:cNvSpPr/>
      </dsp:nvSpPr>
      <dsp:spPr>
        <a:xfrm>
          <a:off x="661234" y="2153650"/>
          <a:ext cx="138067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64DDE1-F996-4F72-B5DC-77AEEC0E1908}">
      <dsp:nvSpPr>
        <dsp:cNvPr id="0" name=""/>
        <dsp:cNvSpPr/>
      </dsp:nvSpPr>
      <dsp:spPr>
        <a:xfrm>
          <a:off x="737989" y="2226567"/>
          <a:ext cx="138067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Fotopolímeros</a:t>
          </a:r>
          <a:endParaRPr lang="es-PE" sz="1400" kern="1200" dirty="0"/>
        </a:p>
      </dsp:txBody>
      <dsp:txXfrm>
        <a:off x="750837" y="2239415"/>
        <a:ext cx="1354978" cy="412959"/>
      </dsp:txXfrm>
    </dsp:sp>
    <dsp:sp modelId="{9D15A430-DBED-4797-9883-CEA48FB9795A}">
      <dsp:nvSpPr>
        <dsp:cNvPr id="0" name=""/>
        <dsp:cNvSpPr/>
      </dsp:nvSpPr>
      <dsp:spPr>
        <a:xfrm>
          <a:off x="2135" y="2793212"/>
          <a:ext cx="850826" cy="10446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9D5326-99B1-4621-B91F-43D37B11416E}">
      <dsp:nvSpPr>
        <dsp:cNvPr id="0" name=""/>
        <dsp:cNvSpPr/>
      </dsp:nvSpPr>
      <dsp:spPr>
        <a:xfrm>
          <a:off x="78890" y="2866130"/>
          <a:ext cx="850826" cy="104465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de trama(proyector</a:t>
          </a:r>
          <a:r>
            <a:rPr lang="es-ES" sz="700" kern="1200" dirty="0"/>
            <a:t>)</a:t>
          </a:r>
          <a:endParaRPr lang="es-PE" sz="700" kern="1200" dirty="0"/>
        </a:p>
      </dsp:txBody>
      <dsp:txXfrm>
        <a:off x="103810" y="2891050"/>
        <a:ext cx="800986" cy="994810"/>
      </dsp:txXfrm>
    </dsp:sp>
    <dsp:sp modelId="{6F31B42E-D7FE-4F79-B77D-9F7F5361E59E}">
      <dsp:nvSpPr>
        <dsp:cNvPr id="0" name=""/>
        <dsp:cNvSpPr/>
      </dsp:nvSpPr>
      <dsp:spPr>
        <a:xfrm>
          <a:off x="24330" y="4038769"/>
          <a:ext cx="806436" cy="101036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18D471-BC2F-4BBB-A5F6-A73C03F07BA5}">
      <dsp:nvSpPr>
        <dsp:cNvPr id="0" name=""/>
        <dsp:cNvSpPr/>
      </dsp:nvSpPr>
      <dsp:spPr>
        <a:xfrm>
          <a:off x="101085" y="4111686"/>
          <a:ext cx="806436" cy="101036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Digital Light </a:t>
          </a:r>
          <a:r>
            <a:rPr lang="es-ES" sz="1200" kern="1200" dirty="0" err="1"/>
            <a:t>Projection</a:t>
          </a:r>
          <a:r>
            <a:rPr lang="es-ES" sz="1200" kern="1200" dirty="0"/>
            <a:t> </a:t>
          </a:r>
        </a:p>
        <a:p>
          <a:pPr marL="0" lvl="0" indent="0" algn="ctr" defTabSz="533400">
            <a:lnSpc>
              <a:spcPct val="90000"/>
            </a:lnSpc>
            <a:spcBef>
              <a:spcPct val="0"/>
            </a:spcBef>
            <a:spcAft>
              <a:spcPct val="35000"/>
            </a:spcAft>
            <a:buNone/>
          </a:pPr>
          <a:r>
            <a:rPr lang="es-ES" sz="1200" kern="1200" dirty="0"/>
            <a:t>(DLP)</a:t>
          </a:r>
          <a:endParaRPr lang="es-PE" sz="1200" kern="1200" dirty="0"/>
        </a:p>
      </dsp:txBody>
      <dsp:txXfrm>
        <a:off x="124705" y="4135306"/>
        <a:ext cx="759196" cy="963129"/>
      </dsp:txXfrm>
    </dsp:sp>
    <dsp:sp modelId="{CD9AC1F0-7200-4377-83E2-2953F0C8DE9D}">
      <dsp:nvSpPr>
        <dsp:cNvPr id="0" name=""/>
        <dsp:cNvSpPr/>
      </dsp:nvSpPr>
      <dsp:spPr>
        <a:xfrm>
          <a:off x="1054962" y="2793212"/>
          <a:ext cx="690796" cy="80987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B99B29-7B4C-4D52-98EB-EB40583810FE}">
      <dsp:nvSpPr>
        <dsp:cNvPr id="0" name=""/>
        <dsp:cNvSpPr/>
      </dsp:nvSpPr>
      <dsp:spPr>
        <a:xfrm>
          <a:off x="1131717" y="2866130"/>
          <a:ext cx="690796" cy="80987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vectorial (láser)</a:t>
          </a:r>
          <a:endParaRPr lang="es-PE" sz="1200" kern="1200" dirty="0"/>
        </a:p>
      </dsp:txBody>
      <dsp:txXfrm>
        <a:off x="1151950" y="2886363"/>
        <a:ext cx="650330" cy="769411"/>
      </dsp:txXfrm>
    </dsp:sp>
    <dsp:sp modelId="{5150BB15-1346-483E-AF7D-70E2640A7E40}">
      <dsp:nvSpPr>
        <dsp:cNvPr id="0" name=""/>
        <dsp:cNvSpPr/>
      </dsp:nvSpPr>
      <dsp:spPr>
        <a:xfrm>
          <a:off x="1006472" y="3803996"/>
          <a:ext cx="787777" cy="73656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DF574B-1D82-4FB8-8077-5F85A7CEF7B9}">
      <dsp:nvSpPr>
        <dsp:cNvPr id="0" name=""/>
        <dsp:cNvSpPr/>
      </dsp:nvSpPr>
      <dsp:spPr>
        <a:xfrm>
          <a:off x="1083227" y="3876913"/>
          <a:ext cx="787777" cy="73656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Estereolitografía</a:t>
          </a:r>
        </a:p>
        <a:p>
          <a:pPr marL="0" lvl="0" indent="0" algn="ctr" defTabSz="533400">
            <a:lnSpc>
              <a:spcPct val="90000"/>
            </a:lnSpc>
            <a:spcBef>
              <a:spcPct val="0"/>
            </a:spcBef>
            <a:spcAft>
              <a:spcPct val="35000"/>
            </a:spcAft>
            <a:buNone/>
          </a:pPr>
          <a:r>
            <a:rPr lang="es-ES" sz="1200" kern="1200" dirty="0"/>
            <a:t>(SLA)</a:t>
          </a:r>
          <a:endParaRPr lang="es-PE" sz="1200" kern="1200" dirty="0"/>
        </a:p>
      </dsp:txBody>
      <dsp:txXfrm>
        <a:off x="1104800" y="3898486"/>
        <a:ext cx="744631" cy="693414"/>
      </dsp:txXfrm>
    </dsp:sp>
    <dsp:sp modelId="{37D316C6-5040-4D74-8864-132E6BA9BBFC}">
      <dsp:nvSpPr>
        <dsp:cNvPr id="0" name=""/>
        <dsp:cNvSpPr/>
      </dsp:nvSpPr>
      <dsp:spPr>
        <a:xfrm>
          <a:off x="2010211" y="2793212"/>
          <a:ext cx="690796" cy="127206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1F4FF-90E0-473F-AA26-0933966D080F}">
      <dsp:nvSpPr>
        <dsp:cNvPr id="0" name=""/>
        <dsp:cNvSpPr/>
      </dsp:nvSpPr>
      <dsp:spPr>
        <a:xfrm>
          <a:off x="2086966" y="2866130"/>
          <a:ext cx="690796" cy="12720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Curado con lámpara después de deposición selectiva</a:t>
          </a:r>
          <a:endParaRPr lang="es-PE" sz="1200" kern="1200" dirty="0"/>
        </a:p>
      </dsp:txBody>
      <dsp:txXfrm>
        <a:off x="2107199" y="2886363"/>
        <a:ext cx="650330" cy="1231596"/>
      </dsp:txXfrm>
    </dsp:sp>
    <dsp:sp modelId="{B3AB75D9-CAB8-4D3E-ADC7-4B8D7ABDFAD3}">
      <dsp:nvSpPr>
        <dsp:cNvPr id="0" name=""/>
        <dsp:cNvSpPr/>
      </dsp:nvSpPr>
      <dsp:spPr>
        <a:xfrm>
          <a:off x="1947760" y="4266181"/>
          <a:ext cx="815699" cy="62341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4979AF-3A37-49B4-8161-920557516DF4}">
      <dsp:nvSpPr>
        <dsp:cNvPr id="0" name=""/>
        <dsp:cNvSpPr/>
      </dsp:nvSpPr>
      <dsp:spPr>
        <a:xfrm>
          <a:off x="2024515" y="4339099"/>
          <a:ext cx="815699" cy="6234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Multi-Jet </a:t>
          </a:r>
          <a:r>
            <a:rPr lang="es-ES" sz="1400" kern="1200" dirty="0" err="1"/>
            <a:t>Modeling</a:t>
          </a:r>
          <a:r>
            <a:rPr lang="es-ES" sz="1400" kern="1200" dirty="0"/>
            <a:t> </a:t>
          </a:r>
        </a:p>
        <a:p>
          <a:pPr marL="0" lvl="0" indent="0" algn="ctr" defTabSz="622300">
            <a:lnSpc>
              <a:spcPct val="90000"/>
            </a:lnSpc>
            <a:spcBef>
              <a:spcPct val="0"/>
            </a:spcBef>
            <a:spcAft>
              <a:spcPct val="35000"/>
            </a:spcAft>
            <a:buNone/>
          </a:pPr>
          <a:r>
            <a:rPr lang="es-ES" sz="1400" kern="1200" dirty="0"/>
            <a:t>(MJM)</a:t>
          </a:r>
          <a:endParaRPr lang="es-PE" sz="1400" kern="1200" dirty="0"/>
        </a:p>
      </dsp:txBody>
      <dsp:txXfrm>
        <a:off x="2042774" y="4357358"/>
        <a:ext cx="779181" cy="586895"/>
      </dsp:txXfrm>
    </dsp:sp>
    <dsp:sp modelId="{4243BF0C-15AF-4355-BD68-7D01430782DD}">
      <dsp:nvSpPr>
        <dsp:cNvPr id="0" name=""/>
        <dsp:cNvSpPr/>
      </dsp:nvSpPr>
      <dsp:spPr>
        <a:xfrm>
          <a:off x="3241842" y="2153650"/>
          <a:ext cx="109106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C58B70-D1C5-47CF-B55B-1F05A54A9968}">
      <dsp:nvSpPr>
        <dsp:cNvPr id="0" name=""/>
        <dsp:cNvSpPr/>
      </dsp:nvSpPr>
      <dsp:spPr>
        <a:xfrm>
          <a:off x="3318597" y="2226567"/>
          <a:ext cx="109106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Materiales fundidos</a:t>
          </a:r>
          <a:endParaRPr lang="es-PE" sz="1400" kern="1200" dirty="0"/>
        </a:p>
      </dsp:txBody>
      <dsp:txXfrm>
        <a:off x="3331445" y="2239415"/>
        <a:ext cx="1065368" cy="412959"/>
      </dsp:txXfrm>
    </dsp:sp>
    <dsp:sp modelId="{3060C2E0-FED7-4E6A-A92C-E15167EB816D}">
      <dsp:nvSpPr>
        <dsp:cNvPr id="0" name=""/>
        <dsp:cNvSpPr/>
      </dsp:nvSpPr>
      <dsp:spPr>
        <a:xfrm>
          <a:off x="2985538" y="2793212"/>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AF6D40-DDAF-45A2-A156-DA61074E76FD}">
      <dsp:nvSpPr>
        <dsp:cNvPr id="0" name=""/>
        <dsp:cNvSpPr/>
      </dsp:nvSpPr>
      <dsp:spPr>
        <a:xfrm>
          <a:off x="3062293" y="2866130"/>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Extrusión</a:t>
          </a:r>
          <a:endParaRPr lang="es-PE" sz="1400" kern="1200" dirty="0"/>
        </a:p>
      </dsp:txBody>
      <dsp:txXfrm>
        <a:off x="3075141" y="2878978"/>
        <a:ext cx="665100" cy="412959"/>
      </dsp:txXfrm>
    </dsp:sp>
    <dsp:sp modelId="{E7122916-451F-4F71-B809-118A671FF1E5}">
      <dsp:nvSpPr>
        <dsp:cNvPr id="0" name=""/>
        <dsp:cNvSpPr/>
      </dsp:nvSpPr>
      <dsp:spPr>
        <a:xfrm>
          <a:off x="2916970" y="3432775"/>
          <a:ext cx="827933" cy="109042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BED8C5-781F-4015-AE6D-3CDDE6224FD3}">
      <dsp:nvSpPr>
        <dsp:cNvPr id="0" name=""/>
        <dsp:cNvSpPr/>
      </dsp:nvSpPr>
      <dsp:spPr>
        <a:xfrm>
          <a:off x="2993725" y="3505692"/>
          <a:ext cx="827933" cy="109042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Fusion</a:t>
          </a:r>
          <a:r>
            <a:rPr lang="es-ES" sz="1200" kern="1200" dirty="0"/>
            <a:t> </a:t>
          </a:r>
          <a:r>
            <a:rPr lang="es-ES" sz="1200" kern="1200" dirty="0" err="1"/>
            <a:t>Deposition</a:t>
          </a:r>
          <a:r>
            <a:rPr lang="es-ES" sz="1200" kern="1200" dirty="0"/>
            <a:t> </a:t>
          </a:r>
          <a:r>
            <a:rPr lang="es-ES" sz="1200" kern="1200" dirty="0" err="1"/>
            <a:t>Modelling</a:t>
          </a:r>
          <a:r>
            <a:rPr lang="es-ES" sz="1200" kern="1200" dirty="0"/>
            <a:t> </a:t>
          </a:r>
        </a:p>
        <a:p>
          <a:pPr marL="0" lvl="0" indent="0" algn="ctr" defTabSz="533400">
            <a:lnSpc>
              <a:spcPct val="90000"/>
            </a:lnSpc>
            <a:spcBef>
              <a:spcPct val="0"/>
            </a:spcBef>
            <a:spcAft>
              <a:spcPct val="35000"/>
            </a:spcAft>
            <a:buNone/>
          </a:pPr>
          <a:r>
            <a:rPr lang="es-ES" sz="1200" kern="1200" dirty="0"/>
            <a:t>(FDM)</a:t>
          </a:r>
          <a:endParaRPr lang="es-PE" sz="1200" kern="1200" dirty="0"/>
        </a:p>
      </dsp:txBody>
      <dsp:txXfrm>
        <a:off x="3017974" y="3529941"/>
        <a:ext cx="779435" cy="1041930"/>
      </dsp:txXfrm>
    </dsp:sp>
    <dsp:sp modelId="{A8C67FA6-7ABD-4618-B377-927EC3884E24}">
      <dsp:nvSpPr>
        <dsp:cNvPr id="0" name=""/>
        <dsp:cNvSpPr/>
      </dsp:nvSpPr>
      <dsp:spPr>
        <a:xfrm>
          <a:off x="3898414" y="2793212"/>
          <a:ext cx="690796" cy="78543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C394E3-2F48-457A-8810-B39903F4222F}">
      <dsp:nvSpPr>
        <dsp:cNvPr id="0" name=""/>
        <dsp:cNvSpPr/>
      </dsp:nvSpPr>
      <dsp:spPr>
        <a:xfrm>
          <a:off x="3975169" y="2866130"/>
          <a:ext cx="690796" cy="78543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Inyección de tinta</a:t>
          </a:r>
        </a:p>
        <a:p>
          <a:pPr marL="0" lvl="0" indent="0" algn="ctr" defTabSz="533400">
            <a:lnSpc>
              <a:spcPct val="90000"/>
            </a:lnSpc>
            <a:spcBef>
              <a:spcPct val="0"/>
            </a:spcBef>
            <a:spcAft>
              <a:spcPct val="35000"/>
            </a:spcAft>
            <a:buNone/>
          </a:pPr>
          <a:r>
            <a:rPr lang="es-ES" sz="1200" kern="1200" dirty="0"/>
            <a:t>(</a:t>
          </a:r>
          <a:r>
            <a:rPr lang="es-ES" sz="1200" kern="1200" dirty="0" err="1"/>
            <a:t>Ink</a:t>
          </a:r>
          <a:r>
            <a:rPr lang="es-ES" sz="1200" kern="1200" dirty="0"/>
            <a:t> </a:t>
          </a:r>
          <a:r>
            <a:rPr lang="es-ES" sz="1200" kern="1200" dirty="0" err="1"/>
            <a:t>Jetting</a:t>
          </a:r>
          <a:r>
            <a:rPr lang="es-ES" sz="1200" kern="1200" dirty="0"/>
            <a:t>)</a:t>
          </a:r>
          <a:endParaRPr lang="es-PE" sz="1200" kern="1200" dirty="0"/>
        </a:p>
      </dsp:txBody>
      <dsp:txXfrm>
        <a:off x="3995402" y="2886363"/>
        <a:ext cx="650330" cy="744973"/>
      </dsp:txXfrm>
    </dsp:sp>
    <dsp:sp modelId="{E9B3408C-50B8-4856-A4C3-CF930E3AC9F0}">
      <dsp:nvSpPr>
        <dsp:cNvPr id="0" name=""/>
        <dsp:cNvSpPr/>
      </dsp:nvSpPr>
      <dsp:spPr>
        <a:xfrm>
          <a:off x="3898414" y="3779559"/>
          <a:ext cx="690796" cy="91513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04D56B-239A-4D0C-A7D2-813502A91E7F}">
      <dsp:nvSpPr>
        <dsp:cNvPr id="0" name=""/>
        <dsp:cNvSpPr/>
      </dsp:nvSpPr>
      <dsp:spPr>
        <a:xfrm>
          <a:off x="3975169" y="3852476"/>
          <a:ext cx="690796" cy="91513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Drop</a:t>
          </a:r>
          <a:r>
            <a:rPr lang="es-ES" sz="1200" kern="1200" dirty="0"/>
            <a:t> </a:t>
          </a:r>
          <a:r>
            <a:rPr lang="es-ES" sz="1200" kern="1200" dirty="0" err="1"/>
            <a:t>on</a:t>
          </a:r>
          <a:r>
            <a:rPr lang="es-ES" sz="1200" kern="1200" dirty="0"/>
            <a:t> </a:t>
          </a:r>
          <a:r>
            <a:rPr lang="es-ES" sz="1200" kern="1200" dirty="0" err="1"/>
            <a:t>Demand</a:t>
          </a:r>
          <a:endParaRPr lang="es-ES" sz="1200" kern="1200" dirty="0"/>
        </a:p>
        <a:p>
          <a:pPr marL="0" lvl="0" indent="0" algn="ctr" defTabSz="533400">
            <a:lnSpc>
              <a:spcPct val="90000"/>
            </a:lnSpc>
            <a:spcBef>
              <a:spcPct val="0"/>
            </a:spcBef>
            <a:spcAft>
              <a:spcPct val="35000"/>
            </a:spcAft>
            <a:buNone/>
          </a:pPr>
          <a:r>
            <a:rPr lang="es-ES" sz="1200" kern="1200" dirty="0"/>
            <a:t>(</a:t>
          </a:r>
          <a:r>
            <a:rPr lang="es-ES" sz="1200" kern="1200" dirty="0" err="1"/>
            <a:t>DoD</a:t>
          </a:r>
          <a:r>
            <a:rPr lang="es-ES" sz="1200" kern="1200" dirty="0"/>
            <a:t>)</a:t>
          </a:r>
          <a:endParaRPr lang="es-PE" sz="1200" kern="1200" dirty="0"/>
        </a:p>
      </dsp:txBody>
      <dsp:txXfrm>
        <a:off x="3995402" y="3872709"/>
        <a:ext cx="650330" cy="874666"/>
      </dsp:txXfrm>
    </dsp:sp>
    <dsp:sp modelId="{C99AF00D-587A-4D2F-9DF3-F086B60B49B6}">
      <dsp:nvSpPr>
        <dsp:cNvPr id="0" name=""/>
        <dsp:cNvSpPr/>
      </dsp:nvSpPr>
      <dsp:spPr>
        <a:xfrm>
          <a:off x="7155716"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C9B9A5-4725-4D4B-8B2A-6E0660D30F18}">
      <dsp:nvSpPr>
        <dsp:cNvPr id="0" name=""/>
        <dsp:cNvSpPr/>
      </dsp:nvSpPr>
      <dsp:spPr>
        <a:xfrm>
          <a:off x="7232472"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Polvos</a:t>
          </a:r>
          <a:endParaRPr lang="es-PE" sz="1400" kern="1200" dirty="0"/>
        </a:p>
      </dsp:txBody>
      <dsp:txXfrm>
        <a:off x="7245320" y="1599852"/>
        <a:ext cx="665100" cy="412959"/>
      </dsp:txXfrm>
    </dsp:sp>
    <dsp:sp modelId="{A8ABF9B4-AFFB-4B89-A425-BBEDF4894B77}">
      <dsp:nvSpPr>
        <dsp:cNvPr id="0" name=""/>
        <dsp:cNvSpPr/>
      </dsp:nvSpPr>
      <dsp:spPr>
        <a:xfrm>
          <a:off x="5798379" y="2153650"/>
          <a:ext cx="1252407"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6059D9-CC56-492D-BFE3-1297E163E248}">
      <dsp:nvSpPr>
        <dsp:cNvPr id="0" name=""/>
        <dsp:cNvSpPr/>
      </dsp:nvSpPr>
      <dsp:spPr>
        <a:xfrm>
          <a:off x="5875135" y="2226567"/>
          <a:ext cx="1252407"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de lecho de polvo</a:t>
          </a:r>
          <a:endParaRPr lang="es-PE" sz="1400" kern="1200" dirty="0"/>
        </a:p>
      </dsp:txBody>
      <dsp:txXfrm>
        <a:off x="5887983" y="2239415"/>
        <a:ext cx="1226711" cy="412959"/>
      </dsp:txXfrm>
    </dsp:sp>
    <dsp:sp modelId="{8DAE1D9F-ABE0-4BE8-A7DC-F41ADEE0AB61}">
      <dsp:nvSpPr>
        <dsp:cNvPr id="0" name=""/>
        <dsp:cNvSpPr/>
      </dsp:nvSpPr>
      <dsp:spPr>
        <a:xfrm>
          <a:off x="4742721" y="2793212"/>
          <a:ext cx="794036" cy="60894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058E97-2D6D-4460-A61E-5F994535679C}">
      <dsp:nvSpPr>
        <dsp:cNvPr id="0" name=""/>
        <dsp:cNvSpPr/>
      </dsp:nvSpPr>
      <dsp:spPr>
        <a:xfrm>
          <a:off x="4819476" y="2866130"/>
          <a:ext cx="794036" cy="60894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Fusión por rayo electrónico</a:t>
          </a:r>
          <a:endParaRPr lang="es-PE" sz="1200" kern="1200" dirty="0"/>
        </a:p>
      </dsp:txBody>
      <dsp:txXfrm>
        <a:off x="4837311" y="2883965"/>
        <a:ext cx="758366" cy="573276"/>
      </dsp:txXfrm>
    </dsp:sp>
    <dsp:sp modelId="{648F769D-2066-4046-9CF2-1858CA164EA5}">
      <dsp:nvSpPr>
        <dsp:cNvPr id="0" name=""/>
        <dsp:cNvSpPr/>
      </dsp:nvSpPr>
      <dsp:spPr>
        <a:xfrm>
          <a:off x="4794340" y="3603065"/>
          <a:ext cx="690796" cy="82225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021796-B6ED-4381-AC19-E9574AAC2B64}">
      <dsp:nvSpPr>
        <dsp:cNvPr id="0" name=""/>
        <dsp:cNvSpPr/>
      </dsp:nvSpPr>
      <dsp:spPr>
        <a:xfrm>
          <a:off x="4871096" y="3675983"/>
          <a:ext cx="690796" cy="82225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Electron</a:t>
          </a:r>
          <a:r>
            <a:rPr lang="es-ES" sz="1200" kern="1200" dirty="0"/>
            <a:t> Beam </a:t>
          </a:r>
          <a:r>
            <a:rPr lang="es-ES" sz="1200" kern="1200" dirty="0" err="1"/>
            <a:t>Melting</a:t>
          </a:r>
          <a:r>
            <a:rPr lang="es-ES" sz="1200" kern="1200" dirty="0"/>
            <a:t> </a:t>
          </a:r>
        </a:p>
        <a:p>
          <a:pPr marL="0" lvl="0" indent="0" algn="ctr" defTabSz="533400">
            <a:lnSpc>
              <a:spcPct val="90000"/>
            </a:lnSpc>
            <a:spcBef>
              <a:spcPct val="0"/>
            </a:spcBef>
            <a:spcAft>
              <a:spcPct val="35000"/>
            </a:spcAft>
            <a:buNone/>
          </a:pPr>
          <a:r>
            <a:rPr lang="es-ES" sz="1200" kern="1200" dirty="0"/>
            <a:t>(EBM)</a:t>
          </a:r>
          <a:endParaRPr lang="es-PE" sz="1200" kern="1200" dirty="0"/>
        </a:p>
      </dsp:txBody>
      <dsp:txXfrm>
        <a:off x="4891329" y="3696216"/>
        <a:ext cx="650330" cy="781785"/>
      </dsp:txXfrm>
    </dsp:sp>
    <dsp:sp modelId="{E541C4D3-3AF5-40A0-80FD-347ECB125216}">
      <dsp:nvSpPr>
        <dsp:cNvPr id="0" name=""/>
        <dsp:cNvSpPr/>
      </dsp:nvSpPr>
      <dsp:spPr>
        <a:xfrm>
          <a:off x="6060801" y="2793212"/>
          <a:ext cx="690796" cy="60045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B6FAE6-9D9F-492E-ABEC-12E6F3F155BE}">
      <dsp:nvSpPr>
        <dsp:cNvPr id="0" name=""/>
        <dsp:cNvSpPr/>
      </dsp:nvSpPr>
      <dsp:spPr>
        <a:xfrm>
          <a:off x="6137556" y="2866130"/>
          <a:ext cx="690796" cy="60045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láser</a:t>
          </a:r>
          <a:endParaRPr lang="es-PE" sz="1400" kern="1200" dirty="0"/>
        </a:p>
      </dsp:txBody>
      <dsp:txXfrm>
        <a:off x="6155143" y="2883717"/>
        <a:ext cx="655622" cy="565280"/>
      </dsp:txXfrm>
    </dsp:sp>
    <dsp:sp modelId="{E84A5936-E6A8-4F4B-9A83-7B870C875F16}">
      <dsp:nvSpPr>
        <dsp:cNvPr id="0" name=""/>
        <dsp:cNvSpPr/>
      </dsp:nvSpPr>
      <dsp:spPr>
        <a:xfrm>
          <a:off x="5638647" y="3594573"/>
          <a:ext cx="690796" cy="71696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0DA46-1BAB-42C2-A7C4-33D5622E2D03}">
      <dsp:nvSpPr>
        <dsp:cNvPr id="0" name=""/>
        <dsp:cNvSpPr/>
      </dsp:nvSpPr>
      <dsp:spPr>
        <a:xfrm>
          <a:off x="5715403" y="3667490"/>
          <a:ext cx="690796" cy="71696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Selective</a:t>
          </a:r>
          <a:r>
            <a:rPr lang="es-ES" sz="1200" kern="1200" dirty="0"/>
            <a:t> Laser </a:t>
          </a:r>
          <a:r>
            <a:rPr lang="es-ES" sz="1200" kern="1200" dirty="0" err="1"/>
            <a:t>Sintering</a:t>
          </a:r>
          <a:r>
            <a:rPr lang="es-ES" sz="1200" kern="1200" dirty="0"/>
            <a:t> </a:t>
          </a:r>
        </a:p>
        <a:p>
          <a:pPr marL="0" lvl="0" indent="0" algn="ctr" defTabSz="533400">
            <a:lnSpc>
              <a:spcPct val="90000"/>
            </a:lnSpc>
            <a:spcBef>
              <a:spcPct val="0"/>
            </a:spcBef>
            <a:spcAft>
              <a:spcPct val="35000"/>
            </a:spcAft>
            <a:buNone/>
          </a:pPr>
          <a:r>
            <a:rPr lang="es-ES" sz="1200" kern="1200" dirty="0"/>
            <a:t>(SLS)</a:t>
          </a:r>
          <a:endParaRPr lang="es-PE" sz="1200" kern="1200" dirty="0"/>
        </a:p>
      </dsp:txBody>
      <dsp:txXfrm>
        <a:off x="5735636" y="3687723"/>
        <a:ext cx="650330" cy="676499"/>
      </dsp:txXfrm>
    </dsp:sp>
    <dsp:sp modelId="{FB66B440-AA4E-46A3-BAC8-0F211619BC38}">
      <dsp:nvSpPr>
        <dsp:cNvPr id="0" name=""/>
        <dsp:cNvSpPr/>
      </dsp:nvSpPr>
      <dsp:spPr>
        <a:xfrm>
          <a:off x="6482954" y="3594573"/>
          <a:ext cx="690796" cy="89035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FF6A0A-51CC-42C6-9F66-A7A8F3AC026E}">
      <dsp:nvSpPr>
        <dsp:cNvPr id="0" name=""/>
        <dsp:cNvSpPr/>
      </dsp:nvSpPr>
      <dsp:spPr>
        <a:xfrm>
          <a:off x="6559710" y="3667490"/>
          <a:ext cx="690796" cy="89035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Direct Metal Laser </a:t>
          </a:r>
          <a:r>
            <a:rPr lang="es-ES" sz="1200" kern="1200" dirty="0" err="1"/>
            <a:t>Sintering</a:t>
          </a:r>
          <a:endParaRPr lang="es-ES" sz="1200" kern="1200" dirty="0"/>
        </a:p>
        <a:p>
          <a:pPr marL="0" lvl="0" indent="0" algn="ctr" defTabSz="533400">
            <a:lnSpc>
              <a:spcPct val="90000"/>
            </a:lnSpc>
            <a:spcBef>
              <a:spcPct val="0"/>
            </a:spcBef>
            <a:spcAft>
              <a:spcPct val="35000"/>
            </a:spcAft>
            <a:buNone/>
          </a:pPr>
          <a:r>
            <a:rPr lang="es-ES" sz="1200" kern="1200" dirty="0"/>
            <a:t>(DMLS)</a:t>
          </a:r>
          <a:endParaRPr lang="es-PE" sz="1200" kern="1200" dirty="0"/>
        </a:p>
      </dsp:txBody>
      <dsp:txXfrm>
        <a:off x="6579943" y="3687723"/>
        <a:ext cx="650330" cy="849891"/>
      </dsp:txXfrm>
    </dsp:sp>
    <dsp:sp modelId="{89B39358-69F2-4193-9042-E43528B8883B}">
      <dsp:nvSpPr>
        <dsp:cNvPr id="0" name=""/>
        <dsp:cNvSpPr/>
      </dsp:nvSpPr>
      <dsp:spPr>
        <a:xfrm>
          <a:off x="7327261" y="2793212"/>
          <a:ext cx="779184" cy="9061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43F746-8F68-4CD2-B250-8EDF9E90B3D6}">
      <dsp:nvSpPr>
        <dsp:cNvPr id="0" name=""/>
        <dsp:cNvSpPr/>
      </dsp:nvSpPr>
      <dsp:spPr>
        <a:xfrm>
          <a:off x="7404017" y="2866130"/>
          <a:ext cx="779184" cy="90619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aglutinante</a:t>
          </a:r>
          <a:endParaRPr lang="es-PE" sz="1400" kern="1200" dirty="0"/>
        </a:p>
      </dsp:txBody>
      <dsp:txXfrm>
        <a:off x="7426839" y="2888952"/>
        <a:ext cx="733540" cy="860548"/>
      </dsp:txXfrm>
    </dsp:sp>
    <dsp:sp modelId="{0A81C4EB-7780-4229-9EB4-19924D58645C}">
      <dsp:nvSpPr>
        <dsp:cNvPr id="0" name=""/>
        <dsp:cNvSpPr/>
      </dsp:nvSpPr>
      <dsp:spPr>
        <a:xfrm>
          <a:off x="7371455" y="3900312"/>
          <a:ext cx="690796" cy="74173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2356FF-58C7-440A-B959-C30985DFBEE3}">
      <dsp:nvSpPr>
        <dsp:cNvPr id="0" name=""/>
        <dsp:cNvSpPr/>
      </dsp:nvSpPr>
      <dsp:spPr>
        <a:xfrm>
          <a:off x="7448210" y="3973229"/>
          <a:ext cx="690796" cy="74173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Binder</a:t>
          </a:r>
          <a:r>
            <a:rPr lang="es-ES" sz="1200" kern="1200" dirty="0"/>
            <a:t> </a:t>
          </a:r>
          <a:r>
            <a:rPr lang="es-ES" sz="1200" kern="1200" dirty="0" err="1"/>
            <a:t>Jetting</a:t>
          </a:r>
          <a:endParaRPr lang="es-ES" sz="1200" kern="1200" dirty="0"/>
        </a:p>
        <a:p>
          <a:pPr marL="0" lvl="0" indent="0" algn="ctr" defTabSz="533400">
            <a:lnSpc>
              <a:spcPct val="90000"/>
            </a:lnSpc>
            <a:spcBef>
              <a:spcPct val="0"/>
            </a:spcBef>
            <a:spcAft>
              <a:spcPct val="35000"/>
            </a:spcAft>
            <a:buNone/>
          </a:pPr>
          <a:r>
            <a:rPr lang="es-ES" sz="1200" kern="1200" dirty="0"/>
            <a:t>(BJ)</a:t>
          </a:r>
          <a:endParaRPr lang="es-PE" sz="1200" kern="1200" dirty="0"/>
        </a:p>
      </dsp:txBody>
      <dsp:txXfrm>
        <a:off x="7468443" y="3993462"/>
        <a:ext cx="650330" cy="701270"/>
      </dsp:txXfrm>
    </dsp:sp>
    <dsp:sp modelId="{47C1611A-EDE7-4C57-BCEA-3C5CC43D2E79}">
      <dsp:nvSpPr>
        <dsp:cNvPr id="0" name=""/>
        <dsp:cNvSpPr/>
      </dsp:nvSpPr>
      <dsp:spPr>
        <a:xfrm>
          <a:off x="8006858" y="2153650"/>
          <a:ext cx="1196991"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CB2D9B-2243-4B5A-AEA2-98DDC4085B53}">
      <dsp:nvSpPr>
        <dsp:cNvPr id="0" name=""/>
        <dsp:cNvSpPr/>
      </dsp:nvSpPr>
      <dsp:spPr>
        <a:xfrm>
          <a:off x="8083614" y="2226567"/>
          <a:ext cx="1196991"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Deposición de laser coaxial</a:t>
          </a:r>
          <a:endParaRPr lang="es-PE" sz="1400" kern="1200" dirty="0"/>
        </a:p>
      </dsp:txBody>
      <dsp:txXfrm>
        <a:off x="8096462" y="2239415"/>
        <a:ext cx="1171295" cy="412959"/>
      </dsp:txXfrm>
    </dsp:sp>
    <dsp:sp modelId="{8C1FFC2C-1870-4ACF-B3DD-F6BD7876679C}">
      <dsp:nvSpPr>
        <dsp:cNvPr id="0" name=""/>
        <dsp:cNvSpPr/>
      </dsp:nvSpPr>
      <dsp:spPr>
        <a:xfrm>
          <a:off x="8287070" y="3434970"/>
          <a:ext cx="690796" cy="8859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40022A-236A-4742-BC0C-6B63B7BC556B}">
      <dsp:nvSpPr>
        <dsp:cNvPr id="0" name=""/>
        <dsp:cNvSpPr/>
      </dsp:nvSpPr>
      <dsp:spPr>
        <a:xfrm>
          <a:off x="8363825" y="3507888"/>
          <a:ext cx="690796" cy="88596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Laser Metal </a:t>
          </a:r>
          <a:r>
            <a:rPr lang="es-ES" sz="1200" kern="1200" dirty="0" err="1"/>
            <a:t>Deposition</a:t>
          </a:r>
          <a:endParaRPr lang="es-ES" sz="1200" kern="1200" dirty="0"/>
        </a:p>
        <a:p>
          <a:pPr marL="0" lvl="0" indent="0" algn="ctr" defTabSz="533400">
            <a:lnSpc>
              <a:spcPct val="90000"/>
            </a:lnSpc>
            <a:spcBef>
              <a:spcPct val="0"/>
            </a:spcBef>
            <a:spcAft>
              <a:spcPct val="35000"/>
            </a:spcAft>
            <a:buNone/>
          </a:pPr>
          <a:r>
            <a:rPr lang="es-ES" sz="1200" kern="1200" dirty="0"/>
            <a:t>(LMD)</a:t>
          </a:r>
          <a:endParaRPr lang="es-PE" sz="1200" kern="1200" dirty="0"/>
        </a:p>
      </dsp:txBody>
      <dsp:txXfrm>
        <a:off x="8384058" y="3528121"/>
        <a:ext cx="650330" cy="845500"/>
      </dsp:txXfrm>
    </dsp:sp>
    <dsp:sp modelId="{5EFDDE5A-6F9D-46CC-B23E-F60ECB0E7FB3}">
      <dsp:nvSpPr>
        <dsp:cNvPr id="0" name=""/>
        <dsp:cNvSpPr/>
      </dsp:nvSpPr>
      <dsp:spPr>
        <a:xfrm>
          <a:off x="9177867" y="1514087"/>
          <a:ext cx="1222882"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CBA675-5A23-4057-8F16-C25872D649DA}">
      <dsp:nvSpPr>
        <dsp:cNvPr id="0" name=""/>
        <dsp:cNvSpPr/>
      </dsp:nvSpPr>
      <dsp:spPr>
        <a:xfrm>
          <a:off x="9254622" y="1587004"/>
          <a:ext cx="1222882"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Láminas</a:t>
          </a:r>
          <a:endParaRPr lang="es-PE" sz="1400" kern="1200" dirty="0"/>
        </a:p>
      </dsp:txBody>
      <dsp:txXfrm>
        <a:off x="9267470" y="1599852"/>
        <a:ext cx="1197186" cy="412959"/>
      </dsp:txXfrm>
    </dsp:sp>
    <dsp:sp modelId="{9A1D49D8-154A-4D1B-8DEF-0F840E31818F}">
      <dsp:nvSpPr>
        <dsp:cNvPr id="0" name=""/>
        <dsp:cNvSpPr/>
      </dsp:nvSpPr>
      <dsp:spPr>
        <a:xfrm>
          <a:off x="9379943" y="3446202"/>
          <a:ext cx="863896" cy="116074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B970F7-5AA8-4DC5-AB98-FA6D447E05B9}">
      <dsp:nvSpPr>
        <dsp:cNvPr id="0" name=""/>
        <dsp:cNvSpPr/>
      </dsp:nvSpPr>
      <dsp:spPr>
        <a:xfrm>
          <a:off x="9456698" y="3519119"/>
          <a:ext cx="863896" cy="116074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Laminated</a:t>
          </a:r>
          <a:r>
            <a:rPr lang="es-ES" sz="1200" kern="1200" dirty="0"/>
            <a:t> </a:t>
          </a:r>
          <a:r>
            <a:rPr lang="es-ES" sz="1200" kern="1200" dirty="0" err="1"/>
            <a:t>Object</a:t>
          </a:r>
          <a:r>
            <a:rPr lang="es-ES" sz="1200" kern="1200" dirty="0"/>
            <a:t> </a:t>
          </a:r>
          <a:r>
            <a:rPr lang="es-ES" sz="1200" kern="1200" dirty="0" err="1"/>
            <a:t>Manufacturing</a:t>
          </a:r>
          <a:endParaRPr lang="es-ES" sz="1200" kern="1200" dirty="0"/>
        </a:p>
        <a:p>
          <a:pPr marL="0" lvl="0" indent="0" algn="ctr" defTabSz="533400">
            <a:lnSpc>
              <a:spcPct val="90000"/>
            </a:lnSpc>
            <a:spcBef>
              <a:spcPct val="0"/>
            </a:spcBef>
            <a:spcAft>
              <a:spcPct val="35000"/>
            </a:spcAft>
            <a:buNone/>
          </a:pPr>
          <a:r>
            <a:rPr lang="es-ES" sz="1200" kern="1200" dirty="0"/>
            <a:t>(LOM)</a:t>
          </a:r>
          <a:endParaRPr lang="es-PE" sz="1200" kern="1200" dirty="0"/>
        </a:p>
      </dsp:txBody>
      <dsp:txXfrm>
        <a:off x="9482001" y="3544422"/>
        <a:ext cx="813290" cy="11101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E2CC74-6ABE-4BD3-943F-73DE1FEB3111}">
      <dsp:nvSpPr>
        <dsp:cNvPr id="0" name=""/>
        <dsp:cNvSpPr/>
      </dsp:nvSpPr>
      <dsp:spPr>
        <a:xfrm>
          <a:off x="9743589" y="1952743"/>
          <a:ext cx="91440" cy="1493458"/>
        </a:xfrm>
        <a:custGeom>
          <a:avLst/>
          <a:gdLst/>
          <a:ahLst/>
          <a:cxnLst/>
          <a:rect l="0" t="0" r="0" b="0"/>
          <a:pathLst>
            <a:path>
              <a:moveTo>
                <a:pt x="45720" y="0"/>
              </a:moveTo>
              <a:lnTo>
                <a:pt x="45720" y="1429464"/>
              </a:lnTo>
              <a:lnTo>
                <a:pt x="68302" y="1429464"/>
              </a:lnTo>
              <a:lnTo>
                <a:pt x="68302" y="149345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87AAC7-8FA1-409C-B59B-DAC474A3D7F6}">
      <dsp:nvSpPr>
        <dsp:cNvPr id="0" name=""/>
        <dsp:cNvSpPr/>
      </dsp:nvSpPr>
      <dsp:spPr>
        <a:xfrm>
          <a:off x="6276211" y="1313180"/>
          <a:ext cx="3513097" cy="200906"/>
        </a:xfrm>
        <a:custGeom>
          <a:avLst/>
          <a:gdLst/>
          <a:ahLst/>
          <a:cxnLst/>
          <a:rect l="0" t="0" r="0" b="0"/>
          <a:pathLst>
            <a:path>
              <a:moveTo>
                <a:pt x="0" y="0"/>
              </a:moveTo>
              <a:lnTo>
                <a:pt x="0" y="136912"/>
              </a:lnTo>
              <a:lnTo>
                <a:pt x="3513097" y="136912"/>
              </a:lnTo>
              <a:lnTo>
                <a:pt x="3513097"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25DCC1-3BC7-47D1-AC65-301B5222563F}">
      <dsp:nvSpPr>
        <dsp:cNvPr id="0" name=""/>
        <dsp:cNvSpPr/>
      </dsp:nvSpPr>
      <dsp:spPr>
        <a:xfrm>
          <a:off x="8559634" y="2592306"/>
          <a:ext cx="91440" cy="842664"/>
        </a:xfrm>
        <a:custGeom>
          <a:avLst/>
          <a:gdLst/>
          <a:ahLst/>
          <a:cxnLst/>
          <a:rect l="0" t="0" r="0" b="0"/>
          <a:pathLst>
            <a:path>
              <a:moveTo>
                <a:pt x="45720" y="0"/>
              </a:moveTo>
              <a:lnTo>
                <a:pt x="45720" y="778669"/>
              </a:lnTo>
              <a:lnTo>
                <a:pt x="72833" y="778669"/>
              </a:lnTo>
              <a:lnTo>
                <a:pt x="72833" y="8426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27327A-06BF-435F-8CB3-6A761FDEB7BB}">
      <dsp:nvSpPr>
        <dsp:cNvPr id="0" name=""/>
        <dsp:cNvSpPr/>
      </dsp:nvSpPr>
      <dsp:spPr>
        <a:xfrm>
          <a:off x="7501115" y="1952743"/>
          <a:ext cx="1104239" cy="200906"/>
        </a:xfrm>
        <a:custGeom>
          <a:avLst/>
          <a:gdLst/>
          <a:ahLst/>
          <a:cxnLst/>
          <a:rect l="0" t="0" r="0" b="0"/>
          <a:pathLst>
            <a:path>
              <a:moveTo>
                <a:pt x="0" y="0"/>
              </a:moveTo>
              <a:lnTo>
                <a:pt x="0" y="136912"/>
              </a:lnTo>
              <a:lnTo>
                <a:pt x="1104239" y="136912"/>
              </a:lnTo>
              <a:lnTo>
                <a:pt x="110423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2B82DD-8903-4ADC-BBF8-C33C7DA119BD}">
      <dsp:nvSpPr>
        <dsp:cNvPr id="0" name=""/>
        <dsp:cNvSpPr/>
      </dsp:nvSpPr>
      <dsp:spPr>
        <a:xfrm>
          <a:off x="7671133" y="369940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3B892-FA73-4D2F-A520-CBCD94FBA092}">
      <dsp:nvSpPr>
        <dsp:cNvPr id="0" name=""/>
        <dsp:cNvSpPr/>
      </dsp:nvSpPr>
      <dsp:spPr>
        <a:xfrm>
          <a:off x="6424583" y="2592306"/>
          <a:ext cx="1292270" cy="200906"/>
        </a:xfrm>
        <a:custGeom>
          <a:avLst/>
          <a:gdLst/>
          <a:ahLst/>
          <a:cxnLst/>
          <a:rect l="0" t="0" r="0" b="0"/>
          <a:pathLst>
            <a:path>
              <a:moveTo>
                <a:pt x="0" y="0"/>
              </a:moveTo>
              <a:lnTo>
                <a:pt x="0" y="136912"/>
              </a:lnTo>
              <a:lnTo>
                <a:pt x="1292270" y="136912"/>
              </a:lnTo>
              <a:lnTo>
                <a:pt x="129227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C56988-1386-491E-8938-C9685485574C}">
      <dsp:nvSpPr>
        <dsp:cNvPr id="0" name=""/>
        <dsp:cNvSpPr/>
      </dsp:nvSpPr>
      <dsp:spPr>
        <a:xfrm>
          <a:off x="6406199" y="3393666"/>
          <a:ext cx="422153" cy="200906"/>
        </a:xfrm>
        <a:custGeom>
          <a:avLst/>
          <a:gdLst/>
          <a:ahLst/>
          <a:cxnLst/>
          <a:rect l="0" t="0" r="0" b="0"/>
          <a:pathLst>
            <a:path>
              <a:moveTo>
                <a:pt x="0" y="0"/>
              </a:moveTo>
              <a:lnTo>
                <a:pt x="0" y="136912"/>
              </a:lnTo>
              <a:lnTo>
                <a:pt x="422153" y="136912"/>
              </a:lnTo>
              <a:lnTo>
                <a:pt x="42215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AD552E-FC1D-434E-A335-98EF42B4C86D}">
      <dsp:nvSpPr>
        <dsp:cNvPr id="0" name=""/>
        <dsp:cNvSpPr/>
      </dsp:nvSpPr>
      <dsp:spPr>
        <a:xfrm>
          <a:off x="5984046" y="3393666"/>
          <a:ext cx="422153" cy="200906"/>
        </a:xfrm>
        <a:custGeom>
          <a:avLst/>
          <a:gdLst/>
          <a:ahLst/>
          <a:cxnLst/>
          <a:rect l="0" t="0" r="0" b="0"/>
          <a:pathLst>
            <a:path>
              <a:moveTo>
                <a:pt x="422153" y="0"/>
              </a:moveTo>
              <a:lnTo>
                <a:pt x="42215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1818A1-8AB6-473A-A5A4-EA999F57E701}">
      <dsp:nvSpPr>
        <dsp:cNvPr id="0" name=""/>
        <dsp:cNvSpPr/>
      </dsp:nvSpPr>
      <dsp:spPr>
        <a:xfrm>
          <a:off x="6360479" y="2592306"/>
          <a:ext cx="91440" cy="200906"/>
        </a:xfrm>
        <a:custGeom>
          <a:avLst/>
          <a:gdLst/>
          <a:ahLst/>
          <a:cxnLst/>
          <a:rect l="0" t="0" r="0" b="0"/>
          <a:pathLst>
            <a:path>
              <a:moveTo>
                <a:pt x="64103" y="0"/>
              </a:moveTo>
              <a:lnTo>
                <a:pt x="64103" y="136912"/>
              </a:lnTo>
              <a:lnTo>
                <a:pt x="45720" y="136912"/>
              </a:ln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001EF-43E7-4A81-AACC-C07B339B7E2E}">
      <dsp:nvSpPr>
        <dsp:cNvPr id="0" name=""/>
        <dsp:cNvSpPr/>
      </dsp:nvSpPr>
      <dsp:spPr>
        <a:xfrm>
          <a:off x="5094019" y="340215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C435D1-BB08-4A46-BEE0-F112D1C689B4}">
      <dsp:nvSpPr>
        <dsp:cNvPr id="0" name=""/>
        <dsp:cNvSpPr/>
      </dsp:nvSpPr>
      <dsp:spPr>
        <a:xfrm>
          <a:off x="5139739" y="2592306"/>
          <a:ext cx="1284844" cy="200906"/>
        </a:xfrm>
        <a:custGeom>
          <a:avLst/>
          <a:gdLst/>
          <a:ahLst/>
          <a:cxnLst/>
          <a:rect l="0" t="0" r="0" b="0"/>
          <a:pathLst>
            <a:path>
              <a:moveTo>
                <a:pt x="1284844" y="0"/>
              </a:moveTo>
              <a:lnTo>
                <a:pt x="1284844"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DB784D-B2D7-4E33-AB5E-42DED4D3DF95}">
      <dsp:nvSpPr>
        <dsp:cNvPr id="0" name=""/>
        <dsp:cNvSpPr/>
      </dsp:nvSpPr>
      <dsp:spPr>
        <a:xfrm>
          <a:off x="6424583" y="1952743"/>
          <a:ext cx="1076531" cy="200906"/>
        </a:xfrm>
        <a:custGeom>
          <a:avLst/>
          <a:gdLst/>
          <a:ahLst/>
          <a:cxnLst/>
          <a:rect l="0" t="0" r="0" b="0"/>
          <a:pathLst>
            <a:path>
              <a:moveTo>
                <a:pt x="1076531" y="0"/>
              </a:moveTo>
              <a:lnTo>
                <a:pt x="1076531"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E3A2DF-7361-404C-A61F-02C3FC78834E}">
      <dsp:nvSpPr>
        <dsp:cNvPr id="0" name=""/>
        <dsp:cNvSpPr/>
      </dsp:nvSpPr>
      <dsp:spPr>
        <a:xfrm>
          <a:off x="6276211" y="1313180"/>
          <a:ext cx="1224903" cy="200906"/>
        </a:xfrm>
        <a:custGeom>
          <a:avLst/>
          <a:gdLst/>
          <a:ahLst/>
          <a:cxnLst/>
          <a:rect l="0" t="0" r="0" b="0"/>
          <a:pathLst>
            <a:path>
              <a:moveTo>
                <a:pt x="0" y="0"/>
              </a:moveTo>
              <a:lnTo>
                <a:pt x="0" y="136912"/>
              </a:lnTo>
              <a:lnTo>
                <a:pt x="1224903" y="136912"/>
              </a:lnTo>
              <a:lnTo>
                <a:pt x="1224903"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4834AA-BE9C-445D-AEB4-FC39536D94E1}">
      <dsp:nvSpPr>
        <dsp:cNvPr id="0" name=""/>
        <dsp:cNvSpPr/>
      </dsp:nvSpPr>
      <dsp:spPr>
        <a:xfrm>
          <a:off x="4198092" y="357865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5ED8B1-5E96-473B-AA23-D316EBED0923}">
      <dsp:nvSpPr>
        <dsp:cNvPr id="0" name=""/>
        <dsp:cNvSpPr/>
      </dsp:nvSpPr>
      <dsp:spPr>
        <a:xfrm>
          <a:off x="3787374" y="2592306"/>
          <a:ext cx="456437" cy="200906"/>
        </a:xfrm>
        <a:custGeom>
          <a:avLst/>
          <a:gdLst/>
          <a:ahLst/>
          <a:cxnLst/>
          <a:rect l="0" t="0" r="0" b="0"/>
          <a:pathLst>
            <a:path>
              <a:moveTo>
                <a:pt x="0" y="0"/>
              </a:moveTo>
              <a:lnTo>
                <a:pt x="0" y="136912"/>
              </a:lnTo>
              <a:lnTo>
                <a:pt x="456437" y="136912"/>
              </a:lnTo>
              <a:lnTo>
                <a:pt x="456437"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4D565B-F6FC-4706-8990-80151501AC5A}">
      <dsp:nvSpPr>
        <dsp:cNvPr id="0" name=""/>
        <dsp:cNvSpPr/>
      </dsp:nvSpPr>
      <dsp:spPr>
        <a:xfrm>
          <a:off x="3285216" y="3231868"/>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91E219-C375-4042-B2EB-189263EA8A4F}">
      <dsp:nvSpPr>
        <dsp:cNvPr id="0" name=""/>
        <dsp:cNvSpPr/>
      </dsp:nvSpPr>
      <dsp:spPr>
        <a:xfrm>
          <a:off x="3330936" y="2592306"/>
          <a:ext cx="456437" cy="200906"/>
        </a:xfrm>
        <a:custGeom>
          <a:avLst/>
          <a:gdLst/>
          <a:ahLst/>
          <a:cxnLst/>
          <a:rect l="0" t="0" r="0" b="0"/>
          <a:pathLst>
            <a:path>
              <a:moveTo>
                <a:pt x="456437" y="0"/>
              </a:moveTo>
              <a:lnTo>
                <a:pt x="456437"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6E5A0E-C98A-486A-A822-BCB1515D6D73}">
      <dsp:nvSpPr>
        <dsp:cNvPr id="0" name=""/>
        <dsp:cNvSpPr/>
      </dsp:nvSpPr>
      <dsp:spPr>
        <a:xfrm>
          <a:off x="2497070" y="1952743"/>
          <a:ext cx="1290303" cy="200906"/>
        </a:xfrm>
        <a:custGeom>
          <a:avLst/>
          <a:gdLst/>
          <a:ahLst/>
          <a:cxnLst/>
          <a:rect l="0" t="0" r="0" b="0"/>
          <a:pathLst>
            <a:path>
              <a:moveTo>
                <a:pt x="0" y="0"/>
              </a:moveTo>
              <a:lnTo>
                <a:pt x="0" y="136912"/>
              </a:lnTo>
              <a:lnTo>
                <a:pt x="1290303" y="136912"/>
              </a:lnTo>
              <a:lnTo>
                <a:pt x="129030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1D003C-CB16-47A8-9BF7-F56F919A5E74}">
      <dsp:nvSpPr>
        <dsp:cNvPr id="0" name=""/>
        <dsp:cNvSpPr/>
      </dsp:nvSpPr>
      <dsp:spPr>
        <a:xfrm>
          <a:off x="2309889" y="406527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BDBA62-4C7E-435D-BC9D-239044301547}">
      <dsp:nvSpPr>
        <dsp:cNvPr id="0" name=""/>
        <dsp:cNvSpPr/>
      </dsp:nvSpPr>
      <dsp:spPr>
        <a:xfrm>
          <a:off x="1351571" y="2592306"/>
          <a:ext cx="1004038" cy="200906"/>
        </a:xfrm>
        <a:custGeom>
          <a:avLst/>
          <a:gdLst/>
          <a:ahLst/>
          <a:cxnLst/>
          <a:rect l="0" t="0" r="0" b="0"/>
          <a:pathLst>
            <a:path>
              <a:moveTo>
                <a:pt x="0" y="0"/>
              </a:moveTo>
              <a:lnTo>
                <a:pt x="0" y="136912"/>
              </a:lnTo>
              <a:lnTo>
                <a:pt x="1004038" y="136912"/>
              </a:lnTo>
              <a:lnTo>
                <a:pt x="1004038"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F8D7D9-9430-479F-9DAF-1C10E6B9B1FA}">
      <dsp:nvSpPr>
        <dsp:cNvPr id="0" name=""/>
        <dsp:cNvSpPr/>
      </dsp:nvSpPr>
      <dsp:spPr>
        <a:xfrm>
          <a:off x="1354641" y="360308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DB5832-6258-4634-B0DA-4E3D86752BE0}">
      <dsp:nvSpPr>
        <dsp:cNvPr id="0" name=""/>
        <dsp:cNvSpPr/>
      </dsp:nvSpPr>
      <dsp:spPr>
        <a:xfrm>
          <a:off x="1305851" y="2592306"/>
          <a:ext cx="91440" cy="200906"/>
        </a:xfrm>
        <a:custGeom>
          <a:avLst/>
          <a:gdLst/>
          <a:ahLst/>
          <a:cxnLst/>
          <a:rect l="0" t="0" r="0" b="0"/>
          <a:pathLst>
            <a:path>
              <a:moveTo>
                <a:pt x="45720" y="0"/>
              </a:moveTo>
              <a:lnTo>
                <a:pt x="45720" y="136912"/>
              </a:lnTo>
              <a:lnTo>
                <a:pt x="94509" y="136912"/>
              </a:lnTo>
              <a:lnTo>
                <a:pt x="9450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D251E3-F7AA-416B-8430-B41CA48EA1D5}">
      <dsp:nvSpPr>
        <dsp:cNvPr id="0" name=""/>
        <dsp:cNvSpPr/>
      </dsp:nvSpPr>
      <dsp:spPr>
        <a:xfrm>
          <a:off x="381828" y="383786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9AEC80-C586-41AF-BAD5-BA797DDE0228}">
      <dsp:nvSpPr>
        <dsp:cNvPr id="0" name=""/>
        <dsp:cNvSpPr/>
      </dsp:nvSpPr>
      <dsp:spPr>
        <a:xfrm>
          <a:off x="427548" y="2592306"/>
          <a:ext cx="924023" cy="200906"/>
        </a:xfrm>
        <a:custGeom>
          <a:avLst/>
          <a:gdLst/>
          <a:ahLst/>
          <a:cxnLst/>
          <a:rect l="0" t="0" r="0" b="0"/>
          <a:pathLst>
            <a:path>
              <a:moveTo>
                <a:pt x="924023" y="0"/>
              </a:moveTo>
              <a:lnTo>
                <a:pt x="92402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C2727E-D197-4DD7-81D1-57296E128183}">
      <dsp:nvSpPr>
        <dsp:cNvPr id="0" name=""/>
        <dsp:cNvSpPr/>
      </dsp:nvSpPr>
      <dsp:spPr>
        <a:xfrm>
          <a:off x="1351571" y="1952743"/>
          <a:ext cx="1145499" cy="200906"/>
        </a:xfrm>
        <a:custGeom>
          <a:avLst/>
          <a:gdLst/>
          <a:ahLst/>
          <a:cxnLst/>
          <a:rect l="0" t="0" r="0" b="0"/>
          <a:pathLst>
            <a:path>
              <a:moveTo>
                <a:pt x="1145499" y="0"/>
              </a:moveTo>
              <a:lnTo>
                <a:pt x="1145499"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C5C67C-4C45-4216-A95E-F6F65EC96C8D}">
      <dsp:nvSpPr>
        <dsp:cNvPr id="0" name=""/>
        <dsp:cNvSpPr/>
      </dsp:nvSpPr>
      <dsp:spPr>
        <a:xfrm>
          <a:off x="2497070" y="1313180"/>
          <a:ext cx="3779140" cy="200906"/>
        </a:xfrm>
        <a:custGeom>
          <a:avLst/>
          <a:gdLst/>
          <a:ahLst/>
          <a:cxnLst/>
          <a:rect l="0" t="0" r="0" b="0"/>
          <a:pathLst>
            <a:path>
              <a:moveTo>
                <a:pt x="3779140" y="0"/>
              </a:moveTo>
              <a:lnTo>
                <a:pt x="3779140" y="136912"/>
              </a:lnTo>
              <a:lnTo>
                <a:pt x="0" y="136912"/>
              </a:lnTo>
              <a:lnTo>
                <a:pt x="0"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5B63A1-87FB-4EFC-BE4B-DA4F05642682}">
      <dsp:nvSpPr>
        <dsp:cNvPr id="0" name=""/>
        <dsp:cNvSpPr/>
      </dsp:nvSpPr>
      <dsp:spPr>
        <a:xfrm>
          <a:off x="5680067" y="574488"/>
          <a:ext cx="1192287" cy="7386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ADA60F-19B2-4074-B728-71723E606108}">
      <dsp:nvSpPr>
        <dsp:cNvPr id="0" name=""/>
        <dsp:cNvSpPr/>
      </dsp:nvSpPr>
      <dsp:spPr>
        <a:xfrm>
          <a:off x="5756823" y="647406"/>
          <a:ext cx="1192287" cy="738692"/>
        </a:xfrm>
        <a:prstGeom prst="roundRect">
          <a:avLst>
            <a:gd name="adj" fmla="val 10000"/>
          </a:avLst>
        </a:prstGeom>
        <a:solidFill>
          <a:schemeClr val="accent1">
            <a:alpha val="9000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Manufactura Aditiva</a:t>
          </a:r>
          <a:endParaRPr lang="es-PE" sz="1400" kern="1200" dirty="0"/>
        </a:p>
      </dsp:txBody>
      <dsp:txXfrm>
        <a:off x="5778459" y="669042"/>
        <a:ext cx="1149015" cy="695420"/>
      </dsp:txXfrm>
    </dsp:sp>
    <dsp:sp modelId="{FB0B6571-93CA-44A5-8E24-4103747CA439}">
      <dsp:nvSpPr>
        <dsp:cNvPr id="0" name=""/>
        <dsp:cNvSpPr/>
      </dsp:nvSpPr>
      <dsp:spPr>
        <a:xfrm>
          <a:off x="2151672"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1352B3-95C7-4E61-A55A-302221A248CF}">
      <dsp:nvSpPr>
        <dsp:cNvPr id="0" name=""/>
        <dsp:cNvSpPr/>
      </dsp:nvSpPr>
      <dsp:spPr>
        <a:xfrm>
          <a:off x="2228427"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Líquido</a:t>
          </a:r>
          <a:endParaRPr lang="es-PE" sz="1400" kern="1200" dirty="0"/>
        </a:p>
      </dsp:txBody>
      <dsp:txXfrm>
        <a:off x="2241275" y="1599852"/>
        <a:ext cx="665100" cy="412959"/>
      </dsp:txXfrm>
    </dsp:sp>
    <dsp:sp modelId="{A7B26193-12D5-40E4-9F11-56B852E28DEE}">
      <dsp:nvSpPr>
        <dsp:cNvPr id="0" name=""/>
        <dsp:cNvSpPr/>
      </dsp:nvSpPr>
      <dsp:spPr>
        <a:xfrm>
          <a:off x="661234" y="2153650"/>
          <a:ext cx="138067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64DDE1-F996-4F72-B5DC-77AEEC0E1908}">
      <dsp:nvSpPr>
        <dsp:cNvPr id="0" name=""/>
        <dsp:cNvSpPr/>
      </dsp:nvSpPr>
      <dsp:spPr>
        <a:xfrm>
          <a:off x="737989" y="2226567"/>
          <a:ext cx="138067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Fotopolímeros</a:t>
          </a:r>
          <a:endParaRPr lang="es-PE" sz="1400" kern="1200" dirty="0"/>
        </a:p>
      </dsp:txBody>
      <dsp:txXfrm>
        <a:off x="750837" y="2239415"/>
        <a:ext cx="1354978" cy="412959"/>
      </dsp:txXfrm>
    </dsp:sp>
    <dsp:sp modelId="{9D15A430-DBED-4797-9883-CEA48FB9795A}">
      <dsp:nvSpPr>
        <dsp:cNvPr id="0" name=""/>
        <dsp:cNvSpPr/>
      </dsp:nvSpPr>
      <dsp:spPr>
        <a:xfrm>
          <a:off x="2135" y="2793212"/>
          <a:ext cx="850826" cy="10446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9D5326-99B1-4621-B91F-43D37B11416E}">
      <dsp:nvSpPr>
        <dsp:cNvPr id="0" name=""/>
        <dsp:cNvSpPr/>
      </dsp:nvSpPr>
      <dsp:spPr>
        <a:xfrm>
          <a:off x="78890" y="2866130"/>
          <a:ext cx="850826" cy="104465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de trama(proyector</a:t>
          </a:r>
          <a:r>
            <a:rPr lang="es-ES" sz="700" kern="1200" dirty="0"/>
            <a:t>)</a:t>
          </a:r>
          <a:endParaRPr lang="es-PE" sz="700" kern="1200" dirty="0"/>
        </a:p>
      </dsp:txBody>
      <dsp:txXfrm>
        <a:off x="103810" y="2891050"/>
        <a:ext cx="800986" cy="994810"/>
      </dsp:txXfrm>
    </dsp:sp>
    <dsp:sp modelId="{6F31B42E-D7FE-4F79-B77D-9F7F5361E59E}">
      <dsp:nvSpPr>
        <dsp:cNvPr id="0" name=""/>
        <dsp:cNvSpPr/>
      </dsp:nvSpPr>
      <dsp:spPr>
        <a:xfrm>
          <a:off x="24330" y="4038769"/>
          <a:ext cx="806436" cy="101036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18D471-BC2F-4BBB-A5F6-A73C03F07BA5}">
      <dsp:nvSpPr>
        <dsp:cNvPr id="0" name=""/>
        <dsp:cNvSpPr/>
      </dsp:nvSpPr>
      <dsp:spPr>
        <a:xfrm>
          <a:off x="101085" y="4111686"/>
          <a:ext cx="806436" cy="101036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Digital Light </a:t>
          </a:r>
          <a:r>
            <a:rPr lang="es-ES" sz="1200" kern="1200" dirty="0" err="1"/>
            <a:t>Projection</a:t>
          </a:r>
          <a:r>
            <a:rPr lang="es-ES" sz="1200" kern="1200" dirty="0"/>
            <a:t> </a:t>
          </a:r>
        </a:p>
        <a:p>
          <a:pPr marL="0" lvl="0" indent="0" algn="ctr" defTabSz="533400">
            <a:lnSpc>
              <a:spcPct val="90000"/>
            </a:lnSpc>
            <a:spcBef>
              <a:spcPct val="0"/>
            </a:spcBef>
            <a:spcAft>
              <a:spcPct val="35000"/>
            </a:spcAft>
            <a:buNone/>
          </a:pPr>
          <a:r>
            <a:rPr lang="es-ES" sz="1200" kern="1200" dirty="0"/>
            <a:t>(DLP)</a:t>
          </a:r>
          <a:endParaRPr lang="es-PE" sz="1200" kern="1200" dirty="0"/>
        </a:p>
      </dsp:txBody>
      <dsp:txXfrm>
        <a:off x="124705" y="4135306"/>
        <a:ext cx="759196" cy="963129"/>
      </dsp:txXfrm>
    </dsp:sp>
    <dsp:sp modelId="{CD9AC1F0-7200-4377-83E2-2953F0C8DE9D}">
      <dsp:nvSpPr>
        <dsp:cNvPr id="0" name=""/>
        <dsp:cNvSpPr/>
      </dsp:nvSpPr>
      <dsp:spPr>
        <a:xfrm>
          <a:off x="1054962" y="2793212"/>
          <a:ext cx="690796" cy="80987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B99B29-7B4C-4D52-98EB-EB40583810FE}">
      <dsp:nvSpPr>
        <dsp:cNvPr id="0" name=""/>
        <dsp:cNvSpPr/>
      </dsp:nvSpPr>
      <dsp:spPr>
        <a:xfrm>
          <a:off x="1131717" y="2866130"/>
          <a:ext cx="690796" cy="80987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vectorial (láser)</a:t>
          </a:r>
          <a:endParaRPr lang="es-PE" sz="1200" kern="1200" dirty="0"/>
        </a:p>
      </dsp:txBody>
      <dsp:txXfrm>
        <a:off x="1151950" y="2886363"/>
        <a:ext cx="650330" cy="769411"/>
      </dsp:txXfrm>
    </dsp:sp>
    <dsp:sp modelId="{5150BB15-1346-483E-AF7D-70E2640A7E40}">
      <dsp:nvSpPr>
        <dsp:cNvPr id="0" name=""/>
        <dsp:cNvSpPr/>
      </dsp:nvSpPr>
      <dsp:spPr>
        <a:xfrm>
          <a:off x="1006472" y="3803996"/>
          <a:ext cx="787777" cy="73656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DF574B-1D82-4FB8-8077-5F85A7CEF7B9}">
      <dsp:nvSpPr>
        <dsp:cNvPr id="0" name=""/>
        <dsp:cNvSpPr/>
      </dsp:nvSpPr>
      <dsp:spPr>
        <a:xfrm>
          <a:off x="1083227" y="3876913"/>
          <a:ext cx="787777" cy="73656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Estereolitografía</a:t>
          </a:r>
        </a:p>
        <a:p>
          <a:pPr marL="0" lvl="0" indent="0" algn="ctr" defTabSz="533400">
            <a:lnSpc>
              <a:spcPct val="90000"/>
            </a:lnSpc>
            <a:spcBef>
              <a:spcPct val="0"/>
            </a:spcBef>
            <a:spcAft>
              <a:spcPct val="35000"/>
            </a:spcAft>
            <a:buNone/>
          </a:pPr>
          <a:r>
            <a:rPr lang="es-ES" sz="1200" kern="1200" dirty="0"/>
            <a:t>(SLA)</a:t>
          </a:r>
          <a:endParaRPr lang="es-PE" sz="1200" kern="1200" dirty="0"/>
        </a:p>
      </dsp:txBody>
      <dsp:txXfrm>
        <a:off x="1104800" y="3898486"/>
        <a:ext cx="744631" cy="693414"/>
      </dsp:txXfrm>
    </dsp:sp>
    <dsp:sp modelId="{37D316C6-5040-4D74-8864-132E6BA9BBFC}">
      <dsp:nvSpPr>
        <dsp:cNvPr id="0" name=""/>
        <dsp:cNvSpPr/>
      </dsp:nvSpPr>
      <dsp:spPr>
        <a:xfrm>
          <a:off x="2010211" y="2793212"/>
          <a:ext cx="690796" cy="127206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1F4FF-90E0-473F-AA26-0933966D080F}">
      <dsp:nvSpPr>
        <dsp:cNvPr id="0" name=""/>
        <dsp:cNvSpPr/>
      </dsp:nvSpPr>
      <dsp:spPr>
        <a:xfrm>
          <a:off x="2086966" y="2866130"/>
          <a:ext cx="690796" cy="12720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Curado con lámpara después de deposición selectiva</a:t>
          </a:r>
          <a:endParaRPr lang="es-PE" sz="1200" kern="1200" dirty="0"/>
        </a:p>
      </dsp:txBody>
      <dsp:txXfrm>
        <a:off x="2107199" y="2886363"/>
        <a:ext cx="650330" cy="1231596"/>
      </dsp:txXfrm>
    </dsp:sp>
    <dsp:sp modelId="{B3AB75D9-CAB8-4D3E-ADC7-4B8D7ABDFAD3}">
      <dsp:nvSpPr>
        <dsp:cNvPr id="0" name=""/>
        <dsp:cNvSpPr/>
      </dsp:nvSpPr>
      <dsp:spPr>
        <a:xfrm>
          <a:off x="1947760" y="4266181"/>
          <a:ext cx="815699" cy="62341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4979AF-3A37-49B4-8161-920557516DF4}">
      <dsp:nvSpPr>
        <dsp:cNvPr id="0" name=""/>
        <dsp:cNvSpPr/>
      </dsp:nvSpPr>
      <dsp:spPr>
        <a:xfrm>
          <a:off x="2024515" y="4339099"/>
          <a:ext cx="815699" cy="6234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Multi-Jet </a:t>
          </a:r>
          <a:r>
            <a:rPr lang="es-ES" sz="1400" kern="1200" dirty="0" err="1"/>
            <a:t>Modeling</a:t>
          </a:r>
          <a:r>
            <a:rPr lang="es-ES" sz="1400" kern="1200" dirty="0"/>
            <a:t> </a:t>
          </a:r>
        </a:p>
        <a:p>
          <a:pPr marL="0" lvl="0" indent="0" algn="ctr" defTabSz="622300">
            <a:lnSpc>
              <a:spcPct val="90000"/>
            </a:lnSpc>
            <a:spcBef>
              <a:spcPct val="0"/>
            </a:spcBef>
            <a:spcAft>
              <a:spcPct val="35000"/>
            </a:spcAft>
            <a:buNone/>
          </a:pPr>
          <a:r>
            <a:rPr lang="es-ES" sz="1400" kern="1200" dirty="0"/>
            <a:t>(MJM)</a:t>
          </a:r>
          <a:endParaRPr lang="es-PE" sz="1400" kern="1200" dirty="0"/>
        </a:p>
      </dsp:txBody>
      <dsp:txXfrm>
        <a:off x="2042774" y="4357358"/>
        <a:ext cx="779181" cy="586895"/>
      </dsp:txXfrm>
    </dsp:sp>
    <dsp:sp modelId="{4243BF0C-15AF-4355-BD68-7D01430782DD}">
      <dsp:nvSpPr>
        <dsp:cNvPr id="0" name=""/>
        <dsp:cNvSpPr/>
      </dsp:nvSpPr>
      <dsp:spPr>
        <a:xfrm>
          <a:off x="3241842" y="2153650"/>
          <a:ext cx="109106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C58B70-D1C5-47CF-B55B-1F05A54A9968}">
      <dsp:nvSpPr>
        <dsp:cNvPr id="0" name=""/>
        <dsp:cNvSpPr/>
      </dsp:nvSpPr>
      <dsp:spPr>
        <a:xfrm>
          <a:off x="3318597" y="2226567"/>
          <a:ext cx="109106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Materiales fundidos</a:t>
          </a:r>
          <a:endParaRPr lang="es-PE" sz="1400" kern="1200" dirty="0"/>
        </a:p>
      </dsp:txBody>
      <dsp:txXfrm>
        <a:off x="3331445" y="2239415"/>
        <a:ext cx="1065368" cy="412959"/>
      </dsp:txXfrm>
    </dsp:sp>
    <dsp:sp modelId="{3060C2E0-FED7-4E6A-A92C-E15167EB816D}">
      <dsp:nvSpPr>
        <dsp:cNvPr id="0" name=""/>
        <dsp:cNvSpPr/>
      </dsp:nvSpPr>
      <dsp:spPr>
        <a:xfrm>
          <a:off x="2985538" y="2793212"/>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AF6D40-DDAF-45A2-A156-DA61074E76FD}">
      <dsp:nvSpPr>
        <dsp:cNvPr id="0" name=""/>
        <dsp:cNvSpPr/>
      </dsp:nvSpPr>
      <dsp:spPr>
        <a:xfrm>
          <a:off x="3062293" y="2866130"/>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Extrusión</a:t>
          </a:r>
          <a:endParaRPr lang="es-PE" sz="1400" kern="1200" dirty="0"/>
        </a:p>
      </dsp:txBody>
      <dsp:txXfrm>
        <a:off x="3075141" y="2878978"/>
        <a:ext cx="665100" cy="412959"/>
      </dsp:txXfrm>
    </dsp:sp>
    <dsp:sp modelId="{E7122916-451F-4F71-B809-118A671FF1E5}">
      <dsp:nvSpPr>
        <dsp:cNvPr id="0" name=""/>
        <dsp:cNvSpPr/>
      </dsp:nvSpPr>
      <dsp:spPr>
        <a:xfrm>
          <a:off x="2916970" y="3432775"/>
          <a:ext cx="827933" cy="109042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BED8C5-781F-4015-AE6D-3CDDE6224FD3}">
      <dsp:nvSpPr>
        <dsp:cNvPr id="0" name=""/>
        <dsp:cNvSpPr/>
      </dsp:nvSpPr>
      <dsp:spPr>
        <a:xfrm>
          <a:off x="2993725" y="3505692"/>
          <a:ext cx="827933" cy="109042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Fusion</a:t>
          </a:r>
          <a:r>
            <a:rPr lang="es-ES" sz="1200" kern="1200" dirty="0"/>
            <a:t> </a:t>
          </a:r>
          <a:r>
            <a:rPr lang="es-ES" sz="1200" kern="1200" dirty="0" err="1"/>
            <a:t>Deposition</a:t>
          </a:r>
          <a:r>
            <a:rPr lang="es-ES" sz="1200" kern="1200" dirty="0"/>
            <a:t> </a:t>
          </a:r>
          <a:r>
            <a:rPr lang="es-ES" sz="1200" kern="1200" dirty="0" err="1"/>
            <a:t>Modelling</a:t>
          </a:r>
          <a:r>
            <a:rPr lang="es-ES" sz="1200" kern="1200" dirty="0"/>
            <a:t> </a:t>
          </a:r>
        </a:p>
        <a:p>
          <a:pPr marL="0" lvl="0" indent="0" algn="ctr" defTabSz="533400">
            <a:lnSpc>
              <a:spcPct val="90000"/>
            </a:lnSpc>
            <a:spcBef>
              <a:spcPct val="0"/>
            </a:spcBef>
            <a:spcAft>
              <a:spcPct val="35000"/>
            </a:spcAft>
            <a:buNone/>
          </a:pPr>
          <a:r>
            <a:rPr lang="es-ES" sz="1200" kern="1200" dirty="0"/>
            <a:t>(FDM)</a:t>
          </a:r>
          <a:endParaRPr lang="es-PE" sz="1200" kern="1200" dirty="0"/>
        </a:p>
      </dsp:txBody>
      <dsp:txXfrm>
        <a:off x="3017974" y="3529941"/>
        <a:ext cx="779435" cy="1041930"/>
      </dsp:txXfrm>
    </dsp:sp>
    <dsp:sp modelId="{A8C67FA6-7ABD-4618-B377-927EC3884E24}">
      <dsp:nvSpPr>
        <dsp:cNvPr id="0" name=""/>
        <dsp:cNvSpPr/>
      </dsp:nvSpPr>
      <dsp:spPr>
        <a:xfrm>
          <a:off x="3898414" y="2793212"/>
          <a:ext cx="690796" cy="78543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C394E3-2F48-457A-8810-B39903F4222F}">
      <dsp:nvSpPr>
        <dsp:cNvPr id="0" name=""/>
        <dsp:cNvSpPr/>
      </dsp:nvSpPr>
      <dsp:spPr>
        <a:xfrm>
          <a:off x="3975169" y="2866130"/>
          <a:ext cx="690796" cy="78543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Inyección de tinta</a:t>
          </a:r>
        </a:p>
        <a:p>
          <a:pPr marL="0" lvl="0" indent="0" algn="ctr" defTabSz="533400">
            <a:lnSpc>
              <a:spcPct val="90000"/>
            </a:lnSpc>
            <a:spcBef>
              <a:spcPct val="0"/>
            </a:spcBef>
            <a:spcAft>
              <a:spcPct val="35000"/>
            </a:spcAft>
            <a:buNone/>
          </a:pPr>
          <a:r>
            <a:rPr lang="es-ES" sz="1200" kern="1200" dirty="0"/>
            <a:t>(</a:t>
          </a:r>
          <a:r>
            <a:rPr lang="es-ES" sz="1200" kern="1200" dirty="0" err="1"/>
            <a:t>Ink</a:t>
          </a:r>
          <a:r>
            <a:rPr lang="es-ES" sz="1200" kern="1200" dirty="0"/>
            <a:t> </a:t>
          </a:r>
          <a:r>
            <a:rPr lang="es-ES" sz="1200" kern="1200" dirty="0" err="1"/>
            <a:t>Jetting</a:t>
          </a:r>
          <a:r>
            <a:rPr lang="es-ES" sz="1200" kern="1200" dirty="0"/>
            <a:t>)</a:t>
          </a:r>
          <a:endParaRPr lang="es-PE" sz="1200" kern="1200" dirty="0"/>
        </a:p>
      </dsp:txBody>
      <dsp:txXfrm>
        <a:off x="3995402" y="2886363"/>
        <a:ext cx="650330" cy="744973"/>
      </dsp:txXfrm>
    </dsp:sp>
    <dsp:sp modelId="{E9B3408C-50B8-4856-A4C3-CF930E3AC9F0}">
      <dsp:nvSpPr>
        <dsp:cNvPr id="0" name=""/>
        <dsp:cNvSpPr/>
      </dsp:nvSpPr>
      <dsp:spPr>
        <a:xfrm>
          <a:off x="3898414" y="3779559"/>
          <a:ext cx="690796" cy="91513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04D56B-239A-4D0C-A7D2-813502A91E7F}">
      <dsp:nvSpPr>
        <dsp:cNvPr id="0" name=""/>
        <dsp:cNvSpPr/>
      </dsp:nvSpPr>
      <dsp:spPr>
        <a:xfrm>
          <a:off x="3975169" y="3852476"/>
          <a:ext cx="690796" cy="91513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Drop</a:t>
          </a:r>
          <a:r>
            <a:rPr lang="es-ES" sz="1200" kern="1200" dirty="0"/>
            <a:t> </a:t>
          </a:r>
          <a:r>
            <a:rPr lang="es-ES" sz="1200" kern="1200" dirty="0" err="1"/>
            <a:t>on</a:t>
          </a:r>
          <a:r>
            <a:rPr lang="es-ES" sz="1200" kern="1200" dirty="0"/>
            <a:t> </a:t>
          </a:r>
          <a:r>
            <a:rPr lang="es-ES" sz="1200" kern="1200" dirty="0" err="1"/>
            <a:t>Demand</a:t>
          </a:r>
          <a:endParaRPr lang="es-ES" sz="1200" kern="1200" dirty="0"/>
        </a:p>
        <a:p>
          <a:pPr marL="0" lvl="0" indent="0" algn="ctr" defTabSz="533400">
            <a:lnSpc>
              <a:spcPct val="90000"/>
            </a:lnSpc>
            <a:spcBef>
              <a:spcPct val="0"/>
            </a:spcBef>
            <a:spcAft>
              <a:spcPct val="35000"/>
            </a:spcAft>
            <a:buNone/>
          </a:pPr>
          <a:r>
            <a:rPr lang="es-ES" sz="1200" kern="1200" dirty="0"/>
            <a:t>(</a:t>
          </a:r>
          <a:r>
            <a:rPr lang="es-ES" sz="1200" kern="1200" dirty="0" err="1"/>
            <a:t>DoD</a:t>
          </a:r>
          <a:r>
            <a:rPr lang="es-ES" sz="1200" kern="1200" dirty="0"/>
            <a:t>)</a:t>
          </a:r>
          <a:endParaRPr lang="es-PE" sz="1200" kern="1200" dirty="0"/>
        </a:p>
      </dsp:txBody>
      <dsp:txXfrm>
        <a:off x="3995402" y="3872709"/>
        <a:ext cx="650330" cy="874666"/>
      </dsp:txXfrm>
    </dsp:sp>
    <dsp:sp modelId="{C99AF00D-587A-4D2F-9DF3-F086B60B49B6}">
      <dsp:nvSpPr>
        <dsp:cNvPr id="0" name=""/>
        <dsp:cNvSpPr/>
      </dsp:nvSpPr>
      <dsp:spPr>
        <a:xfrm>
          <a:off x="7155716"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C9B9A5-4725-4D4B-8B2A-6E0660D30F18}">
      <dsp:nvSpPr>
        <dsp:cNvPr id="0" name=""/>
        <dsp:cNvSpPr/>
      </dsp:nvSpPr>
      <dsp:spPr>
        <a:xfrm>
          <a:off x="7232472"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Polvos</a:t>
          </a:r>
          <a:endParaRPr lang="es-PE" sz="1400" kern="1200" dirty="0"/>
        </a:p>
      </dsp:txBody>
      <dsp:txXfrm>
        <a:off x="7245320" y="1599852"/>
        <a:ext cx="665100" cy="412959"/>
      </dsp:txXfrm>
    </dsp:sp>
    <dsp:sp modelId="{A8ABF9B4-AFFB-4B89-A425-BBEDF4894B77}">
      <dsp:nvSpPr>
        <dsp:cNvPr id="0" name=""/>
        <dsp:cNvSpPr/>
      </dsp:nvSpPr>
      <dsp:spPr>
        <a:xfrm>
          <a:off x="5798379" y="2153650"/>
          <a:ext cx="1252407"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6059D9-CC56-492D-BFE3-1297E163E248}">
      <dsp:nvSpPr>
        <dsp:cNvPr id="0" name=""/>
        <dsp:cNvSpPr/>
      </dsp:nvSpPr>
      <dsp:spPr>
        <a:xfrm>
          <a:off x="5875135" y="2226567"/>
          <a:ext cx="1252407"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de lecho de polvo</a:t>
          </a:r>
          <a:endParaRPr lang="es-PE" sz="1400" kern="1200" dirty="0"/>
        </a:p>
      </dsp:txBody>
      <dsp:txXfrm>
        <a:off x="5887983" y="2239415"/>
        <a:ext cx="1226711" cy="412959"/>
      </dsp:txXfrm>
    </dsp:sp>
    <dsp:sp modelId="{8DAE1D9F-ABE0-4BE8-A7DC-F41ADEE0AB61}">
      <dsp:nvSpPr>
        <dsp:cNvPr id="0" name=""/>
        <dsp:cNvSpPr/>
      </dsp:nvSpPr>
      <dsp:spPr>
        <a:xfrm>
          <a:off x="4742721" y="2793212"/>
          <a:ext cx="794036" cy="60894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058E97-2D6D-4460-A61E-5F994535679C}">
      <dsp:nvSpPr>
        <dsp:cNvPr id="0" name=""/>
        <dsp:cNvSpPr/>
      </dsp:nvSpPr>
      <dsp:spPr>
        <a:xfrm>
          <a:off x="4819476" y="2866130"/>
          <a:ext cx="794036" cy="60894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Fusión por rayo electrónico</a:t>
          </a:r>
          <a:endParaRPr lang="es-PE" sz="1200" kern="1200" dirty="0"/>
        </a:p>
      </dsp:txBody>
      <dsp:txXfrm>
        <a:off x="4837311" y="2883965"/>
        <a:ext cx="758366" cy="573276"/>
      </dsp:txXfrm>
    </dsp:sp>
    <dsp:sp modelId="{648F769D-2066-4046-9CF2-1858CA164EA5}">
      <dsp:nvSpPr>
        <dsp:cNvPr id="0" name=""/>
        <dsp:cNvSpPr/>
      </dsp:nvSpPr>
      <dsp:spPr>
        <a:xfrm>
          <a:off x="4794340" y="3603065"/>
          <a:ext cx="690796" cy="82225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021796-B6ED-4381-AC19-E9574AAC2B64}">
      <dsp:nvSpPr>
        <dsp:cNvPr id="0" name=""/>
        <dsp:cNvSpPr/>
      </dsp:nvSpPr>
      <dsp:spPr>
        <a:xfrm>
          <a:off x="4871096" y="3675983"/>
          <a:ext cx="690796" cy="82225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Electron</a:t>
          </a:r>
          <a:r>
            <a:rPr lang="es-ES" sz="1200" kern="1200" dirty="0"/>
            <a:t> Beam </a:t>
          </a:r>
          <a:r>
            <a:rPr lang="es-ES" sz="1200" kern="1200" dirty="0" err="1"/>
            <a:t>Melting</a:t>
          </a:r>
          <a:r>
            <a:rPr lang="es-ES" sz="1200" kern="1200" dirty="0"/>
            <a:t> </a:t>
          </a:r>
        </a:p>
        <a:p>
          <a:pPr marL="0" lvl="0" indent="0" algn="ctr" defTabSz="533400">
            <a:lnSpc>
              <a:spcPct val="90000"/>
            </a:lnSpc>
            <a:spcBef>
              <a:spcPct val="0"/>
            </a:spcBef>
            <a:spcAft>
              <a:spcPct val="35000"/>
            </a:spcAft>
            <a:buNone/>
          </a:pPr>
          <a:r>
            <a:rPr lang="es-ES" sz="1200" kern="1200" dirty="0"/>
            <a:t>(EBM)</a:t>
          </a:r>
          <a:endParaRPr lang="es-PE" sz="1200" kern="1200" dirty="0"/>
        </a:p>
      </dsp:txBody>
      <dsp:txXfrm>
        <a:off x="4891329" y="3696216"/>
        <a:ext cx="650330" cy="781785"/>
      </dsp:txXfrm>
    </dsp:sp>
    <dsp:sp modelId="{E541C4D3-3AF5-40A0-80FD-347ECB125216}">
      <dsp:nvSpPr>
        <dsp:cNvPr id="0" name=""/>
        <dsp:cNvSpPr/>
      </dsp:nvSpPr>
      <dsp:spPr>
        <a:xfrm>
          <a:off x="6060801" y="2793212"/>
          <a:ext cx="690796" cy="60045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B6FAE6-9D9F-492E-ABEC-12E6F3F155BE}">
      <dsp:nvSpPr>
        <dsp:cNvPr id="0" name=""/>
        <dsp:cNvSpPr/>
      </dsp:nvSpPr>
      <dsp:spPr>
        <a:xfrm>
          <a:off x="6137556" y="2866130"/>
          <a:ext cx="690796" cy="60045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láser</a:t>
          </a:r>
          <a:endParaRPr lang="es-PE" sz="1400" kern="1200" dirty="0"/>
        </a:p>
      </dsp:txBody>
      <dsp:txXfrm>
        <a:off x="6155143" y="2883717"/>
        <a:ext cx="655622" cy="565280"/>
      </dsp:txXfrm>
    </dsp:sp>
    <dsp:sp modelId="{E84A5936-E6A8-4F4B-9A83-7B870C875F16}">
      <dsp:nvSpPr>
        <dsp:cNvPr id="0" name=""/>
        <dsp:cNvSpPr/>
      </dsp:nvSpPr>
      <dsp:spPr>
        <a:xfrm>
          <a:off x="5638647" y="3594573"/>
          <a:ext cx="690796" cy="71696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0DA46-1BAB-42C2-A7C4-33D5622E2D03}">
      <dsp:nvSpPr>
        <dsp:cNvPr id="0" name=""/>
        <dsp:cNvSpPr/>
      </dsp:nvSpPr>
      <dsp:spPr>
        <a:xfrm>
          <a:off x="5715403" y="3667490"/>
          <a:ext cx="690796" cy="71696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Selective</a:t>
          </a:r>
          <a:r>
            <a:rPr lang="es-ES" sz="1200" kern="1200" dirty="0"/>
            <a:t> Laser </a:t>
          </a:r>
          <a:r>
            <a:rPr lang="es-ES" sz="1200" kern="1200" dirty="0" err="1"/>
            <a:t>Sintering</a:t>
          </a:r>
          <a:r>
            <a:rPr lang="es-ES" sz="1200" kern="1200" dirty="0"/>
            <a:t> </a:t>
          </a:r>
        </a:p>
        <a:p>
          <a:pPr marL="0" lvl="0" indent="0" algn="ctr" defTabSz="533400">
            <a:lnSpc>
              <a:spcPct val="90000"/>
            </a:lnSpc>
            <a:spcBef>
              <a:spcPct val="0"/>
            </a:spcBef>
            <a:spcAft>
              <a:spcPct val="35000"/>
            </a:spcAft>
            <a:buNone/>
          </a:pPr>
          <a:r>
            <a:rPr lang="es-ES" sz="1200" kern="1200" dirty="0"/>
            <a:t>(SLS)</a:t>
          </a:r>
          <a:endParaRPr lang="es-PE" sz="1200" kern="1200" dirty="0"/>
        </a:p>
      </dsp:txBody>
      <dsp:txXfrm>
        <a:off x="5735636" y="3687723"/>
        <a:ext cx="650330" cy="676499"/>
      </dsp:txXfrm>
    </dsp:sp>
    <dsp:sp modelId="{FB66B440-AA4E-46A3-BAC8-0F211619BC38}">
      <dsp:nvSpPr>
        <dsp:cNvPr id="0" name=""/>
        <dsp:cNvSpPr/>
      </dsp:nvSpPr>
      <dsp:spPr>
        <a:xfrm>
          <a:off x="6482954" y="3594573"/>
          <a:ext cx="690796" cy="89035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FF6A0A-51CC-42C6-9F66-A7A8F3AC026E}">
      <dsp:nvSpPr>
        <dsp:cNvPr id="0" name=""/>
        <dsp:cNvSpPr/>
      </dsp:nvSpPr>
      <dsp:spPr>
        <a:xfrm>
          <a:off x="6559710" y="3667490"/>
          <a:ext cx="690796" cy="89035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Direct Metal Laser </a:t>
          </a:r>
          <a:r>
            <a:rPr lang="es-ES" sz="1200" kern="1200" dirty="0" err="1"/>
            <a:t>Sintering</a:t>
          </a:r>
          <a:endParaRPr lang="es-ES" sz="1200" kern="1200" dirty="0"/>
        </a:p>
        <a:p>
          <a:pPr marL="0" lvl="0" indent="0" algn="ctr" defTabSz="533400">
            <a:lnSpc>
              <a:spcPct val="90000"/>
            </a:lnSpc>
            <a:spcBef>
              <a:spcPct val="0"/>
            </a:spcBef>
            <a:spcAft>
              <a:spcPct val="35000"/>
            </a:spcAft>
            <a:buNone/>
          </a:pPr>
          <a:r>
            <a:rPr lang="es-ES" sz="1200" kern="1200" dirty="0"/>
            <a:t>(DMLS)</a:t>
          </a:r>
          <a:endParaRPr lang="es-PE" sz="1200" kern="1200" dirty="0"/>
        </a:p>
      </dsp:txBody>
      <dsp:txXfrm>
        <a:off x="6579943" y="3687723"/>
        <a:ext cx="650330" cy="849891"/>
      </dsp:txXfrm>
    </dsp:sp>
    <dsp:sp modelId="{89B39358-69F2-4193-9042-E43528B8883B}">
      <dsp:nvSpPr>
        <dsp:cNvPr id="0" name=""/>
        <dsp:cNvSpPr/>
      </dsp:nvSpPr>
      <dsp:spPr>
        <a:xfrm>
          <a:off x="7327261" y="2793212"/>
          <a:ext cx="779184" cy="9061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43F746-8F68-4CD2-B250-8EDF9E90B3D6}">
      <dsp:nvSpPr>
        <dsp:cNvPr id="0" name=""/>
        <dsp:cNvSpPr/>
      </dsp:nvSpPr>
      <dsp:spPr>
        <a:xfrm>
          <a:off x="7404017" y="2866130"/>
          <a:ext cx="779184" cy="90619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aglutinante</a:t>
          </a:r>
          <a:endParaRPr lang="es-PE" sz="1400" kern="1200" dirty="0"/>
        </a:p>
      </dsp:txBody>
      <dsp:txXfrm>
        <a:off x="7426839" y="2888952"/>
        <a:ext cx="733540" cy="860548"/>
      </dsp:txXfrm>
    </dsp:sp>
    <dsp:sp modelId="{0A81C4EB-7780-4229-9EB4-19924D58645C}">
      <dsp:nvSpPr>
        <dsp:cNvPr id="0" name=""/>
        <dsp:cNvSpPr/>
      </dsp:nvSpPr>
      <dsp:spPr>
        <a:xfrm>
          <a:off x="7371455" y="3900312"/>
          <a:ext cx="690796" cy="74173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2356FF-58C7-440A-B959-C30985DFBEE3}">
      <dsp:nvSpPr>
        <dsp:cNvPr id="0" name=""/>
        <dsp:cNvSpPr/>
      </dsp:nvSpPr>
      <dsp:spPr>
        <a:xfrm>
          <a:off x="7448210" y="3973229"/>
          <a:ext cx="690796" cy="74173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Binder</a:t>
          </a:r>
          <a:r>
            <a:rPr lang="es-ES" sz="1200" kern="1200" dirty="0"/>
            <a:t> </a:t>
          </a:r>
          <a:r>
            <a:rPr lang="es-ES" sz="1200" kern="1200" dirty="0" err="1"/>
            <a:t>Jetting</a:t>
          </a:r>
          <a:endParaRPr lang="es-ES" sz="1200" kern="1200" dirty="0"/>
        </a:p>
        <a:p>
          <a:pPr marL="0" lvl="0" indent="0" algn="ctr" defTabSz="533400">
            <a:lnSpc>
              <a:spcPct val="90000"/>
            </a:lnSpc>
            <a:spcBef>
              <a:spcPct val="0"/>
            </a:spcBef>
            <a:spcAft>
              <a:spcPct val="35000"/>
            </a:spcAft>
            <a:buNone/>
          </a:pPr>
          <a:r>
            <a:rPr lang="es-ES" sz="1200" kern="1200" dirty="0"/>
            <a:t>(BJ)</a:t>
          </a:r>
          <a:endParaRPr lang="es-PE" sz="1200" kern="1200" dirty="0"/>
        </a:p>
      </dsp:txBody>
      <dsp:txXfrm>
        <a:off x="7468443" y="3993462"/>
        <a:ext cx="650330" cy="701270"/>
      </dsp:txXfrm>
    </dsp:sp>
    <dsp:sp modelId="{47C1611A-EDE7-4C57-BCEA-3C5CC43D2E79}">
      <dsp:nvSpPr>
        <dsp:cNvPr id="0" name=""/>
        <dsp:cNvSpPr/>
      </dsp:nvSpPr>
      <dsp:spPr>
        <a:xfrm>
          <a:off x="8006858" y="2153650"/>
          <a:ext cx="1196991"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CB2D9B-2243-4B5A-AEA2-98DDC4085B53}">
      <dsp:nvSpPr>
        <dsp:cNvPr id="0" name=""/>
        <dsp:cNvSpPr/>
      </dsp:nvSpPr>
      <dsp:spPr>
        <a:xfrm>
          <a:off x="8083614" y="2226567"/>
          <a:ext cx="1196991"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Deposición de laser coaxial</a:t>
          </a:r>
          <a:endParaRPr lang="es-PE" sz="1400" kern="1200" dirty="0"/>
        </a:p>
      </dsp:txBody>
      <dsp:txXfrm>
        <a:off x="8096462" y="2239415"/>
        <a:ext cx="1171295" cy="412959"/>
      </dsp:txXfrm>
    </dsp:sp>
    <dsp:sp modelId="{8C1FFC2C-1870-4ACF-B3DD-F6BD7876679C}">
      <dsp:nvSpPr>
        <dsp:cNvPr id="0" name=""/>
        <dsp:cNvSpPr/>
      </dsp:nvSpPr>
      <dsp:spPr>
        <a:xfrm>
          <a:off x="8287070" y="3434970"/>
          <a:ext cx="690796" cy="8859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40022A-236A-4742-BC0C-6B63B7BC556B}">
      <dsp:nvSpPr>
        <dsp:cNvPr id="0" name=""/>
        <dsp:cNvSpPr/>
      </dsp:nvSpPr>
      <dsp:spPr>
        <a:xfrm>
          <a:off x="8363825" y="3507888"/>
          <a:ext cx="690796" cy="88596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Laser Metal </a:t>
          </a:r>
          <a:r>
            <a:rPr lang="es-ES" sz="1200" kern="1200" dirty="0" err="1"/>
            <a:t>Deposition</a:t>
          </a:r>
          <a:endParaRPr lang="es-ES" sz="1200" kern="1200" dirty="0"/>
        </a:p>
        <a:p>
          <a:pPr marL="0" lvl="0" indent="0" algn="ctr" defTabSz="533400">
            <a:lnSpc>
              <a:spcPct val="90000"/>
            </a:lnSpc>
            <a:spcBef>
              <a:spcPct val="0"/>
            </a:spcBef>
            <a:spcAft>
              <a:spcPct val="35000"/>
            </a:spcAft>
            <a:buNone/>
          </a:pPr>
          <a:r>
            <a:rPr lang="es-ES" sz="1200" kern="1200" dirty="0"/>
            <a:t>(LMD)</a:t>
          </a:r>
          <a:endParaRPr lang="es-PE" sz="1200" kern="1200" dirty="0"/>
        </a:p>
      </dsp:txBody>
      <dsp:txXfrm>
        <a:off x="8384058" y="3528121"/>
        <a:ext cx="650330" cy="845500"/>
      </dsp:txXfrm>
    </dsp:sp>
    <dsp:sp modelId="{5EFDDE5A-6F9D-46CC-B23E-F60ECB0E7FB3}">
      <dsp:nvSpPr>
        <dsp:cNvPr id="0" name=""/>
        <dsp:cNvSpPr/>
      </dsp:nvSpPr>
      <dsp:spPr>
        <a:xfrm>
          <a:off x="9177867" y="1514087"/>
          <a:ext cx="1222882"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CBA675-5A23-4057-8F16-C25872D649DA}">
      <dsp:nvSpPr>
        <dsp:cNvPr id="0" name=""/>
        <dsp:cNvSpPr/>
      </dsp:nvSpPr>
      <dsp:spPr>
        <a:xfrm>
          <a:off x="9254622" y="1587004"/>
          <a:ext cx="1222882"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Láminas</a:t>
          </a:r>
          <a:endParaRPr lang="es-PE" sz="1400" kern="1200" dirty="0"/>
        </a:p>
      </dsp:txBody>
      <dsp:txXfrm>
        <a:off x="9267470" y="1599852"/>
        <a:ext cx="1197186" cy="412959"/>
      </dsp:txXfrm>
    </dsp:sp>
    <dsp:sp modelId="{9A1D49D8-154A-4D1B-8DEF-0F840E31818F}">
      <dsp:nvSpPr>
        <dsp:cNvPr id="0" name=""/>
        <dsp:cNvSpPr/>
      </dsp:nvSpPr>
      <dsp:spPr>
        <a:xfrm>
          <a:off x="9379943" y="3446202"/>
          <a:ext cx="863896" cy="116074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B970F7-5AA8-4DC5-AB98-FA6D447E05B9}">
      <dsp:nvSpPr>
        <dsp:cNvPr id="0" name=""/>
        <dsp:cNvSpPr/>
      </dsp:nvSpPr>
      <dsp:spPr>
        <a:xfrm>
          <a:off x="9456698" y="3519119"/>
          <a:ext cx="863896" cy="116074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Laminated</a:t>
          </a:r>
          <a:r>
            <a:rPr lang="es-ES" sz="1200" kern="1200" dirty="0"/>
            <a:t> </a:t>
          </a:r>
          <a:r>
            <a:rPr lang="es-ES" sz="1200" kern="1200" dirty="0" err="1"/>
            <a:t>Object</a:t>
          </a:r>
          <a:r>
            <a:rPr lang="es-ES" sz="1200" kern="1200" dirty="0"/>
            <a:t> </a:t>
          </a:r>
          <a:r>
            <a:rPr lang="es-ES" sz="1200" kern="1200" dirty="0" err="1"/>
            <a:t>Manufacturing</a:t>
          </a:r>
          <a:endParaRPr lang="es-ES" sz="1200" kern="1200" dirty="0"/>
        </a:p>
        <a:p>
          <a:pPr marL="0" lvl="0" indent="0" algn="ctr" defTabSz="533400">
            <a:lnSpc>
              <a:spcPct val="90000"/>
            </a:lnSpc>
            <a:spcBef>
              <a:spcPct val="0"/>
            </a:spcBef>
            <a:spcAft>
              <a:spcPct val="35000"/>
            </a:spcAft>
            <a:buNone/>
          </a:pPr>
          <a:r>
            <a:rPr lang="es-ES" sz="1200" kern="1200" dirty="0"/>
            <a:t>(LOM)</a:t>
          </a:r>
          <a:endParaRPr lang="es-PE" sz="1200" kern="1200" dirty="0"/>
        </a:p>
      </dsp:txBody>
      <dsp:txXfrm>
        <a:off x="9482001" y="3544422"/>
        <a:ext cx="813290" cy="11101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E2CC74-6ABE-4BD3-943F-73DE1FEB3111}">
      <dsp:nvSpPr>
        <dsp:cNvPr id="0" name=""/>
        <dsp:cNvSpPr/>
      </dsp:nvSpPr>
      <dsp:spPr>
        <a:xfrm>
          <a:off x="9743589" y="1952743"/>
          <a:ext cx="91440" cy="1493458"/>
        </a:xfrm>
        <a:custGeom>
          <a:avLst/>
          <a:gdLst/>
          <a:ahLst/>
          <a:cxnLst/>
          <a:rect l="0" t="0" r="0" b="0"/>
          <a:pathLst>
            <a:path>
              <a:moveTo>
                <a:pt x="45720" y="0"/>
              </a:moveTo>
              <a:lnTo>
                <a:pt x="45720" y="1429464"/>
              </a:lnTo>
              <a:lnTo>
                <a:pt x="68302" y="1429464"/>
              </a:lnTo>
              <a:lnTo>
                <a:pt x="68302" y="149345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87AAC7-8FA1-409C-B59B-DAC474A3D7F6}">
      <dsp:nvSpPr>
        <dsp:cNvPr id="0" name=""/>
        <dsp:cNvSpPr/>
      </dsp:nvSpPr>
      <dsp:spPr>
        <a:xfrm>
          <a:off x="6276211" y="1313180"/>
          <a:ext cx="3513097" cy="200906"/>
        </a:xfrm>
        <a:custGeom>
          <a:avLst/>
          <a:gdLst/>
          <a:ahLst/>
          <a:cxnLst/>
          <a:rect l="0" t="0" r="0" b="0"/>
          <a:pathLst>
            <a:path>
              <a:moveTo>
                <a:pt x="0" y="0"/>
              </a:moveTo>
              <a:lnTo>
                <a:pt x="0" y="136912"/>
              </a:lnTo>
              <a:lnTo>
                <a:pt x="3513097" y="136912"/>
              </a:lnTo>
              <a:lnTo>
                <a:pt x="3513097"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25DCC1-3BC7-47D1-AC65-301B5222563F}">
      <dsp:nvSpPr>
        <dsp:cNvPr id="0" name=""/>
        <dsp:cNvSpPr/>
      </dsp:nvSpPr>
      <dsp:spPr>
        <a:xfrm>
          <a:off x="8559634" y="2592306"/>
          <a:ext cx="91440" cy="842664"/>
        </a:xfrm>
        <a:custGeom>
          <a:avLst/>
          <a:gdLst/>
          <a:ahLst/>
          <a:cxnLst/>
          <a:rect l="0" t="0" r="0" b="0"/>
          <a:pathLst>
            <a:path>
              <a:moveTo>
                <a:pt x="45720" y="0"/>
              </a:moveTo>
              <a:lnTo>
                <a:pt x="45720" y="778669"/>
              </a:lnTo>
              <a:lnTo>
                <a:pt x="72833" y="778669"/>
              </a:lnTo>
              <a:lnTo>
                <a:pt x="72833" y="8426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27327A-06BF-435F-8CB3-6A761FDEB7BB}">
      <dsp:nvSpPr>
        <dsp:cNvPr id="0" name=""/>
        <dsp:cNvSpPr/>
      </dsp:nvSpPr>
      <dsp:spPr>
        <a:xfrm>
          <a:off x="7501115" y="1952743"/>
          <a:ext cx="1104239" cy="200906"/>
        </a:xfrm>
        <a:custGeom>
          <a:avLst/>
          <a:gdLst/>
          <a:ahLst/>
          <a:cxnLst/>
          <a:rect l="0" t="0" r="0" b="0"/>
          <a:pathLst>
            <a:path>
              <a:moveTo>
                <a:pt x="0" y="0"/>
              </a:moveTo>
              <a:lnTo>
                <a:pt x="0" y="136912"/>
              </a:lnTo>
              <a:lnTo>
                <a:pt x="1104239" y="136912"/>
              </a:lnTo>
              <a:lnTo>
                <a:pt x="110423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2B82DD-8903-4ADC-BBF8-C33C7DA119BD}">
      <dsp:nvSpPr>
        <dsp:cNvPr id="0" name=""/>
        <dsp:cNvSpPr/>
      </dsp:nvSpPr>
      <dsp:spPr>
        <a:xfrm>
          <a:off x="7671133" y="369940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3B892-FA73-4D2F-A520-CBCD94FBA092}">
      <dsp:nvSpPr>
        <dsp:cNvPr id="0" name=""/>
        <dsp:cNvSpPr/>
      </dsp:nvSpPr>
      <dsp:spPr>
        <a:xfrm>
          <a:off x="6424583" y="2592306"/>
          <a:ext cx="1292270" cy="200906"/>
        </a:xfrm>
        <a:custGeom>
          <a:avLst/>
          <a:gdLst/>
          <a:ahLst/>
          <a:cxnLst/>
          <a:rect l="0" t="0" r="0" b="0"/>
          <a:pathLst>
            <a:path>
              <a:moveTo>
                <a:pt x="0" y="0"/>
              </a:moveTo>
              <a:lnTo>
                <a:pt x="0" y="136912"/>
              </a:lnTo>
              <a:lnTo>
                <a:pt x="1292270" y="136912"/>
              </a:lnTo>
              <a:lnTo>
                <a:pt x="129227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C56988-1386-491E-8938-C9685485574C}">
      <dsp:nvSpPr>
        <dsp:cNvPr id="0" name=""/>
        <dsp:cNvSpPr/>
      </dsp:nvSpPr>
      <dsp:spPr>
        <a:xfrm>
          <a:off x="6406199" y="3393666"/>
          <a:ext cx="422153" cy="200906"/>
        </a:xfrm>
        <a:custGeom>
          <a:avLst/>
          <a:gdLst/>
          <a:ahLst/>
          <a:cxnLst/>
          <a:rect l="0" t="0" r="0" b="0"/>
          <a:pathLst>
            <a:path>
              <a:moveTo>
                <a:pt x="0" y="0"/>
              </a:moveTo>
              <a:lnTo>
                <a:pt x="0" y="136912"/>
              </a:lnTo>
              <a:lnTo>
                <a:pt x="422153" y="136912"/>
              </a:lnTo>
              <a:lnTo>
                <a:pt x="42215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AD552E-FC1D-434E-A335-98EF42B4C86D}">
      <dsp:nvSpPr>
        <dsp:cNvPr id="0" name=""/>
        <dsp:cNvSpPr/>
      </dsp:nvSpPr>
      <dsp:spPr>
        <a:xfrm>
          <a:off x="5984046" y="3393666"/>
          <a:ext cx="422153" cy="200906"/>
        </a:xfrm>
        <a:custGeom>
          <a:avLst/>
          <a:gdLst/>
          <a:ahLst/>
          <a:cxnLst/>
          <a:rect l="0" t="0" r="0" b="0"/>
          <a:pathLst>
            <a:path>
              <a:moveTo>
                <a:pt x="422153" y="0"/>
              </a:moveTo>
              <a:lnTo>
                <a:pt x="42215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1818A1-8AB6-473A-A5A4-EA999F57E701}">
      <dsp:nvSpPr>
        <dsp:cNvPr id="0" name=""/>
        <dsp:cNvSpPr/>
      </dsp:nvSpPr>
      <dsp:spPr>
        <a:xfrm>
          <a:off x="6360479" y="2592306"/>
          <a:ext cx="91440" cy="200906"/>
        </a:xfrm>
        <a:custGeom>
          <a:avLst/>
          <a:gdLst/>
          <a:ahLst/>
          <a:cxnLst/>
          <a:rect l="0" t="0" r="0" b="0"/>
          <a:pathLst>
            <a:path>
              <a:moveTo>
                <a:pt x="64103" y="0"/>
              </a:moveTo>
              <a:lnTo>
                <a:pt x="64103" y="136912"/>
              </a:lnTo>
              <a:lnTo>
                <a:pt x="45720" y="136912"/>
              </a:ln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001EF-43E7-4A81-AACC-C07B339B7E2E}">
      <dsp:nvSpPr>
        <dsp:cNvPr id="0" name=""/>
        <dsp:cNvSpPr/>
      </dsp:nvSpPr>
      <dsp:spPr>
        <a:xfrm>
          <a:off x="5094019" y="340215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C435D1-BB08-4A46-BEE0-F112D1C689B4}">
      <dsp:nvSpPr>
        <dsp:cNvPr id="0" name=""/>
        <dsp:cNvSpPr/>
      </dsp:nvSpPr>
      <dsp:spPr>
        <a:xfrm>
          <a:off x="5139739" y="2592306"/>
          <a:ext cx="1284844" cy="200906"/>
        </a:xfrm>
        <a:custGeom>
          <a:avLst/>
          <a:gdLst/>
          <a:ahLst/>
          <a:cxnLst/>
          <a:rect l="0" t="0" r="0" b="0"/>
          <a:pathLst>
            <a:path>
              <a:moveTo>
                <a:pt x="1284844" y="0"/>
              </a:moveTo>
              <a:lnTo>
                <a:pt x="1284844"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DB784D-B2D7-4E33-AB5E-42DED4D3DF95}">
      <dsp:nvSpPr>
        <dsp:cNvPr id="0" name=""/>
        <dsp:cNvSpPr/>
      </dsp:nvSpPr>
      <dsp:spPr>
        <a:xfrm>
          <a:off x="6424583" y="1952743"/>
          <a:ext cx="1076531" cy="200906"/>
        </a:xfrm>
        <a:custGeom>
          <a:avLst/>
          <a:gdLst/>
          <a:ahLst/>
          <a:cxnLst/>
          <a:rect l="0" t="0" r="0" b="0"/>
          <a:pathLst>
            <a:path>
              <a:moveTo>
                <a:pt x="1076531" y="0"/>
              </a:moveTo>
              <a:lnTo>
                <a:pt x="1076531"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E3A2DF-7361-404C-A61F-02C3FC78834E}">
      <dsp:nvSpPr>
        <dsp:cNvPr id="0" name=""/>
        <dsp:cNvSpPr/>
      </dsp:nvSpPr>
      <dsp:spPr>
        <a:xfrm>
          <a:off x="6276211" y="1313180"/>
          <a:ext cx="1224903" cy="200906"/>
        </a:xfrm>
        <a:custGeom>
          <a:avLst/>
          <a:gdLst/>
          <a:ahLst/>
          <a:cxnLst/>
          <a:rect l="0" t="0" r="0" b="0"/>
          <a:pathLst>
            <a:path>
              <a:moveTo>
                <a:pt x="0" y="0"/>
              </a:moveTo>
              <a:lnTo>
                <a:pt x="0" y="136912"/>
              </a:lnTo>
              <a:lnTo>
                <a:pt x="1224903" y="136912"/>
              </a:lnTo>
              <a:lnTo>
                <a:pt x="1224903"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4834AA-BE9C-445D-AEB4-FC39536D94E1}">
      <dsp:nvSpPr>
        <dsp:cNvPr id="0" name=""/>
        <dsp:cNvSpPr/>
      </dsp:nvSpPr>
      <dsp:spPr>
        <a:xfrm>
          <a:off x="4198092" y="357865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5ED8B1-5E96-473B-AA23-D316EBED0923}">
      <dsp:nvSpPr>
        <dsp:cNvPr id="0" name=""/>
        <dsp:cNvSpPr/>
      </dsp:nvSpPr>
      <dsp:spPr>
        <a:xfrm>
          <a:off x="3787374" y="2592306"/>
          <a:ext cx="456437" cy="200906"/>
        </a:xfrm>
        <a:custGeom>
          <a:avLst/>
          <a:gdLst/>
          <a:ahLst/>
          <a:cxnLst/>
          <a:rect l="0" t="0" r="0" b="0"/>
          <a:pathLst>
            <a:path>
              <a:moveTo>
                <a:pt x="0" y="0"/>
              </a:moveTo>
              <a:lnTo>
                <a:pt x="0" y="136912"/>
              </a:lnTo>
              <a:lnTo>
                <a:pt x="456437" y="136912"/>
              </a:lnTo>
              <a:lnTo>
                <a:pt x="456437"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4D565B-F6FC-4706-8990-80151501AC5A}">
      <dsp:nvSpPr>
        <dsp:cNvPr id="0" name=""/>
        <dsp:cNvSpPr/>
      </dsp:nvSpPr>
      <dsp:spPr>
        <a:xfrm>
          <a:off x="3285216" y="3231868"/>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91E219-C375-4042-B2EB-189263EA8A4F}">
      <dsp:nvSpPr>
        <dsp:cNvPr id="0" name=""/>
        <dsp:cNvSpPr/>
      </dsp:nvSpPr>
      <dsp:spPr>
        <a:xfrm>
          <a:off x="3330936" y="2592306"/>
          <a:ext cx="456437" cy="200906"/>
        </a:xfrm>
        <a:custGeom>
          <a:avLst/>
          <a:gdLst/>
          <a:ahLst/>
          <a:cxnLst/>
          <a:rect l="0" t="0" r="0" b="0"/>
          <a:pathLst>
            <a:path>
              <a:moveTo>
                <a:pt x="456437" y="0"/>
              </a:moveTo>
              <a:lnTo>
                <a:pt x="456437"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6E5A0E-C98A-486A-A822-BCB1515D6D73}">
      <dsp:nvSpPr>
        <dsp:cNvPr id="0" name=""/>
        <dsp:cNvSpPr/>
      </dsp:nvSpPr>
      <dsp:spPr>
        <a:xfrm>
          <a:off x="2497070" y="1952743"/>
          <a:ext cx="1290303" cy="200906"/>
        </a:xfrm>
        <a:custGeom>
          <a:avLst/>
          <a:gdLst/>
          <a:ahLst/>
          <a:cxnLst/>
          <a:rect l="0" t="0" r="0" b="0"/>
          <a:pathLst>
            <a:path>
              <a:moveTo>
                <a:pt x="0" y="0"/>
              </a:moveTo>
              <a:lnTo>
                <a:pt x="0" y="136912"/>
              </a:lnTo>
              <a:lnTo>
                <a:pt x="1290303" y="136912"/>
              </a:lnTo>
              <a:lnTo>
                <a:pt x="129030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1D003C-CB16-47A8-9BF7-F56F919A5E74}">
      <dsp:nvSpPr>
        <dsp:cNvPr id="0" name=""/>
        <dsp:cNvSpPr/>
      </dsp:nvSpPr>
      <dsp:spPr>
        <a:xfrm>
          <a:off x="2309889" y="406527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BDBA62-4C7E-435D-BC9D-239044301547}">
      <dsp:nvSpPr>
        <dsp:cNvPr id="0" name=""/>
        <dsp:cNvSpPr/>
      </dsp:nvSpPr>
      <dsp:spPr>
        <a:xfrm>
          <a:off x="1351571" y="2592306"/>
          <a:ext cx="1004038" cy="200906"/>
        </a:xfrm>
        <a:custGeom>
          <a:avLst/>
          <a:gdLst/>
          <a:ahLst/>
          <a:cxnLst/>
          <a:rect l="0" t="0" r="0" b="0"/>
          <a:pathLst>
            <a:path>
              <a:moveTo>
                <a:pt x="0" y="0"/>
              </a:moveTo>
              <a:lnTo>
                <a:pt x="0" y="136912"/>
              </a:lnTo>
              <a:lnTo>
                <a:pt x="1004038" y="136912"/>
              </a:lnTo>
              <a:lnTo>
                <a:pt x="1004038"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F8D7D9-9430-479F-9DAF-1C10E6B9B1FA}">
      <dsp:nvSpPr>
        <dsp:cNvPr id="0" name=""/>
        <dsp:cNvSpPr/>
      </dsp:nvSpPr>
      <dsp:spPr>
        <a:xfrm>
          <a:off x="1354641" y="360308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DB5832-6258-4634-B0DA-4E3D86752BE0}">
      <dsp:nvSpPr>
        <dsp:cNvPr id="0" name=""/>
        <dsp:cNvSpPr/>
      </dsp:nvSpPr>
      <dsp:spPr>
        <a:xfrm>
          <a:off x="1305851" y="2592306"/>
          <a:ext cx="91440" cy="200906"/>
        </a:xfrm>
        <a:custGeom>
          <a:avLst/>
          <a:gdLst/>
          <a:ahLst/>
          <a:cxnLst/>
          <a:rect l="0" t="0" r="0" b="0"/>
          <a:pathLst>
            <a:path>
              <a:moveTo>
                <a:pt x="45720" y="0"/>
              </a:moveTo>
              <a:lnTo>
                <a:pt x="45720" y="136912"/>
              </a:lnTo>
              <a:lnTo>
                <a:pt x="94509" y="136912"/>
              </a:lnTo>
              <a:lnTo>
                <a:pt x="9450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D251E3-F7AA-416B-8430-B41CA48EA1D5}">
      <dsp:nvSpPr>
        <dsp:cNvPr id="0" name=""/>
        <dsp:cNvSpPr/>
      </dsp:nvSpPr>
      <dsp:spPr>
        <a:xfrm>
          <a:off x="381828" y="383786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9AEC80-C586-41AF-BAD5-BA797DDE0228}">
      <dsp:nvSpPr>
        <dsp:cNvPr id="0" name=""/>
        <dsp:cNvSpPr/>
      </dsp:nvSpPr>
      <dsp:spPr>
        <a:xfrm>
          <a:off x="427548" y="2592306"/>
          <a:ext cx="924023" cy="200906"/>
        </a:xfrm>
        <a:custGeom>
          <a:avLst/>
          <a:gdLst/>
          <a:ahLst/>
          <a:cxnLst/>
          <a:rect l="0" t="0" r="0" b="0"/>
          <a:pathLst>
            <a:path>
              <a:moveTo>
                <a:pt x="924023" y="0"/>
              </a:moveTo>
              <a:lnTo>
                <a:pt x="92402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C2727E-D197-4DD7-81D1-57296E128183}">
      <dsp:nvSpPr>
        <dsp:cNvPr id="0" name=""/>
        <dsp:cNvSpPr/>
      </dsp:nvSpPr>
      <dsp:spPr>
        <a:xfrm>
          <a:off x="1351571" y="1952743"/>
          <a:ext cx="1145499" cy="200906"/>
        </a:xfrm>
        <a:custGeom>
          <a:avLst/>
          <a:gdLst/>
          <a:ahLst/>
          <a:cxnLst/>
          <a:rect l="0" t="0" r="0" b="0"/>
          <a:pathLst>
            <a:path>
              <a:moveTo>
                <a:pt x="1145499" y="0"/>
              </a:moveTo>
              <a:lnTo>
                <a:pt x="1145499"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C5C67C-4C45-4216-A95E-F6F65EC96C8D}">
      <dsp:nvSpPr>
        <dsp:cNvPr id="0" name=""/>
        <dsp:cNvSpPr/>
      </dsp:nvSpPr>
      <dsp:spPr>
        <a:xfrm>
          <a:off x="2497070" y="1313180"/>
          <a:ext cx="3779140" cy="200906"/>
        </a:xfrm>
        <a:custGeom>
          <a:avLst/>
          <a:gdLst/>
          <a:ahLst/>
          <a:cxnLst/>
          <a:rect l="0" t="0" r="0" b="0"/>
          <a:pathLst>
            <a:path>
              <a:moveTo>
                <a:pt x="3779140" y="0"/>
              </a:moveTo>
              <a:lnTo>
                <a:pt x="3779140" y="136912"/>
              </a:lnTo>
              <a:lnTo>
                <a:pt x="0" y="136912"/>
              </a:lnTo>
              <a:lnTo>
                <a:pt x="0"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5B63A1-87FB-4EFC-BE4B-DA4F05642682}">
      <dsp:nvSpPr>
        <dsp:cNvPr id="0" name=""/>
        <dsp:cNvSpPr/>
      </dsp:nvSpPr>
      <dsp:spPr>
        <a:xfrm>
          <a:off x="5680067" y="574488"/>
          <a:ext cx="1192287" cy="7386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ADA60F-19B2-4074-B728-71723E606108}">
      <dsp:nvSpPr>
        <dsp:cNvPr id="0" name=""/>
        <dsp:cNvSpPr/>
      </dsp:nvSpPr>
      <dsp:spPr>
        <a:xfrm>
          <a:off x="5756823" y="647406"/>
          <a:ext cx="1192287" cy="738692"/>
        </a:xfrm>
        <a:prstGeom prst="roundRect">
          <a:avLst>
            <a:gd name="adj" fmla="val 10000"/>
          </a:avLst>
        </a:prstGeom>
        <a:solidFill>
          <a:schemeClr val="accent1">
            <a:alpha val="9000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Manufactura Aditiva</a:t>
          </a:r>
          <a:endParaRPr lang="es-PE" sz="1400" kern="1200" dirty="0"/>
        </a:p>
      </dsp:txBody>
      <dsp:txXfrm>
        <a:off x="5778459" y="669042"/>
        <a:ext cx="1149015" cy="695420"/>
      </dsp:txXfrm>
    </dsp:sp>
    <dsp:sp modelId="{FB0B6571-93CA-44A5-8E24-4103747CA439}">
      <dsp:nvSpPr>
        <dsp:cNvPr id="0" name=""/>
        <dsp:cNvSpPr/>
      </dsp:nvSpPr>
      <dsp:spPr>
        <a:xfrm>
          <a:off x="2151672"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1352B3-95C7-4E61-A55A-302221A248CF}">
      <dsp:nvSpPr>
        <dsp:cNvPr id="0" name=""/>
        <dsp:cNvSpPr/>
      </dsp:nvSpPr>
      <dsp:spPr>
        <a:xfrm>
          <a:off x="2228427"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Líquido</a:t>
          </a:r>
          <a:endParaRPr lang="es-PE" sz="1400" kern="1200" dirty="0"/>
        </a:p>
      </dsp:txBody>
      <dsp:txXfrm>
        <a:off x="2241275" y="1599852"/>
        <a:ext cx="665100" cy="412959"/>
      </dsp:txXfrm>
    </dsp:sp>
    <dsp:sp modelId="{A7B26193-12D5-40E4-9F11-56B852E28DEE}">
      <dsp:nvSpPr>
        <dsp:cNvPr id="0" name=""/>
        <dsp:cNvSpPr/>
      </dsp:nvSpPr>
      <dsp:spPr>
        <a:xfrm>
          <a:off x="661234" y="2153650"/>
          <a:ext cx="138067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64DDE1-F996-4F72-B5DC-77AEEC0E1908}">
      <dsp:nvSpPr>
        <dsp:cNvPr id="0" name=""/>
        <dsp:cNvSpPr/>
      </dsp:nvSpPr>
      <dsp:spPr>
        <a:xfrm>
          <a:off x="737989" y="2226567"/>
          <a:ext cx="138067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Fotopolímeros</a:t>
          </a:r>
          <a:endParaRPr lang="es-PE" sz="1400" kern="1200" dirty="0"/>
        </a:p>
      </dsp:txBody>
      <dsp:txXfrm>
        <a:off x="750837" y="2239415"/>
        <a:ext cx="1354978" cy="412959"/>
      </dsp:txXfrm>
    </dsp:sp>
    <dsp:sp modelId="{9D15A430-DBED-4797-9883-CEA48FB9795A}">
      <dsp:nvSpPr>
        <dsp:cNvPr id="0" name=""/>
        <dsp:cNvSpPr/>
      </dsp:nvSpPr>
      <dsp:spPr>
        <a:xfrm>
          <a:off x="2135" y="2793212"/>
          <a:ext cx="850826" cy="10446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9D5326-99B1-4621-B91F-43D37B11416E}">
      <dsp:nvSpPr>
        <dsp:cNvPr id="0" name=""/>
        <dsp:cNvSpPr/>
      </dsp:nvSpPr>
      <dsp:spPr>
        <a:xfrm>
          <a:off x="78890" y="2866130"/>
          <a:ext cx="850826" cy="104465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de trama(proyector</a:t>
          </a:r>
          <a:r>
            <a:rPr lang="es-ES" sz="700" kern="1200" dirty="0"/>
            <a:t>)</a:t>
          </a:r>
          <a:endParaRPr lang="es-PE" sz="700" kern="1200" dirty="0"/>
        </a:p>
      </dsp:txBody>
      <dsp:txXfrm>
        <a:off x="103810" y="2891050"/>
        <a:ext cx="800986" cy="994810"/>
      </dsp:txXfrm>
    </dsp:sp>
    <dsp:sp modelId="{6F31B42E-D7FE-4F79-B77D-9F7F5361E59E}">
      <dsp:nvSpPr>
        <dsp:cNvPr id="0" name=""/>
        <dsp:cNvSpPr/>
      </dsp:nvSpPr>
      <dsp:spPr>
        <a:xfrm>
          <a:off x="24330" y="4038769"/>
          <a:ext cx="806436" cy="101036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18D471-BC2F-4BBB-A5F6-A73C03F07BA5}">
      <dsp:nvSpPr>
        <dsp:cNvPr id="0" name=""/>
        <dsp:cNvSpPr/>
      </dsp:nvSpPr>
      <dsp:spPr>
        <a:xfrm>
          <a:off x="101085" y="4111686"/>
          <a:ext cx="806436" cy="101036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Digital Light </a:t>
          </a:r>
          <a:r>
            <a:rPr lang="es-ES" sz="1200" kern="1200" dirty="0" err="1"/>
            <a:t>Projection</a:t>
          </a:r>
          <a:r>
            <a:rPr lang="es-ES" sz="1200" kern="1200" dirty="0"/>
            <a:t> </a:t>
          </a:r>
        </a:p>
        <a:p>
          <a:pPr marL="0" lvl="0" indent="0" algn="ctr" defTabSz="533400">
            <a:lnSpc>
              <a:spcPct val="90000"/>
            </a:lnSpc>
            <a:spcBef>
              <a:spcPct val="0"/>
            </a:spcBef>
            <a:spcAft>
              <a:spcPct val="35000"/>
            </a:spcAft>
            <a:buNone/>
          </a:pPr>
          <a:r>
            <a:rPr lang="es-ES" sz="1200" kern="1200" dirty="0"/>
            <a:t>(DLP)</a:t>
          </a:r>
          <a:endParaRPr lang="es-PE" sz="1200" kern="1200" dirty="0"/>
        </a:p>
      </dsp:txBody>
      <dsp:txXfrm>
        <a:off x="124705" y="4135306"/>
        <a:ext cx="759196" cy="963129"/>
      </dsp:txXfrm>
    </dsp:sp>
    <dsp:sp modelId="{CD9AC1F0-7200-4377-83E2-2953F0C8DE9D}">
      <dsp:nvSpPr>
        <dsp:cNvPr id="0" name=""/>
        <dsp:cNvSpPr/>
      </dsp:nvSpPr>
      <dsp:spPr>
        <a:xfrm>
          <a:off x="1054962" y="2793212"/>
          <a:ext cx="690796" cy="80987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B99B29-7B4C-4D52-98EB-EB40583810FE}">
      <dsp:nvSpPr>
        <dsp:cNvPr id="0" name=""/>
        <dsp:cNvSpPr/>
      </dsp:nvSpPr>
      <dsp:spPr>
        <a:xfrm>
          <a:off x="1131717" y="2866130"/>
          <a:ext cx="690796" cy="80987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vectorial (láser)</a:t>
          </a:r>
          <a:endParaRPr lang="es-PE" sz="1200" kern="1200" dirty="0"/>
        </a:p>
      </dsp:txBody>
      <dsp:txXfrm>
        <a:off x="1151950" y="2886363"/>
        <a:ext cx="650330" cy="769411"/>
      </dsp:txXfrm>
    </dsp:sp>
    <dsp:sp modelId="{5150BB15-1346-483E-AF7D-70E2640A7E40}">
      <dsp:nvSpPr>
        <dsp:cNvPr id="0" name=""/>
        <dsp:cNvSpPr/>
      </dsp:nvSpPr>
      <dsp:spPr>
        <a:xfrm>
          <a:off x="1006472" y="3803996"/>
          <a:ext cx="787777" cy="73656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DF574B-1D82-4FB8-8077-5F85A7CEF7B9}">
      <dsp:nvSpPr>
        <dsp:cNvPr id="0" name=""/>
        <dsp:cNvSpPr/>
      </dsp:nvSpPr>
      <dsp:spPr>
        <a:xfrm>
          <a:off x="1083227" y="3876913"/>
          <a:ext cx="787777" cy="73656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Estereolitografía</a:t>
          </a:r>
        </a:p>
        <a:p>
          <a:pPr marL="0" lvl="0" indent="0" algn="ctr" defTabSz="533400">
            <a:lnSpc>
              <a:spcPct val="90000"/>
            </a:lnSpc>
            <a:spcBef>
              <a:spcPct val="0"/>
            </a:spcBef>
            <a:spcAft>
              <a:spcPct val="35000"/>
            </a:spcAft>
            <a:buNone/>
          </a:pPr>
          <a:r>
            <a:rPr lang="es-ES" sz="1200" kern="1200" dirty="0"/>
            <a:t>(SLA)</a:t>
          </a:r>
          <a:endParaRPr lang="es-PE" sz="1200" kern="1200" dirty="0"/>
        </a:p>
      </dsp:txBody>
      <dsp:txXfrm>
        <a:off x="1104800" y="3898486"/>
        <a:ext cx="744631" cy="693414"/>
      </dsp:txXfrm>
    </dsp:sp>
    <dsp:sp modelId="{37D316C6-5040-4D74-8864-132E6BA9BBFC}">
      <dsp:nvSpPr>
        <dsp:cNvPr id="0" name=""/>
        <dsp:cNvSpPr/>
      </dsp:nvSpPr>
      <dsp:spPr>
        <a:xfrm>
          <a:off x="2010211" y="2793212"/>
          <a:ext cx="690796" cy="127206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1F4FF-90E0-473F-AA26-0933966D080F}">
      <dsp:nvSpPr>
        <dsp:cNvPr id="0" name=""/>
        <dsp:cNvSpPr/>
      </dsp:nvSpPr>
      <dsp:spPr>
        <a:xfrm>
          <a:off x="2086966" y="2866130"/>
          <a:ext cx="690796" cy="12720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Curado con lámpara después de deposición selectiva</a:t>
          </a:r>
          <a:endParaRPr lang="es-PE" sz="1200" kern="1200" dirty="0"/>
        </a:p>
      </dsp:txBody>
      <dsp:txXfrm>
        <a:off x="2107199" y="2886363"/>
        <a:ext cx="650330" cy="1231596"/>
      </dsp:txXfrm>
    </dsp:sp>
    <dsp:sp modelId="{B3AB75D9-CAB8-4D3E-ADC7-4B8D7ABDFAD3}">
      <dsp:nvSpPr>
        <dsp:cNvPr id="0" name=""/>
        <dsp:cNvSpPr/>
      </dsp:nvSpPr>
      <dsp:spPr>
        <a:xfrm>
          <a:off x="1947760" y="4266181"/>
          <a:ext cx="815699" cy="62341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4979AF-3A37-49B4-8161-920557516DF4}">
      <dsp:nvSpPr>
        <dsp:cNvPr id="0" name=""/>
        <dsp:cNvSpPr/>
      </dsp:nvSpPr>
      <dsp:spPr>
        <a:xfrm>
          <a:off x="2024515" y="4339099"/>
          <a:ext cx="815699" cy="6234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Multi-Jet </a:t>
          </a:r>
          <a:r>
            <a:rPr lang="es-ES" sz="1400" kern="1200" dirty="0" err="1"/>
            <a:t>Modeling</a:t>
          </a:r>
          <a:r>
            <a:rPr lang="es-ES" sz="1400" kern="1200" dirty="0"/>
            <a:t> </a:t>
          </a:r>
        </a:p>
        <a:p>
          <a:pPr marL="0" lvl="0" indent="0" algn="ctr" defTabSz="622300">
            <a:lnSpc>
              <a:spcPct val="90000"/>
            </a:lnSpc>
            <a:spcBef>
              <a:spcPct val="0"/>
            </a:spcBef>
            <a:spcAft>
              <a:spcPct val="35000"/>
            </a:spcAft>
            <a:buNone/>
          </a:pPr>
          <a:r>
            <a:rPr lang="es-ES" sz="1400" kern="1200" dirty="0"/>
            <a:t>(MJM)</a:t>
          </a:r>
          <a:endParaRPr lang="es-PE" sz="1400" kern="1200" dirty="0"/>
        </a:p>
      </dsp:txBody>
      <dsp:txXfrm>
        <a:off x="2042774" y="4357358"/>
        <a:ext cx="779181" cy="586895"/>
      </dsp:txXfrm>
    </dsp:sp>
    <dsp:sp modelId="{4243BF0C-15AF-4355-BD68-7D01430782DD}">
      <dsp:nvSpPr>
        <dsp:cNvPr id="0" name=""/>
        <dsp:cNvSpPr/>
      </dsp:nvSpPr>
      <dsp:spPr>
        <a:xfrm>
          <a:off x="3241842" y="2153650"/>
          <a:ext cx="109106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C58B70-D1C5-47CF-B55B-1F05A54A9968}">
      <dsp:nvSpPr>
        <dsp:cNvPr id="0" name=""/>
        <dsp:cNvSpPr/>
      </dsp:nvSpPr>
      <dsp:spPr>
        <a:xfrm>
          <a:off x="3318597" y="2226567"/>
          <a:ext cx="109106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Materiales fundidos</a:t>
          </a:r>
          <a:endParaRPr lang="es-PE" sz="1400" kern="1200" dirty="0"/>
        </a:p>
      </dsp:txBody>
      <dsp:txXfrm>
        <a:off x="3331445" y="2239415"/>
        <a:ext cx="1065368" cy="412959"/>
      </dsp:txXfrm>
    </dsp:sp>
    <dsp:sp modelId="{3060C2E0-FED7-4E6A-A92C-E15167EB816D}">
      <dsp:nvSpPr>
        <dsp:cNvPr id="0" name=""/>
        <dsp:cNvSpPr/>
      </dsp:nvSpPr>
      <dsp:spPr>
        <a:xfrm>
          <a:off x="2985538" y="2793212"/>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AF6D40-DDAF-45A2-A156-DA61074E76FD}">
      <dsp:nvSpPr>
        <dsp:cNvPr id="0" name=""/>
        <dsp:cNvSpPr/>
      </dsp:nvSpPr>
      <dsp:spPr>
        <a:xfrm>
          <a:off x="3062293" y="2866130"/>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Extrusión</a:t>
          </a:r>
          <a:endParaRPr lang="es-PE" sz="1400" kern="1200" dirty="0"/>
        </a:p>
      </dsp:txBody>
      <dsp:txXfrm>
        <a:off x="3075141" y="2878978"/>
        <a:ext cx="665100" cy="412959"/>
      </dsp:txXfrm>
    </dsp:sp>
    <dsp:sp modelId="{E7122916-451F-4F71-B809-118A671FF1E5}">
      <dsp:nvSpPr>
        <dsp:cNvPr id="0" name=""/>
        <dsp:cNvSpPr/>
      </dsp:nvSpPr>
      <dsp:spPr>
        <a:xfrm>
          <a:off x="2916970" y="3432775"/>
          <a:ext cx="827933" cy="109042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BED8C5-781F-4015-AE6D-3CDDE6224FD3}">
      <dsp:nvSpPr>
        <dsp:cNvPr id="0" name=""/>
        <dsp:cNvSpPr/>
      </dsp:nvSpPr>
      <dsp:spPr>
        <a:xfrm>
          <a:off x="2993725" y="3505692"/>
          <a:ext cx="827933" cy="109042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Fusion</a:t>
          </a:r>
          <a:r>
            <a:rPr lang="es-ES" sz="1200" kern="1200" dirty="0"/>
            <a:t> </a:t>
          </a:r>
          <a:r>
            <a:rPr lang="es-ES" sz="1200" kern="1200" dirty="0" err="1"/>
            <a:t>Deposition</a:t>
          </a:r>
          <a:r>
            <a:rPr lang="es-ES" sz="1200" kern="1200" dirty="0"/>
            <a:t> </a:t>
          </a:r>
          <a:r>
            <a:rPr lang="es-ES" sz="1200" kern="1200" dirty="0" err="1"/>
            <a:t>Modelling</a:t>
          </a:r>
          <a:r>
            <a:rPr lang="es-ES" sz="1200" kern="1200" dirty="0"/>
            <a:t> </a:t>
          </a:r>
        </a:p>
        <a:p>
          <a:pPr marL="0" lvl="0" indent="0" algn="ctr" defTabSz="533400">
            <a:lnSpc>
              <a:spcPct val="90000"/>
            </a:lnSpc>
            <a:spcBef>
              <a:spcPct val="0"/>
            </a:spcBef>
            <a:spcAft>
              <a:spcPct val="35000"/>
            </a:spcAft>
            <a:buNone/>
          </a:pPr>
          <a:r>
            <a:rPr lang="es-ES" sz="1200" kern="1200" dirty="0"/>
            <a:t>(FDM)</a:t>
          </a:r>
          <a:endParaRPr lang="es-PE" sz="1200" kern="1200" dirty="0"/>
        </a:p>
      </dsp:txBody>
      <dsp:txXfrm>
        <a:off x="3017974" y="3529941"/>
        <a:ext cx="779435" cy="1041930"/>
      </dsp:txXfrm>
    </dsp:sp>
    <dsp:sp modelId="{A8C67FA6-7ABD-4618-B377-927EC3884E24}">
      <dsp:nvSpPr>
        <dsp:cNvPr id="0" name=""/>
        <dsp:cNvSpPr/>
      </dsp:nvSpPr>
      <dsp:spPr>
        <a:xfrm>
          <a:off x="3898414" y="2793212"/>
          <a:ext cx="690796" cy="78543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C394E3-2F48-457A-8810-B39903F4222F}">
      <dsp:nvSpPr>
        <dsp:cNvPr id="0" name=""/>
        <dsp:cNvSpPr/>
      </dsp:nvSpPr>
      <dsp:spPr>
        <a:xfrm>
          <a:off x="3975169" y="2866130"/>
          <a:ext cx="690796" cy="78543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Inyección de tinta</a:t>
          </a:r>
        </a:p>
        <a:p>
          <a:pPr marL="0" lvl="0" indent="0" algn="ctr" defTabSz="533400">
            <a:lnSpc>
              <a:spcPct val="90000"/>
            </a:lnSpc>
            <a:spcBef>
              <a:spcPct val="0"/>
            </a:spcBef>
            <a:spcAft>
              <a:spcPct val="35000"/>
            </a:spcAft>
            <a:buNone/>
          </a:pPr>
          <a:r>
            <a:rPr lang="es-ES" sz="1200" kern="1200" dirty="0"/>
            <a:t>(</a:t>
          </a:r>
          <a:r>
            <a:rPr lang="es-ES" sz="1200" kern="1200" dirty="0" err="1"/>
            <a:t>Ink</a:t>
          </a:r>
          <a:r>
            <a:rPr lang="es-ES" sz="1200" kern="1200" dirty="0"/>
            <a:t> </a:t>
          </a:r>
          <a:r>
            <a:rPr lang="es-ES" sz="1200" kern="1200" dirty="0" err="1"/>
            <a:t>Jetting</a:t>
          </a:r>
          <a:r>
            <a:rPr lang="es-ES" sz="1200" kern="1200" dirty="0"/>
            <a:t>)</a:t>
          </a:r>
          <a:endParaRPr lang="es-PE" sz="1200" kern="1200" dirty="0"/>
        </a:p>
      </dsp:txBody>
      <dsp:txXfrm>
        <a:off x="3995402" y="2886363"/>
        <a:ext cx="650330" cy="744973"/>
      </dsp:txXfrm>
    </dsp:sp>
    <dsp:sp modelId="{E9B3408C-50B8-4856-A4C3-CF930E3AC9F0}">
      <dsp:nvSpPr>
        <dsp:cNvPr id="0" name=""/>
        <dsp:cNvSpPr/>
      </dsp:nvSpPr>
      <dsp:spPr>
        <a:xfrm>
          <a:off x="3898414" y="3779559"/>
          <a:ext cx="690796" cy="91513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04D56B-239A-4D0C-A7D2-813502A91E7F}">
      <dsp:nvSpPr>
        <dsp:cNvPr id="0" name=""/>
        <dsp:cNvSpPr/>
      </dsp:nvSpPr>
      <dsp:spPr>
        <a:xfrm>
          <a:off x="3975169" y="3852476"/>
          <a:ext cx="690796" cy="91513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Drop</a:t>
          </a:r>
          <a:r>
            <a:rPr lang="es-ES" sz="1200" kern="1200" dirty="0"/>
            <a:t> </a:t>
          </a:r>
          <a:r>
            <a:rPr lang="es-ES" sz="1200" kern="1200" dirty="0" err="1"/>
            <a:t>on</a:t>
          </a:r>
          <a:r>
            <a:rPr lang="es-ES" sz="1200" kern="1200" dirty="0"/>
            <a:t> </a:t>
          </a:r>
          <a:r>
            <a:rPr lang="es-ES" sz="1200" kern="1200" dirty="0" err="1"/>
            <a:t>Demand</a:t>
          </a:r>
          <a:endParaRPr lang="es-ES" sz="1200" kern="1200" dirty="0"/>
        </a:p>
        <a:p>
          <a:pPr marL="0" lvl="0" indent="0" algn="ctr" defTabSz="533400">
            <a:lnSpc>
              <a:spcPct val="90000"/>
            </a:lnSpc>
            <a:spcBef>
              <a:spcPct val="0"/>
            </a:spcBef>
            <a:spcAft>
              <a:spcPct val="35000"/>
            </a:spcAft>
            <a:buNone/>
          </a:pPr>
          <a:r>
            <a:rPr lang="es-ES" sz="1200" kern="1200" dirty="0"/>
            <a:t>(</a:t>
          </a:r>
          <a:r>
            <a:rPr lang="es-ES" sz="1200" kern="1200" dirty="0" err="1"/>
            <a:t>DoD</a:t>
          </a:r>
          <a:r>
            <a:rPr lang="es-ES" sz="1200" kern="1200" dirty="0"/>
            <a:t>)</a:t>
          </a:r>
          <a:endParaRPr lang="es-PE" sz="1200" kern="1200" dirty="0"/>
        </a:p>
      </dsp:txBody>
      <dsp:txXfrm>
        <a:off x="3995402" y="3872709"/>
        <a:ext cx="650330" cy="874666"/>
      </dsp:txXfrm>
    </dsp:sp>
    <dsp:sp modelId="{C99AF00D-587A-4D2F-9DF3-F086B60B49B6}">
      <dsp:nvSpPr>
        <dsp:cNvPr id="0" name=""/>
        <dsp:cNvSpPr/>
      </dsp:nvSpPr>
      <dsp:spPr>
        <a:xfrm>
          <a:off x="7155716"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C9B9A5-4725-4D4B-8B2A-6E0660D30F18}">
      <dsp:nvSpPr>
        <dsp:cNvPr id="0" name=""/>
        <dsp:cNvSpPr/>
      </dsp:nvSpPr>
      <dsp:spPr>
        <a:xfrm>
          <a:off x="7232472"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Polvos</a:t>
          </a:r>
          <a:endParaRPr lang="es-PE" sz="1400" kern="1200" dirty="0"/>
        </a:p>
      </dsp:txBody>
      <dsp:txXfrm>
        <a:off x="7245320" y="1599852"/>
        <a:ext cx="665100" cy="412959"/>
      </dsp:txXfrm>
    </dsp:sp>
    <dsp:sp modelId="{A8ABF9B4-AFFB-4B89-A425-BBEDF4894B77}">
      <dsp:nvSpPr>
        <dsp:cNvPr id="0" name=""/>
        <dsp:cNvSpPr/>
      </dsp:nvSpPr>
      <dsp:spPr>
        <a:xfrm>
          <a:off x="5798379" y="2153650"/>
          <a:ext cx="1252407"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6059D9-CC56-492D-BFE3-1297E163E248}">
      <dsp:nvSpPr>
        <dsp:cNvPr id="0" name=""/>
        <dsp:cNvSpPr/>
      </dsp:nvSpPr>
      <dsp:spPr>
        <a:xfrm>
          <a:off x="5875135" y="2226567"/>
          <a:ext cx="1252407"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de lecho de polvo</a:t>
          </a:r>
          <a:endParaRPr lang="es-PE" sz="1400" kern="1200" dirty="0"/>
        </a:p>
      </dsp:txBody>
      <dsp:txXfrm>
        <a:off x="5887983" y="2239415"/>
        <a:ext cx="1226711" cy="412959"/>
      </dsp:txXfrm>
    </dsp:sp>
    <dsp:sp modelId="{8DAE1D9F-ABE0-4BE8-A7DC-F41ADEE0AB61}">
      <dsp:nvSpPr>
        <dsp:cNvPr id="0" name=""/>
        <dsp:cNvSpPr/>
      </dsp:nvSpPr>
      <dsp:spPr>
        <a:xfrm>
          <a:off x="4742721" y="2793212"/>
          <a:ext cx="794036" cy="60894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058E97-2D6D-4460-A61E-5F994535679C}">
      <dsp:nvSpPr>
        <dsp:cNvPr id="0" name=""/>
        <dsp:cNvSpPr/>
      </dsp:nvSpPr>
      <dsp:spPr>
        <a:xfrm>
          <a:off x="4819476" y="2866130"/>
          <a:ext cx="794036" cy="60894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Fusión por rayo electrónico</a:t>
          </a:r>
          <a:endParaRPr lang="es-PE" sz="1200" kern="1200" dirty="0"/>
        </a:p>
      </dsp:txBody>
      <dsp:txXfrm>
        <a:off x="4837311" y="2883965"/>
        <a:ext cx="758366" cy="573276"/>
      </dsp:txXfrm>
    </dsp:sp>
    <dsp:sp modelId="{648F769D-2066-4046-9CF2-1858CA164EA5}">
      <dsp:nvSpPr>
        <dsp:cNvPr id="0" name=""/>
        <dsp:cNvSpPr/>
      </dsp:nvSpPr>
      <dsp:spPr>
        <a:xfrm>
          <a:off x="4794340" y="3603065"/>
          <a:ext cx="690796" cy="82225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021796-B6ED-4381-AC19-E9574AAC2B64}">
      <dsp:nvSpPr>
        <dsp:cNvPr id="0" name=""/>
        <dsp:cNvSpPr/>
      </dsp:nvSpPr>
      <dsp:spPr>
        <a:xfrm>
          <a:off x="4871096" y="3675983"/>
          <a:ext cx="690796" cy="82225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Electron</a:t>
          </a:r>
          <a:r>
            <a:rPr lang="es-ES" sz="1200" kern="1200" dirty="0"/>
            <a:t> Beam </a:t>
          </a:r>
          <a:r>
            <a:rPr lang="es-ES" sz="1200" kern="1200" dirty="0" err="1"/>
            <a:t>Melting</a:t>
          </a:r>
          <a:r>
            <a:rPr lang="es-ES" sz="1200" kern="1200" dirty="0"/>
            <a:t> </a:t>
          </a:r>
        </a:p>
        <a:p>
          <a:pPr marL="0" lvl="0" indent="0" algn="ctr" defTabSz="533400">
            <a:lnSpc>
              <a:spcPct val="90000"/>
            </a:lnSpc>
            <a:spcBef>
              <a:spcPct val="0"/>
            </a:spcBef>
            <a:spcAft>
              <a:spcPct val="35000"/>
            </a:spcAft>
            <a:buNone/>
          </a:pPr>
          <a:r>
            <a:rPr lang="es-ES" sz="1200" kern="1200" dirty="0"/>
            <a:t>(EBM)</a:t>
          </a:r>
          <a:endParaRPr lang="es-PE" sz="1200" kern="1200" dirty="0"/>
        </a:p>
      </dsp:txBody>
      <dsp:txXfrm>
        <a:off x="4891329" y="3696216"/>
        <a:ext cx="650330" cy="781785"/>
      </dsp:txXfrm>
    </dsp:sp>
    <dsp:sp modelId="{E541C4D3-3AF5-40A0-80FD-347ECB125216}">
      <dsp:nvSpPr>
        <dsp:cNvPr id="0" name=""/>
        <dsp:cNvSpPr/>
      </dsp:nvSpPr>
      <dsp:spPr>
        <a:xfrm>
          <a:off x="6060801" y="2793212"/>
          <a:ext cx="690796" cy="60045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B6FAE6-9D9F-492E-ABEC-12E6F3F155BE}">
      <dsp:nvSpPr>
        <dsp:cNvPr id="0" name=""/>
        <dsp:cNvSpPr/>
      </dsp:nvSpPr>
      <dsp:spPr>
        <a:xfrm>
          <a:off x="6137556" y="2866130"/>
          <a:ext cx="690796" cy="60045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láser</a:t>
          </a:r>
          <a:endParaRPr lang="es-PE" sz="1400" kern="1200" dirty="0"/>
        </a:p>
      </dsp:txBody>
      <dsp:txXfrm>
        <a:off x="6155143" y="2883717"/>
        <a:ext cx="655622" cy="565280"/>
      </dsp:txXfrm>
    </dsp:sp>
    <dsp:sp modelId="{E84A5936-E6A8-4F4B-9A83-7B870C875F16}">
      <dsp:nvSpPr>
        <dsp:cNvPr id="0" name=""/>
        <dsp:cNvSpPr/>
      </dsp:nvSpPr>
      <dsp:spPr>
        <a:xfrm>
          <a:off x="5638647" y="3594573"/>
          <a:ext cx="690796" cy="71696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0DA46-1BAB-42C2-A7C4-33D5622E2D03}">
      <dsp:nvSpPr>
        <dsp:cNvPr id="0" name=""/>
        <dsp:cNvSpPr/>
      </dsp:nvSpPr>
      <dsp:spPr>
        <a:xfrm>
          <a:off x="5715403" y="3667490"/>
          <a:ext cx="690796" cy="71696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Selective</a:t>
          </a:r>
          <a:r>
            <a:rPr lang="es-ES" sz="1200" kern="1200" dirty="0"/>
            <a:t> Laser </a:t>
          </a:r>
          <a:r>
            <a:rPr lang="es-ES" sz="1200" kern="1200" dirty="0" err="1"/>
            <a:t>Sintering</a:t>
          </a:r>
          <a:r>
            <a:rPr lang="es-ES" sz="1200" kern="1200" dirty="0"/>
            <a:t> </a:t>
          </a:r>
        </a:p>
        <a:p>
          <a:pPr marL="0" lvl="0" indent="0" algn="ctr" defTabSz="533400">
            <a:lnSpc>
              <a:spcPct val="90000"/>
            </a:lnSpc>
            <a:spcBef>
              <a:spcPct val="0"/>
            </a:spcBef>
            <a:spcAft>
              <a:spcPct val="35000"/>
            </a:spcAft>
            <a:buNone/>
          </a:pPr>
          <a:r>
            <a:rPr lang="es-ES" sz="1200" kern="1200" dirty="0"/>
            <a:t>(SLS)</a:t>
          </a:r>
          <a:endParaRPr lang="es-PE" sz="1200" kern="1200" dirty="0"/>
        </a:p>
      </dsp:txBody>
      <dsp:txXfrm>
        <a:off x="5735636" y="3687723"/>
        <a:ext cx="650330" cy="676499"/>
      </dsp:txXfrm>
    </dsp:sp>
    <dsp:sp modelId="{FB66B440-AA4E-46A3-BAC8-0F211619BC38}">
      <dsp:nvSpPr>
        <dsp:cNvPr id="0" name=""/>
        <dsp:cNvSpPr/>
      </dsp:nvSpPr>
      <dsp:spPr>
        <a:xfrm>
          <a:off x="6482954" y="3594573"/>
          <a:ext cx="690796" cy="89035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FF6A0A-51CC-42C6-9F66-A7A8F3AC026E}">
      <dsp:nvSpPr>
        <dsp:cNvPr id="0" name=""/>
        <dsp:cNvSpPr/>
      </dsp:nvSpPr>
      <dsp:spPr>
        <a:xfrm>
          <a:off x="6559710" y="3667490"/>
          <a:ext cx="690796" cy="89035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Direct Metal Laser </a:t>
          </a:r>
          <a:r>
            <a:rPr lang="es-ES" sz="1200" kern="1200" dirty="0" err="1"/>
            <a:t>Sintering</a:t>
          </a:r>
          <a:endParaRPr lang="es-ES" sz="1200" kern="1200" dirty="0"/>
        </a:p>
        <a:p>
          <a:pPr marL="0" lvl="0" indent="0" algn="ctr" defTabSz="533400">
            <a:lnSpc>
              <a:spcPct val="90000"/>
            </a:lnSpc>
            <a:spcBef>
              <a:spcPct val="0"/>
            </a:spcBef>
            <a:spcAft>
              <a:spcPct val="35000"/>
            </a:spcAft>
            <a:buNone/>
          </a:pPr>
          <a:r>
            <a:rPr lang="es-ES" sz="1200" kern="1200" dirty="0"/>
            <a:t>(DMLS)</a:t>
          </a:r>
          <a:endParaRPr lang="es-PE" sz="1200" kern="1200" dirty="0"/>
        </a:p>
      </dsp:txBody>
      <dsp:txXfrm>
        <a:off x="6579943" y="3687723"/>
        <a:ext cx="650330" cy="849891"/>
      </dsp:txXfrm>
    </dsp:sp>
    <dsp:sp modelId="{89B39358-69F2-4193-9042-E43528B8883B}">
      <dsp:nvSpPr>
        <dsp:cNvPr id="0" name=""/>
        <dsp:cNvSpPr/>
      </dsp:nvSpPr>
      <dsp:spPr>
        <a:xfrm>
          <a:off x="7327261" y="2793212"/>
          <a:ext cx="779184" cy="9061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43F746-8F68-4CD2-B250-8EDF9E90B3D6}">
      <dsp:nvSpPr>
        <dsp:cNvPr id="0" name=""/>
        <dsp:cNvSpPr/>
      </dsp:nvSpPr>
      <dsp:spPr>
        <a:xfrm>
          <a:off x="7404017" y="2866130"/>
          <a:ext cx="779184" cy="90619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aglutinante</a:t>
          </a:r>
          <a:endParaRPr lang="es-PE" sz="1400" kern="1200" dirty="0"/>
        </a:p>
      </dsp:txBody>
      <dsp:txXfrm>
        <a:off x="7426839" y="2888952"/>
        <a:ext cx="733540" cy="860548"/>
      </dsp:txXfrm>
    </dsp:sp>
    <dsp:sp modelId="{0A81C4EB-7780-4229-9EB4-19924D58645C}">
      <dsp:nvSpPr>
        <dsp:cNvPr id="0" name=""/>
        <dsp:cNvSpPr/>
      </dsp:nvSpPr>
      <dsp:spPr>
        <a:xfrm>
          <a:off x="7371455" y="3900312"/>
          <a:ext cx="690796" cy="74173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2356FF-58C7-440A-B959-C30985DFBEE3}">
      <dsp:nvSpPr>
        <dsp:cNvPr id="0" name=""/>
        <dsp:cNvSpPr/>
      </dsp:nvSpPr>
      <dsp:spPr>
        <a:xfrm>
          <a:off x="7448210" y="3973229"/>
          <a:ext cx="690796" cy="74173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Binder</a:t>
          </a:r>
          <a:r>
            <a:rPr lang="es-ES" sz="1200" kern="1200" dirty="0"/>
            <a:t> </a:t>
          </a:r>
          <a:r>
            <a:rPr lang="es-ES" sz="1200" kern="1200" dirty="0" err="1"/>
            <a:t>Jetting</a:t>
          </a:r>
          <a:endParaRPr lang="es-ES" sz="1200" kern="1200" dirty="0"/>
        </a:p>
        <a:p>
          <a:pPr marL="0" lvl="0" indent="0" algn="ctr" defTabSz="533400">
            <a:lnSpc>
              <a:spcPct val="90000"/>
            </a:lnSpc>
            <a:spcBef>
              <a:spcPct val="0"/>
            </a:spcBef>
            <a:spcAft>
              <a:spcPct val="35000"/>
            </a:spcAft>
            <a:buNone/>
          </a:pPr>
          <a:r>
            <a:rPr lang="es-ES" sz="1200" kern="1200" dirty="0"/>
            <a:t>(BJ)</a:t>
          </a:r>
          <a:endParaRPr lang="es-PE" sz="1200" kern="1200" dirty="0"/>
        </a:p>
      </dsp:txBody>
      <dsp:txXfrm>
        <a:off x="7468443" y="3993462"/>
        <a:ext cx="650330" cy="701270"/>
      </dsp:txXfrm>
    </dsp:sp>
    <dsp:sp modelId="{47C1611A-EDE7-4C57-BCEA-3C5CC43D2E79}">
      <dsp:nvSpPr>
        <dsp:cNvPr id="0" name=""/>
        <dsp:cNvSpPr/>
      </dsp:nvSpPr>
      <dsp:spPr>
        <a:xfrm>
          <a:off x="8006858" y="2153650"/>
          <a:ext cx="1196991"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CB2D9B-2243-4B5A-AEA2-98DDC4085B53}">
      <dsp:nvSpPr>
        <dsp:cNvPr id="0" name=""/>
        <dsp:cNvSpPr/>
      </dsp:nvSpPr>
      <dsp:spPr>
        <a:xfrm>
          <a:off x="8083614" y="2226567"/>
          <a:ext cx="1196991"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Deposición de laser coaxial</a:t>
          </a:r>
          <a:endParaRPr lang="es-PE" sz="1400" kern="1200" dirty="0"/>
        </a:p>
      </dsp:txBody>
      <dsp:txXfrm>
        <a:off x="8096462" y="2239415"/>
        <a:ext cx="1171295" cy="412959"/>
      </dsp:txXfrm>
    </dsp:sp>
    <dsp:sp modelId="{8C1FFC2C-1870-4ACF-B3DD-F6BD7876679C}">
      <dsp:nvSpPr>
        <dsp:cNvPr id="0" name=""/>
        <dsp:cNvSpPr/>
      </dsp:nvSpPr>
      <dsp:spPr>
        <a:xfrm>
          <a:off x="8287070" y="3434970"/>
          <a:ext cx="690796" cy="8859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40022A-236A-4742-BC0C-6B63B7BC556B}">
      <dsp:nvSpPr>
        <dsp:cNvPr id="0" name=""/>
        <dsp:cNvSpPr/>
      </dsp:nvSpPr>
      <dsp:spPr>
        <a:xfrm>
          <a:off x="8363825" y="3507888"/>
          <a:ext cx="690796" cy="88596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Laser Metal </a:t>
          </a:r>
          <a:r>
            <a:rPr lang="es-ES" sz="1200" kern="1200" dirty="0" err="1"/>
            <a:t>Deposition</a:t>
          </a:r>
          <a:endParaRPr lang="es-ES" sz="1200" kern="1200" dirty="0"/>
        </a:p>
        <a:p>
          <a:pPr marL="0" lvl="0" indent="0" algn="ctr" defTabSz="533400">
            <a:lnSpc>
              <a:spcPct val="90000"/>
            </a:lnSpc>
            <a:spcBef>
              <a:spcPct val="0"/>
            </a:spcBef>
            <a:spcAft>
              <a:spcPct val="35000"/>
            </a:spcAft>
            <a:buNone/>
          </a:pPr>
          <a:r>
            <a:rPr lang="es-ES" sz="1200" kern="1200" dirty="0"/>
            <a:t>(LMD)</a:t>
          </a:r>
          <a:endParaRPr lang="es-PE" sz="1200" kern="1200" dirty="0"/>
        </a:p>
      </dsp:txBody>
      <dsp:txXfrm>
        <a:off x="8384058" y="3528121"/>
        <a:ext cx="650330" cy="845500"/>
      </dsp:txXfrm>
    </dsp:sp>
    <dsp:sp modelId="{5EFDDE5A-6F9D-46CC-B23E-F60ECB0E7FB3}">
      <dsp:nvSpPr>
        <dsp:cNvPr id="0" name=""/>
        <dsp:cNvSpPr/>
      </dsp:nvSpPr>
      <dsp:spPr>
        <a:xfrm>
          <a:off x="9177867" y="1514087"/>
          <a:ext cx="1222882"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CBA675-5A23-4057-8F16-C25872D649DA}">
      <dsp:nvSpPr>
        <dsp:cNvPr id="0" name=""/>
        <dsp:cNvSpPr/>
      </dsp:nvSpPr>
      <dsp:spPr>
        <a:xfrm>
          <a:off x="9254622" y="1587004"/>
          <a:ext cx="1222882"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Láminas</a:t>
          </a:r>
          <a:endParaRPr lang="es-PE" sz="1400" kern="1200" dirty="0"/>
        </a:p>
      </dsp:txBody>
      <dsp:txXfrm>
        <a:off x="9267470" y="1599852"/>
        <a:ext cx="1197186" cy="412959"/>
      </dsp:txXfrm>
    </dsp:sp>
    <dsp:sp modelId="{9A1D49D8-154A-4D1B-8DEF-0F840E31818F}">
      <dsp:nvSpPr>
        <dsp:cNvPr id="0" name=""/>
        <dsp:cNvSpPr/>
      </dsp:nvSpPr>
      <dsp:spPr>
        <a:xfrm>
          <a:off x="9379943" y="3446202"/>
          <a:ext cx="863896" cy="116074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B970F7-5AA8-4DC5-AB98-FA6D447E05B9}">
      <dsp:nvSpPr>
        <dsp:cNvPr id="0" name=""/>
        <dsp:cNvSpPr/>
      </dsp:nvSpPr>
      <dsp:spPr>
        <a:xfrm>
          <a:off x="9456698" y="3519119"/>
          <a:ext cx="863896" cy="116074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Laminated</a:t>
          </a:r>
          <a:r>
            <a:rPr lang="es-ES" sz="1200" kern="1200" dirty="0"/>
            <a:t> </a:t>
          </a:r>
          <a:r>
            <a:rPr lang="es-ES" sz="1200" kern="1200" dirty="0" err="1"/>
            <a:t>Object</a:t>
          </a:r>
          <a:r>
            <a:rPr lang="es-ES" sz="1200" kern="1200" dirty="0"/>
            <a:t> </a:t>
          </a:r>
          <a:r>
            <a:rPr lang="es-ES" sz="1200" kern="1200" dirty="0" err="1"/>
            <a:t>Manufacturing</a:t>
          </a:r>
          <a:endParaRPr lang="es-ES" sz="1200" kern="1200" dirty="0"/>
        </a:p>
        <a:p>
          <a:pPr marL="0" lvl="0" indent="0" algn="ctr" defTabSz="533400">
            <a:lnSpc>
              <a:spcPct val="90000"/>
            </a:lnSpc>
            <a:spcBef>
              <a:spcPct val="0"/>
            </a:spcBef>
            <a:spcAft>
              <a:spcPct val="35000"/>
            </a:spcAft>
            <a:buNone/>
          </a:pPr>
          <a:r>
            <a:rPr lang="es-ES" sz="1200" kern="1200" dirty="0"/>
            <a:t>(LOM)</a:t>
          </a:r>
          <a:endParaRPr lang="es-PE" sz="1200" kern="1200" dirty="0"/>
        </a:p>
      </dsp:txBody>
      <dsp:txXfrm>
        <a:off x="9482001" y="3544422"/>
        <a:ext cx="813290" cy="11101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E2CC74-6ABE-4BD3-943F-73DE1FEB3111}">
      <dsp:nvSpPr>
        <dsp:cNvPr id="0" name=""/>
        <dsp:cNvSpPr/>
      </dsp:nvSpPr>
      <dsp:spPr>
        <a:xfrm>
          <a:off x="9743589" y="1952743"/>
          <a:ext cx="91440" cy="1493458"/>
        </a:xfrm>
        <a:custGeom>
          <a:avLst/>
          <a:gdLst/>
          <a:ahLst/>
          <a:cxnLst/>
          <a:rect l="0" t="0" r="0" b="0"/>
          <a:pathLst>
            <a:path>
              <a:moveTo>
                <a:pt x="45720" y="0"/>
              </a:moveTo>
              <a:lnTo>
                <a:pt x="45720" y="1429464"/>
              </a:lnTo>
              <a:lnTo>
                <a:pt x="68302" y="1429464"/>
              </a:lnTo>
              <a:lnTo>
                <a:pt x="68302" y="1493458"/>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87AAC7-8FA1-409C-B59B-DAC474A3D7F6}">
      <dsp:nvSpPr>
        <dsp:cNvPr id="0" name=""/>
        <dsp:cNvSpPr/>
      </dsp:nvSpPr>
      <dsp:spPr>
        <a:xfrm>
          <a:off x="6276211" y="1313180"/>
          <a:ext cx="3513097" cy="200906"/>
        </a:xfrm>
        <a:custGeom>
          <a:avLst/>
          <a:gdLst/>
          <a:ahLst/>
          <a:cxnLst/>
          <a:rect l="0" t="0" r="0" b="0"/>
          <a:pathLst>
            <a:path>
              <a:moveTo>
                <a:pt x="0" y="0"/>
              </a:moveTo>
              <a:lnTo>
                <a:pt x="0" y="136912"/>
              </a:lnTo>
              <a:lnTo>
                <a:pt x="3513097" y="136912"/>
              </a:lnTo>
              <a:lnTo>
                <a:pt x="3513097"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25DCC1-3BC7-47D1-AC65-301B5222563F}">
      <dsp:nvSpPr>
        <dsp:cNvPr id="0" name=""/>
        <dsp:cNvSpPr/>
      </dsp:nvSpPr>
      <dsp:spPr>
        <a:xfrm>
          <a:off x="8559634" y="2592306"/>
          <a:ext cx="91440" cy="842664"/>
        </a:xfrm>
        <a:custGeom>
          <a:avLst/>
          <a:gdLst/>
          <a:ahLst/>
          <a:cxnLst/>
          <a:rect l="0" t="0" r="0" b="0"/>
          <a:pathLst>
            <a:path>
              <a:moveTo>
                <a:pt x="45720" y="0"/>
              </a:moveTo>
              <a:lnTo>
                <a:pt x="45720" y="778669"/>
              </a:lnTo>
              <a:lnTo>
                <a:pt x="72833" y="778669"/>
              </a:lnTo>
              <a:lnTo>
                <a:pt x="72833" y="84266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27327A-06BF-435F-8CB3-6A761FDEB7BB}">
      <dsp:nvSpPr>
        <dsp:cNvPr id="0" name=""/>
        <dsp:cNvSpPr/>
      </dsp:nvSpPr>
      <dsp:spPr>
        <a:xfrm>
          <a:off x="7501115" y="1952743"/>
          <a:ext cx="1104239" cy="200906"/>
        </a:xfrm>
        <a:custGeom>
          <a:avLst/>
          <a:gdLst/>
          <a:ahLst/>
          <a:cxnLst/>
          <a:rect l="0" t="0" r="0" b="0"/>
          <a:pathLst>
            <a:path>
              <a:moveTo>
                <a:pt x="0" y="0"/>
              </a:moveTo>
              <a:lnTo>
                <a:pt x="0" y="136912"/>
              </a:lnTo>
              <a:lnTo>
                <a:pt x="1104239" y="136912"/>
              </a:lnTo>
              <a:lnTo>
                <a:pt x="110423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2B82DD-8903-4ADC-BBF8-C33C7DA119BD}">
      <dsp:nvSpPr>
        <dsp:cNvPr id="0" name=""/>
        <dsp:cNvSpPr/>
      </dsp:nvSpPr>
      <dsp:spPr>
        <a:xfrm>
          <a:off x="7671133" y="369940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3B892-FA73-4D2F-A520-CBCD94FBA092}">
      <dsp:nvSpPr>
        <dsp:cNvPr id="0" name=""/>
        <dsp:cNvSpPr/>
      </dsp:nvSpPr>
      <dsp:spPr>
        <a:xfrm>
          <a:off x="6424583" y="2592306"/>
          <a:ext cx="1292270" cy="200906"/>
        </a:xfrm>
        <a:custGeom>
          <a:avLst/>
          <a:gdLst/>
          <a:ahLst/>
          <a:cxnLst/>
          <a:rect l="0" t="0" r="0" b="0"/>
          <a:pathLst>
            <a:path>
              <a:moveTo>
                <a:pt x="0" y="0"/>
              </a:moveTo>
              <a:lnTo>
                <a:pt x="0" y="136912"/>
              </a:lnTo>
              <a:lnTo>
                <a:pt x="1292270" y="136912"/>
              </a:lnTo>
              <a:lnTo>
                <a:pt x="129227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C56988-1386-491E-8938-C9685485574C}">
      <dsp:nvSpPr>
        <dsp:cNvPr id="0" name=""/>
        <dsp:cNvSpPr/>
      </dsp:nvSpPr>
      <dsp:spPr>
        <a:xfrm>
          <a:off x="6406199" y="3393666"/>
          <a:ext cx="422153" cy="200906"/>
        </a:xfrm>
        <a:custGeom>
          <a:avLst/>
          <a:gdLst/>
          <a:ahLst/>
          <a:cxnLst/>
          <a:rect l="0" t="0" r="0" b="0"/>
          <a:pathLst>
            <a:path>
              <a:moveTo>
                <a:pt x="0" y="0"/>
              </a:moveTo>
              <a:lnTo>
                <a:pt x="0" y="136912"/>
              </a:lnTo>
              <a:lnTo>
                <a:pt x="422153" y="136912"/>
              </a:lnTo>
              <a:lnTo>
                <a:pt x="42215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AD552E-FC1D-434E-A335-98EF42B4C86D}">
      <dsp:nvSpPr>
        <dsp:cNvPr id="0" name=""/>
        <dsp:cNvSpPr/>
      </dsp:nvSpPr>
      <dsp:spPr>
        <a:xfrm>
          <a:off x="5984046" y="3393666"/>
          <a:ext cx="422153" cy="200906"/>
        </a:xfrm>
        <a:custGeom>
          <a:avLst/>
          <a:gdLst/>
          <a:ahLst/>
          <a:cxnLst/>
          <a:rect l="0" t="0" r="0" b="0"/>
          <a:pathLst>
            <a:path>
              <a:moveTo>
                <a:pt x="422153" y="0"/>
              </a:moveTo>
              <a:lnTo>
                <a:pt x="42215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1818A1-8AB6-473A-A5A4-EA999F57E701}">
      <dsp:nvSpPr>
        <dsp:cNvPr id="0" name=""/>
        <dsp:cNvSpPr/>
      </dsp:nvSpPr>
      <dsp:spPr>
        <a:xfrm>
          <a:off x="6360479" y="2592306"/>
          <a:ext cx="91440" cy="200906"/>
        </a:xfrm>
        <a:custGeom>
          <a:avLst/>
          <a:gdLst/>
          <a:ahLst/>
          <a:cxnLst/>
          <a:rect l="0" t="0" r="0" b="0"/>
          <a:pathLst>
            <a:path>
              <a:moveTo>
                <a:pt x="64103" y="0"/>
              </a:moveTo>
              <a:lnTo>
                <a:pt x="64103" y="136912"/>
              </a:lnTo>
              <a:lnTo>
                <a:pt x="45720" y="136912"/>
              </a:ln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001EF-43E7-4A81-AACC-C07B339B7E2E}">
      <dsp:nvSpPr>
        <dsp:cNvPr id="0" name=""/>
        <dsp:cNvSpPr/>
      </dsp:nvSpPr>
      <dsp:spPr>
        <a:xfrm>
          <a:off x="5094019" y="340215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C435D1-BB08-4A46-BEE0-F112D1C689B4}">
      <dsp:nvSpPr>
        <dsp:cNvPr id="0" name=""/>
        <dsp:cNvSpPr/>
      </dsp:nvSpPr>
      <dsp:spPr>
        <a:xfrm>
          <a:off x="5139739" y="2592306"/>
          <a:ext cx="1284844" cy="200906"/>
        </a:xfrm>
        <a:custGeom>
          <a:avLst/>
          <a:gdLst/>
          <a:ahLst/>
          <a:cxnLst/>
          <a:rect l="0" t="0" r="0" b="0"/>
          <a:pathLst>
            <a:path>
              <a:moveTo>
                <a:pt x="1284844" y="0"/>
              </a:moveTo>
              <a:lnTo>
                <a:pt x="1284844"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DB784D-B2D7-4E33-AB5E-42DED4D3DF95}">
      <dsp:nvSpPr>
        <dsp:cNvPr id="0" name=""/>
        <dsp:cNvSpPr/>
      </dsp:nvSpPr>
      <dsp:spPr>
        <a:xfrm>
          <a:off x="6424583" y="1952743"/>
          <a:ext cx="1076531" cy="200906"/>
        </a:xfrm>
        <a:custGeom>
          <a:avLst/>
          <a:gdLst/>
          <a:ahLst/>
          <a:cxnLst/>
          <a:rect l="0" t="0" r="0" b="0"/>
          <a:pathLst>
            <a:path>
              <a:moveTo>
                <a:pt x="1076531" y="0"/>
              </a:moveTo>
              <a:lnTo>
                <a:pt x="1076531"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E3A2DF-7361-404C-A61F-02C3FC78834E}">
      <dsp:nvSpPr>
        <dsp:cNvPr id="0" name=""/>
        <dsp:cNvSpPr/>
      </dsp:nvSpPr>
      <dsp:spPr>
        <a:xfrm>
          <a:off x="6276211" y="1313180"/>
          <a:ext cx="1224903" cy="200906"/>
        </a:xfrm>
        <a:custGeom>
          <a:avLst/>
          <a:gdLst/>
          <a:ahLst/>
          <a:cxnLst/>
          <a:rect l="0" t="0" r="0" b="0"/>
          <a:pathLst>
            <a:path>
              <a:moveTo>
                <a:pt x="0" y="0"/>
              </a:moveTo>
              <a:lnTo>
                <a:pt x="0" y="136912"/>
              </a:lnTo>
              <a:lnTo>
                <a:pt x="1224903" y="136912"/>
              </a:lnTo>
              <a:lnTo>
                <a:pt x="1224903"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4834AA-BE9C-445D-AEB4-FC39536D94E1}">
      <dsp:nvSpPr>
        <dsp:cNvPr id="0" name=""/>
        <dsp:cNvSpPr/>
      </dsp:nvSpPr>
      <dsp:spPr>
        <a:xfrm>
          <a:off x="4198092" y="357865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5ED8B1-5E96-473B-AA23-D316EBED0923}">
      <dsp:nvSpPr>
        <dsp:cNvPr id="0" name=""/>
        <dsp:cNvSpPr/>
      </dsp:nvSpPr>
      <dsp:spPr>
        <a:xfrm>
          <a:off x="3787374" y="2592306"/>
          <a:ext cx="456437" cy="200906"/>
        </a:xfrm>
        <a:custGeom>
          <a:avLst/>
          <a:gdLst/>
          <a:ahLst/>
          <a:cxnLst/>
          <a:rect l="0" t="0" r="0" b="0"/>
          <a:pathLst>
            <a:path>
              <a:moveTo>
                <a:pt x="0" y="0"/>
              </a:moveTo>
              <a:lnTo>
                <a:pt x="0" y="136912"/>
              </a:lnTo>
              <a:lnTo>
                <a:pt x="456437" y="136912"/>
              </a:lnTo>
              <a:lnTo>
                <a:pt x="456437"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4D565B-F6FC-4706-8990-80151501AC5A}">
      <dsp:nvSpPr>
        <dsp:cNvPr id="0" name=""/>
        <dsp:cNvSpPr/>
      </dsp:nvSpPr>
      <dsp:spPr>
        <a:xfrm>
          <a:off x="3285216" y="3231868"/>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91E219-C375-4042-B2EB-189263EA8A4F}">
      <dsp:nvSpPr>
        <dsp:cNvPr id="0" name=""/>
        <dsp:cNvSpPr/>
      </dsp:nvSpPr>
      <dsp:spPr>
        <a:xfrm>
          <a:off x="3330936" y="2592306"/>
          <a:ext cx="456437" cy="200906"/>
        </a:xfrm>
        <a:custGeom>
          <a:avLst/>
          <a:gdLst/>
          <a:ahLst/>
          <a:cxnLst/>
          <a:rect l="0" t="0" r="0" b="0"/>
          <a:pathLst>
            <a:path>
              <a:moveTo>
                <a:pt x="456437" y="0"/>
              </a:moveTo>
              <a:lnTo>
                <a:pt x="456437"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6E5A0E-C98A-486A-A822-BCB1515D6D73}">
      <dsp:nvSpPr>
        <dsp:cNvPr id="0" name=""/>
        <dsp:cNvSpPr/>
      </dsp:nvSpPr>
      <dsp:spPr>
        <a:xfrm>
          <a:off x="2497070" y="1952743"/>
          <a:ext cx="1290303" cy="200906"/>
        </a:xfrm>
        <a:custGeom>
          <a:avLst/>
          <a:gdLst/>
          <a:ahLst/>
          <a:cxnLst/>
          <a:rect l="0" t="0" r="0" b="0"/>
          <a:pathLst>
            <a:path>
              <a:moveTo>
                <a:pt x="0" y="0"/>
              </a:moveTo>
              <a:lnTo>
                <a:pt x="0" y="136912"/>
              </a:lnTo>
              <a:lnTo>
                <a:pt x="1290303" y="136912"/>
              </a:lnTo>
              <a:lnTo>
                <a:pt x="1290303"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1D003C-CB16-47A8-9BF7-F56F919A5E74}">
      <dsp:nvSpPr>
        <dsp:cNvPr id="0" name=""/>
        <dsp:cNvSpPr/>
      </dsp:nvSpPr>
      <dsp:spPr>
        <a:xfrm>
          <a:off x="2309889" y="4065275"/>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BDBA62-4C7E-435D-BC9D-239044301547}">
      <dsp:nvSpPr>
        <dsp:cNvPr id="0" name=""/>
        <dsp:cNvSpPr/>
      </dsp:nvSpPr>
      <dsp:spPr>
        <a:xfrm>
          <a:off x="1351571" y="2592306"/>
          <a:ext cx="1004038" cy="200906"/>
        </a:xfrm>
        <a:custGeom>
          <a:avLst/>
          <a:gdLst/>
          <a:ahLst/>
          <a:cxnLst/>
          <a:rect l="0" t="0" r="0" b="0"/>
          <a:pathLst>
            <a:path>
              <a:moveTo>
                <a:pt x="0" y="0"/>
              </a:moveTo>
              <a:lnTo>
                <a:pt x="0" y="136912"/>
              </a:lnTo>
              <a:lnTo>
                <a:pt x="1004038" y="136912"/>
              </a:lnTo>
              <a:lnTo>
                <a:pt x="1004038"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F8D7D9-9430-479F-9DAF-1C10E6B9B1FA}">
      <dsp:nvSpPr>
        <dsp:cNvPr id="0" name=""/>
        <dsp:cNvSpPr/>
      </dsp:nvSpPr>
      <dsp:spPr>
        <a:xfrm>
          <a:off x="1354641" y="3603089"/>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DB5832-6258-4634-B0DA-4E3D86752BE0}">
      <dsp:nvSpPr>
        <dsp:cNvPr id="0" name=""/>
        <dsp:cNvSpPr/>
      </dsp:nvSpPr>
      <dsp:spPr>
        <a:xfrm>
          <a:off x="1305851" y="2592306"/>
          <a:ext cx="91440" cy="200906"/>
        </a:xfrm>
        <a:custGeom>
          <a:avLst/>
          <a:gdLst/>
          <a:ahLst/>
          <a:cxnLst/>
          <a:rect l="0" t="0" r="0" b="0"/>
          <a:pathLst>
            <a:path>
              <a:moveTo>
                <a:pt x="45720" y="0"/>
              </a:moveTo>
              <a:lnTo>
                <a:pt x="45720" y="136912"/>
              </a:lnTo>
              <a:lnTo>
                <a:pt x="94509" y="136912"/>
              </a:lnTo>
              <a:lnTo>
                <a:pt x="94509"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D251E3-F7AA-416B-8430-B41CA48EA1D5}">
      <dsp:nvSpPr>
        <dsp:cNvPr id="0" name=""/>
        <dsp:cNvSpPr/>
      </dsp:nvSpPr>
      <dsp:spPr>
        <a:xfrm>
          <a:off x="381828" y="3837862"/>
          <a:ext cx="91440" cy="200906"/>
        </a:xfrm>
        <a:custGeom>
          <a:avLst/>
          <a:gdLst/>
          <a:ahLst/>
          <a:cxnLst/>
          <a:rect l="0" t="0" r="0" b="0"/>
          <a:pathLst>
            <a:path>
              <a:moveTo>
                <a:pt x="45720" y="0"/>
              </a:moveTo>
              <a:lnTo>
                <a:pt x="4572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9AEC80-C586-41AF-BAD5-BA797DDE0228}">
      <dsp:nvSpPr>
        <dsp:cNvPr id="0" name=""/>
        <dsp:cNvSpPr/>
      </dsp:nvSpPr>
      <dsp:spPr>
        <a:xfrm>
          <a:off x="427548" y="2592306"/>
          <a:ext cx="924023" cy="200906"/>
        </a:xfrm>
        <a:custGeom>
          <a:avLst/>
          <a:gdLst/>
          <a:ahLst/>
          <a:cxnLst/>
          <a:rect l="0" t="0" r="0" b="0"/>
          <a:pathLst>
            <a:path>
              <a:moveTo>
                <a:pt x="924023" y="0"/>
              </a:moveTo>
              <a:lnTo>
                <a:pt x="924023"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C2727E-D197-4DD7-81D1-57296E128183}">
      <dsp:nvSpPr>
        <dsp:cNvPr id="0" name=""/>
        <dsp:cNvSpPr/>
      </dsp:nvSpPr>
      <dsp:spPr>
        <a:xfrm>
          <a:off x="1351571" y="1952743"/>
          <a:ext cx="1145499" cy="200906"/>
        </a:xfrm>
        <a:custGeom>
          <a:avLst/>
          <a:gdLst/>
          <a:ahLst/>
          <a:cxnLst/>
          <a:rect l="0" t="0" r="0" b="0"/>
          <a:pathLst>
            <a:path>
              <a:moveTo>
                <a:pt x="1145499" y="0"/>
              </a:moveTo>
              <a:lnTo>
                <a:pt x="1145499" y="136912"/>
              </a:lnTo>
              <a:lnTo>
                <a:pt x="0" y="136912"/>
              </a:lnTo>
              <a:lnTo>
                <a:pt x="0" y="20090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C5C67C-4C45-4216-A95E-F6F65EC96C8D}">
      <dsp:nvSpPr>
        <dsp:cNvPr id="0" name=""/>
        <dsp:cNvSpPr/>
      </dsp:nvSpPr>
      <dsp:spPr>
        <a:xfrm>
          <a:off x="2497070" y="1313180"/>
          <a:ext cx="3779140" cy="200906"/>
        </a:xfrm>
        <a:custGeom>
          <a:avLst/>
          <a:gdLst/>
          <a:ahLst/>
          <a:cxnLst/>
          <a:rect l="0" t="0" r="0" b="0"/>
          <a:pathLst>
            <a:path>
              <a:moveTo>
                <a:pt x="3779140" y="0"/>
              </a:moveTo>
              <a:lnTo>
                <a:pt x="3779140" y="136912"/>
              </a:lnTo>
              <a:lnTo>
                <a:pt x="0" y="136912"/>
              </a:lnTo>
              <a:lnTo>
                <a:pt x="0" y="20090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5B63A1-87FB-4EFC-BE4B-DA4F05642682}">
      <dsp:nvSpPr>
        <dsp:cNvPr id="0" name=""/>
        <dsp:cNvSpPr/>
      </dsp:nvSpPr>
      <dsp:spPr>
        <a:xfrm>
          <a:off x="5680067" y="574488"/>
          <a:ext cx="1192287" cy="7386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ADA60F-19B2-4074-B728-71723E606108}">
      <dsp:nvSpPr>
        <dsp:cNvPr id="0" name=""/>
        <dsp:cNvSpPr/>
      </dsp:nvSpPr>
      <dsp:spPr>
        <a:xfrm>
          <a:off x="5756823" y="647406"/>
          <a:ext cx="1192287" cy="738692"/>
        </a:xfrm>
        <a:prstGeom prst="roundRect">
          <a:avLst>
            <a:gd name="adj" fmla="val 10000"/>
          </a:avLst>
        </a:prstGeom>
        <a:solidFill>
          <a:schemeClr val="accent1">
            <a:alpha val="9000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Manufactura Aditiva</a:t>
          </a:r>
          <a:endParaRPr lang="es-PE" sz="1400" kern="1200" dirty="0"/>
        </a:p>
      </dsp:txBody>
      <dsp:txXfrm>
        <a:off x="5778459" y="669042"/>
        <a:ext cx="1149015" cy="695420"/>
      </dsp:txXfrm>
    </dsp:sp>
    <dsp:sp modelId="{FB0B6571-93CA-44A5-8E24-4103747CA439}">
      <dsp:nvSpPr>
        <dsp:cNvPr id="0" name=""/>
        <dsp:cNvSpPr/>
      </dsp:nvSpPr>
      <dsp:spPr>
        <a:xfrm>
          <a:off x="2151672"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1352B3-95C7-4E61-A55A-302221A248CF}">
      <dsp:nvSpPr>
        <dsp:cNvPr id="0" name=""/>
        <dsp:cNvSpPr/>
      </dsp:nvSpPr>
      <dsp:spPr>
        <a:xfrm>
          <a:off x="2228427"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Líquido</a:t>
          </a:r>
          <a:endParaRPr lang="es-PE" sz="1400" kern="1200" dirty="0"/>
        </a:p>
      </dsp:txBody>
      <dsp:txXfrm>
        <a:off x="2241275" y="1599852"/>
        <a:ext cx="665100" cy="412959"/>
      </dsp:txXfrm>
    </dsp:sp>
    <dsp:sp modelId="{A7B26193-12D5-40E4-9F11-56B852E28DEE}">
      <dsp:nvSpPr>
        <dsp:cNvPr id="0" name=""/>
        <dsp:cNvSpPr/>
      </dsp:nvSpPr>
      <dsp:spPr>
        <a:xfrm>
          <a:off x="661234" y="2153650"/>
          <a:ext cx="138067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64DDE1-F996-4F72-B5DC-77AEEC0E1908}">
      <dsp:nvSpPr>
        <dsp:cNvPr id="0" name=""/>
        <dsp:cNvSpPr/>
      </dsp:nvSpPr>
      <dsp:spPr>
        <a:xfrm>
          <a:off x="737989" y="2226567"/>
          <a:ext cx="138067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Fotopolímeros</a:t>
          </a:r>
          <a:endParaRPr lang="es-PE" sz="1400" kern="1200" dirty="0"/>
        </a:p>
      </dsp:txBody>
      <dsp:txXfrm>
        <a:off x="750837" y="2239415"/>
        <a:ext cx="1354978" cy="412959"/>
      </dsp:txXfrm>
    </dsp:sp>
    <dsp:sp modelId="{9D15A430-DBED-4797-9883-CEA48FB9795A}">
      <dsp:nvSpPr>
        <dsp:cNvPr id="0" name=""/>
        <dsp:cNvSpPr/>
      </dsp:nvSpPr>
      <dsp:spPr>
        <a:xfrm>
          <a:off x="2135" y="2793212"/>
          <a:ext cx="850826" cy="10446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9D5326-99B1-4621-B91F-43D37B11416E}">
      <dsp:nvSpPr>
        <dsp:cNvPr id="0" name=""/>
        <dsp:cNvSpPr/>
      </dsp:nvSpPr>
      <dsp:spPr>
        <a:xfrm>
          <a:off x="78890" y="2866130"/>
          <a:ext cx="850826" cy="104465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de trama(proyector</a:t>
          </a:r>
          <a:r>
            <a:rPr lang="es-ES" sz="700" kern="1200" dirty="0"/>
            <a:t>)</a:t>
          </a:r>
          <a:endParaRPr lang="es-PE" sz="700" kern="1200" dirty="0"/>
        </a:p>
      </dsp:txBody>
      <dsp:txXfrm>
        <a:off x="103810" y="2891050"/>
        <a:ext cx="800986" cy="994810"/>
      </dsp:txXfrm>
    </dsp:sp>
    <dsp:sp modelId="{6F31B42E-D7FE-4F79-B77D-9F7F5361E59E}">
      <dsp:nvSpPr>
        <dsp:cNvPr id="0" name=""/>
        <dsp:cNvSpPr/>
      </dsp:nvSpPr>
      <dsp:spPr>
        <a:xfrm>
          <a:off x="24330" y="4038769"/>
          <a:ext cx="806436" cy="101036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18D471-BC2F-4BBB-A5F6-A73C03F07BA5}">
      <dsp:nvSpPr>
        <dsp:cNvPr id="0" name=""/>
        <dsp:cNvSpPr/>
      </dsp:nvSpPr>
      <dsp:spPr>
        <a:xfrm>
          <a:off x="101085" y="4111686"/>
          <a:ext cx="806436" cy="101036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Digital Light </a:t>
          </a:r>
          <a:r>
            <a:rPr lang="es-ES" sz="1200" kern="1200" dirty="0" err="1"/>
            <a:t>Projection</a:t>
          </a:r>
          <a:r>
            <a:rPr lang="es-ES" sz="1200" kern="1200" dirty="0"/>
            <a:t> </a:t>
          </a:r>
        </a:p>
        <a:p>
          <a:pPr marL="0" lvl="0" indent="0" algn="ctr" defTabSz="533400">
            <a:lnSpc>
              <a:spcPct val="90000"/>
            </a:lnSpc>
            <a:spcBef>
              <a:spcPct val="0"/>
            </a:spcBef>
            <a:spcAft>
              <a:spcPct val="35000"/>
            </a:spcAft>
            <a:buNone/>
          </a:pPr>
          <a:r>
            <a:rPr lang="es-ES" sz="1200" kern="1200" dirty="0"/>
            <a:t>(DLP)</a:t>
          </a:r>
          <a:endParaRPr lang="es-PE" sz="1200" kern="1200" dirty="0"/>
        </a:p>
      </dsp:txBody>
      <dsp:txXfrm>
        <a:off x="124705" y="4135306"/>
        <a:ext cx="759196" cy="963129"/>
      </dsp:txXfrm>
    </dsp:sp>
    <dsp:sp modelId="{CD9AC1F0-7200-4377-83E2-2953F0C8DE9D}">
      <dsp:nvSpPr>
        <dsp:cNvPr id="0" name=""/>
        <dsp:cNvSpPr/>
      </dsp:nvSpPr>
      <dsp:spPr>
        <a:xfrm>
          <a:off x="1054962" y="2793212"/>
          <a:ext cx="690796" cy="80987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B99B29-7B4C-4D52-98EB-EB40583810FE}">
      <dsp:nvSpPr>
        <dsp:cNvPr id="0" name=""/>
        <dsp:cNvSpPr/>
      </dsp:nvSpPr>
      <dsp:spPr>
        <a:xfrm>
          <a:off x="1131717" y="2866130"/>
          <a:ext cx="690796" cy="80987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vectorial (láser)</a:t>
          </a:r>
          <a:endParaRPr lang="es-PE" sz="1200" kern="1200" dirty="0"/>
        </a:p>
      </dsp:txBody>
      <dsp:txXfrm>
        <a:off x="1151950" y="2886363"/>
        <a:ext cx="650330" cy="769411"/>
      </dsp:txXfrm>
    </dsp:sp>
    <dsp:sp modelId="{5150BB15-1346-483E-AF7D-70E2640A7E40}">
      <dsp:nvSpPr>
        <dsp:cNvPr id="0" name=""/>
        <dsp:cNvSpPr/>
      </dsp:nvSpPr>
      <dsp:spPr>
        <a:xfrm>
          <a:off x="1006472" y="3803996"/>
          <a:ext cx="787777" cy="73656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DF574B-1D82-4FB8-8077-5F85A7CEF7B9}">
      <dsp:nvSpPr>
        <dsp:cNvPr id="0" name=""/>
        <dsp:cNvSpPr/>
      </dsp:nvSpPr>
      <dsp:spPr>
        <a:xfrm>
          <a:off x="1083227" y="3876913"/>
          <a:ext cx="787777" cy="73656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Estereolitografía</a:t>
          </a:r>
        </a:p>
        <a:p>
          <a:pPr marL="0" lvl="0" indent="0" algn="ctr" defTabSz="533400">
            <a:lnSpc>
              <a:spcPct val="90000"/>
            </a:lnSpc>
            <a:spcBef>
              <a:spcPct val="0"/>
            </a:spcBef>
            <a:spcAft>
              <a:spcPct val="35000"/>
            </a:spcAft>
            <a:buNone/>
          </a:pPr>
          <a:r>
            <a:rPr lang="es-ES" sz="1200" kern="1200" dirty="0"/>
            <a:t>(SLA)</a:t>
          </a:r>
          <a:endParaRPr lang="es-PE" sz="1200" kern="1200" dirty="0"/>
        </a:p>
      </dsp:txBody>
      <dsp:txXfrm>
        <a:off x="1104800" y="3898486"/>
        <a:ext cx="744631" cy="693414"/>
      </dsp:txXfrm>
    </dsp:sp>
    <dsp:sp modelId="{37D316C6-5040-4D74-8864-132E6BA9BBFC}">
      <dsp:nvSpPr>
        <dsp:cNvPr id="0" name=""/>
        <dsp:cNvSpPr/>
      </dsp:nvSpPr>
      <dsp:spPr>
        <a:xfrm>
          <a:off x="2010211" y="2793212"/>
          <a:ext cx="690796" cy="127206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1F4FF-90E0-473F-AA26-0933966D080F}">
      <dsp:nvSpPr>
        <dsp:cNvPr id="0" name=""/>
        <dsp:cNvSpPr/>
      </dsp:nvSpPr>
      <dsp:spPr>
        <a:xfrm>
          <a:off x="2086966" y="2866130"/>
          <a:ext cx="690796" cy="127206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Curado con lámpara después de deposición selectiva</a:t>
          </a:r>
          <a:endParaRPr lang="es-PE" sz="1200" kern="1200" dirty="0"/>
        </a:p>
      </dsp:txBody>
      <dsp:txXfrm>
        <a:off x="2107199" y="2886363"/>
        <a:ext cx="650330" cy="1231596"/>
      </dsp:txXfrm>
    </dsp:sp>
    <dsp:sp modelId="{B3AB75D9-CAB8-4D3E-ADC7-4B8D7ABDFAD3}">
      <dsp:nvSpPr>
        <dsp:cNvPr id="0" name=""/>
        <dsp:cNvSpPr/>
      </dsp:nvSpPr>
      <dsp:spPr>
        <a:xfrm>
          <a:off x="1947760" y="4266181"/>
          <a:ext cx="815699" cy="62341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4979AF-3A37-49B4-8161-920557516DF4}">
      <dsp:nvSpPr>
        <dsp:cNvPr id="0" name=""/>
        <dsp:cNvSpPr/>
      </dsp:nvSpPr>
      <dsp:spPr>
        <a:xfrm>
          <a:off x="2024515" y="4339099"/>
          <a:ext cx="815699" cy="6234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Multi-Jet </a:t>
          </a:r>
          <a:r>
            <a:rPr lang="es-ES" sz="1400" kern="1200" dirty="0" err="1"/>
            <a:t>Modeling</a:t>
          </a:r>
          <a:r>
            <a:rPr lang="es-ES" sz="1400" kern="1200" dirty="0"/>
            <a:t> </a:t>
          </a:r>
        </a:p>
        <a:p>
          <a:pPr marL="0" lvl="0" indent="0" algn="ctr" defTabSz="622300">
            <a:lnSpc>
              <a:spcPct val="90000"/>
            </a:lnSpc>
            <a:spcBef>
              <a:spcPct val="0"/>
            </a:spcBef>
            <a:spcAft>
              <a:spcPct val="35000"/>
            </a:spcAft>
            <a:buNone/>
          </a:pPr>
          <a:r>
            <a:rPr lang="es-ES" sz="1400" kern="1200" dirty="0"/>
            <a:t>(MJM)</a:t>
          </a:r>
          <a:endParaRPr lang="es-PE" sz="1400" kern="1200" dirty="0"/>
        </a:p>
      </dsp:txBody>
      <dsp:txXfrm>
        <a:off x="2042774" y="4357358"/>
        <a:ext cx="779181" cy="586895"/>
      </dsp:txXfrm>
    </dsp:sp>
    <dsp:sp modelId="{4243BF0C-15AF-4355-BD68-7D01430782DD}">
      <dsp:nvSpPr>
        <dsp:cNvPr id="0" name=""/>
        <dsp:cNvSpPr/>
      </dsp:nvSpPr>
      <dsp:spPr>
        <a:xfrm>
          <a:off x="3241842" y="2153650"/>
          <a:ext cx="1091064"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C58B70-D1C5-47CF-B55B-1F05A54A9968}">
      <dsp:nvSpPr>
        <dsp:cNvPr id="0" name=""/>
        <dsp:cNvSpPr/>
      </dsp:nvSpPr>
      <dsp:spPr>
        <a:xfrm>
          <a:off x="3318597" y="2226567"/>
          <a:ext cx="1091064"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Materiales fundidos</a:t>
          </a:r>
          <a:endParaRPr lang="es-PE" sz="1400" kern="1200" dirty="0"/>
        </a:p>
      </dsp:txBody>
      <dsp:txXfrm>
        <a:off x="3331445" y="2239415"/>
        <a:ext cx="1065368" cy="412959"/>
      </dsp:txXfrm>
    </dsp:sp>
    <dsp:sp modelId="{3060C2E0-FED7-4E6A-A92C-E15167EB816D}">
      <dsp:nvSpPr>
        <dsp:cNvPr id="0" name=""/>
        <dsp:cNvSpPr/>
      </dsp:nvSpPr>
      <dsp:spPr>
        <a:xfrm>
          <a:off x="2985538" y="2793212"/>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AF6D40-DDAF-45A2-A156-DA61074E76FD}">
      <dsp:nvSpPr>
        <dsp:cNvPr id="0" name=""/>
        <dsp:cNvSpPr/>
      </dsp:nvSpPr>
      <dsp:spPr>
        <a:xfrm>
          <a:off x="3062293" y="2866130"/>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Extrusión</a:t>
          </a:r>
          <a:endParaRPr lang="es-PE" sz="1400" kern="1200" dirty="0"/>
        </a:p>
      </dsp:txBody>
      <dsp:txXfrm>
        <a:off x="3075141" y="2878978"/>
        <a:ext cx="665100" cy="412959"/>
      </dsp:txXfrm>
    </dsp:sp>
    <dsp:sp modelId="{E7122916-451F-4F71-B809-118A671FF1E5}">
      <dsp:nvSpPr>
        <dsp:cNvPr id="0" name=""/>
        <dsp:cNvSpPr/>
      </dsp:nvSpPr>
      <dsp:spPr>
        <a:xfrm>
          <a:off x="2916970" y="3432775"/>
          <a:ext cx="827933" cy="109042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BED8C5-781F-4015-AE6D-3CDDE6224FD3}">
      <dsp:nvSpPr>
        <dsp:cNvPr id="0" name=""/>
        <dsp:cNvSpPr/>
      </dsp:nvSpPr>
      <dsp:spPr>
        <a:xfrm>
          <a:off x="2993725" y="3505692"/>
          <a:ext cx="827933" cy="109042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Fusion</a:t>
          </a:r>
          <a:r>
            <a:rPr lang="es-ES" sz="1200" kern="1200" dirty="0"/>
            <a:t> </a:t>
          </a:r>
          <a:r>
            <a:rPr lang="es-ES" sz="1200" kern="1200" dirty="0" err="1"/>
            <a:t>Deposition</a:t>
          </a:r>
          <a:r>
            <a:rPr lang="es-ES" sz="1200" kern="1200" dirty="0"/>
            <a:t> </a:t>
          </a:r>
          <a:r>
            <a:rPr lang="es-ES" sz="1200" kern="1200" dirty="0" err="1"/>
            <a:t>Modelling</a:t>
          </a:r>
          <a:r>
            <a:rPr lang="es-ES" sz="1200" kern="1200" dirty="0"/>
            <a:t> </a:t>
          </a:r>
        </a:p>
        <a:p>
          <a:pPr marL="0" lvl="0" indent="0" algn="ctr" defTabSz="533400">
            <a:lnSpc>
              <a:spcPct val="90000"/>
            </a:lnSpc>
            <a:spcBef>
              <a:spcPct val="0"/>
            </a:spcBef>
            <a:spcAft>
              <a:spcPct val="35000"/>
            </a:spcAft>
            <a:buNone/>
          </a:pPr>
          <a:r>
            <a:rPr lang="es-ES" sz="1200" kern="1200" dirty="0"/>
            <a:t>(FDM)</a:t>
          </a:r>
          <a:endParaRPr lang="es-PE" sz="1200" kern="1200" dirty="0"/>
        </a:p>
      </dsp:txBody>
      <dsp:txXfrm>
        <a:off x="3017974" y="3529941"/>
        <a:ext cx="779435" cy="1041930"/>
      </dsp:txXfrm>
    </dsp:sp>
    <dsp:sp modelId="{A8C67FA6-7ABD-4618-B377-927EC3884E24}">
      <dsp:nvSpPr>
        <dsp:cNvPr id="0" name=""/>
        <dsp:cNvSpPr/>
      </dsp:nvSpPr>
      <dsp:spPr>
        <a:xfrm>
          <a:off x="3898414" y="2793212"/>
          <a:ext cx="690796" cy="78543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C394E3-2F48-457A-8810-B39903F4222F}">
      <dsp:nvSpPr>
        <dsp:cNvPr id="0" name=""/>
        <dsp:cNvSpPr/>
      </dsp:nvSpPr>
      <dsp:spPr>
        <a:xfrm>
          <a:off x="3975169" y="2866130"/>
          <a:ext cx="690796" cy="78543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Inyección de tinta</a:t>
          </a:r>
        </a:p>
        <a:p>
          <a:pPr marL="0" lvl="0" indent="0" algn="ctr" defTabSz="533400">
            <a:lnSpc>
              <a:spcPct val="90000"/>
            </a:lnSpc>
            <a:spcBef>
              <a:spcPct val="0"/>
            </a:spcBef>
            <a:spcAft>
              <a:spcPct val="35000"/>
            </a:spcAft>
            <a:buNone/>
          </a:pPr>
          <a:r>
            <a:rPr lang="es-ES" sz="1200" kern="1200" dirty="0"/>
            <a:t>(</a:t>
          </a:r>
          <a:r>
            <a:rPr lang="es-ES" sz="1200" kern="1200" dirty="0" err="1"/>
            <a:t>Ink</a:t>
          </a:r>
          <a:r>
            <a:rPr lang="es-ES" sz="1200" kern="1200" dirty="0"/>
            <a:t> </a:t>
          </a:r>
          <a:r>
            <a:rPr lang="es-ES" sz="1200" kern="1200" dirty="0" err="1"/>
            <a:t>Jetting</a:t>
          </a:r>
          <a:r>
            <a:rPr lang="es-ES" sz="1200" kern="1200" dirty="0"/>
            <a:t>)</a:t>
          </a:r>
          <a:endParaRPr lang="es-PE" sz="1200" kern="1200" dirty="0"/>
        </a:p>
      </dsp:txBody>
      <dsp:txXfrm>
        <a:off x="3995402" y="2886363"/>
        <a:ext cx="650330" cy="744973"/>
      </dsp:txXfrm>
    </dsp:sp>
    <dsp:sp modelId="{E9B3408C-50B8-4856-A4C3-CF930E3AC9F0}">
      <dsp:nvSpPr>
        <dsp:cNvPr id="0" name=""/>
        <dsp:cNvSpPr/>
      </dsp:nvSpPr>
      <dsp:spPr>
        <a:xfrm>
          <a:off x="3898414" y="3779559"/>
          <a:ext cx="690796" cy="91513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04D56B-239A-4D0C-A7D2-813502A91E7F}">
      <dsp:nvSpPr>
        <dsp:cNvPr id="0" name=""/>
        <dsp:cNvSpPr/>
      </dsp:nvSpPr>
      <dsp:spPr>
        <a:xfrm>
          <a:off x="3975169" y="3852476"/>
          <a:ext cx="690796" cy="91513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Drop</a:t>
          </a:r>
          <a:r>
            <a:rPr lang="es-ES" sz="1200" kern="1200" dirty="0"/>
            <a:t> </a:t>
          </a:r>
          <a:r>
            <a:rPr lang="es-ES" sz="1200" kern="1200" dirty="0" err="1"/>
            <a:t>on</a:t>
          </a:r>
          <a:r>
            <a:rPr lang="es-ES" sz="1200" kern="1200" dirty="0"/>
            <a:t> </a:t>
          </a:r>
          <a:r>
            <a:rPr lang="es-ES" sz="1200" kern="1200" dirty="0" err="1"/>
            <a:t>Demand</a:t>
          </a:r>
          <a:endParaRPr lang="es-ES" sz="1200" kern="1200" dirty="0"/>
        </a:p>
        <a:p>
          <a:pPr marL="0" lvl="0" indent="0" algn="ctr" defTabSz="533400">
            <a:lnSpc>
              <a:spcPct val="90000"/>
            </a:lnSpc>
            <a:spcBef>
              <a:spcPct val="0"/>
            </a:spcBef>
            <a:spcAft>
              <a:spcPct val="35000"/>
            </a:spcAft>
            <a:buNone/>
          </a:pPr>
          <a:r>
            <a:rPr lang="es-ES" sz="1200" kern="1200" dirty="0"/>
            <a:t>(</a:t>
          </a:r>
          <a:r>
            <a:rPr lang="es-ES" sz="1200" kern="1200" dirty="0" err="1"/>
            <a:t>DoD</a:t>
          </a:r>
          <a:r>
            <a:rPr lang="es-ES" sz="1200" kern="1200" dirty="0"/>
            <a:t>)</a:t>
          </a:r>
          <a:endParaRPr lang="es-PE" sz="1200" kern="1200" dirty="0"/>
        </a:p>
      </dsp:txBody>
      <dsp:txXfrm>
        <a:off x="3995402" y="3872709"/>
        <a:ext cx="650330" cy="874666"/>
      </dsp:txXfrm>
    </dsp:sp>
    <dsp:sp modelId="{C99AF00D-587A-4D2F-9DF3-F086B60B49B6}">
      <dsp:nvSpPr>
        <dsp:cNvPr id="0" name=""/>
        <dsp:cNvSpPr/>
      </dsp:nvSpPr>
      <dsp:spPr>
        <a:xfrm>
          <a:off x="7155716" y="1514087"/>
          <a:ext cx="690796"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C9B9A5-4725-4D4B-8B2A-6E0660D30F18}">
      <dsp:nvSpPr>
        <dsp:cNvPr id="0" name=""/>
        <dsp:cNvSpPr/>
      </dsp:nvSpPr>
      <dsp:spPr>
        <a:xfrm>
          <a:off x="7232472" y="1587004"/>
          <a:ext cx="690796"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Polvos</a:t>
          </a:r>
          <a:endParaRPr lang="es-PE" sz="1400" kern="1200" dirty="0"/>
        </a:p>
      </dsp:txBody>
      <dsp:txXfrm>
        <a:off x="7245320" y="1599852"/>
        <a:ext cx="665100" cy="412959"/>
      </dsp:txXfrm>
    </dsp:sp>
    <dsp:sp modelId="{A8ABF9B4-AFFB-4B89-A425-BBEDF4894B77}">
      <dsp:nvSpPr>
        <dsp:cNvPr id="0" name=""/>
        <dsp:cNvSpPr/>
      </dsp:nvSpPr>
      <dsp:spPr>
        <a:xfrm>
          <a:off x="5798379" y="2153650"/>
          <a:ext cx="1252407"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6059D9-CC56-492D-BFE3-1297E163E248}">
      <dsp:nvSpPr>
        <dsp:cNvPr id="0" name=""/>
        <dsp:cNvSpPr/>
      </dsp:nvSpPr>
      <dsp:spPr>
        <a:xfrm>
          <a:off x="5875135" y="2226567"/>
          <a:ext cx="1252407"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de lecho de polvo</a:t>
          </a:r>
          <a:endParaRPr lang="es-PE" sz="1400" kern="1200" dirty="0"/>
        </a:p>
      </dsp:txBody>
      <dsp:txXfrm>
        <a:off x="5887983" y="2239415"/>
        <a:ext cx="1226711" cy="412959"/>
      </dsp:txXfrm>
    </dsp:sp>
    <dsp:sp modelId="{8DAE1D9F-ABE0-4BE8-A7DC-F41ADEE0AB61}">
      <dsp:nvSpPr>
        <dsp:cNvPr id="0" name=""/>
        <dsp:cNvSpPr/>
      </dsp:nvSpPr>
      <dsp:spPr>
        <a:xfrm>
          <a:off x="4742721" y="2793212"/>
          <a:ext cx="794036" cy="60894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058E97-2D6D-4460-A61E-5F994535679C}">
      <dsp:nvSpPr>
        <dsp:cNvPr id="0" name=""/>
        <dsp:cNvSpPr/>
      </dsp:nvSpPr>
      <dsp:spPr>
        <a:xfrm>
          <a:off x="4819476" y="2866130"/>
          <a:ext cx="794036" cy="60894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Fusión por rayo electrónico</a:t>
          </a:r>
          <a:endParaRPr lang="es-PE" sz="1200" kern="1200" dirty="0"/>
        </a:p>
      </dsp:txBody>
      <dsp:txXfrm>
        <a:off x="4837311" y="2883965"/>
        <a:ext cx="758366" cy="573276"/>
      </dsp:txXfrm>
    </dsp:sp>
    <dsp:sp modelId="{648F769D-2066-4046-9CF2-1858CA164EA5}">
      <dsp:nvSpPr>
        <dsp:cNvPr id="0" name=""/>
        <dsp:cNvSpPr/>
      </dsp:nvSpPr>
      <dsp:spPr>
        <a:xfrm>
          <a:off x="4794340" y="3603065"/>
          <a:ext cx="690796" cy="82225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021796-B6ED-4381-AC19-E9574AAC2B64}">
      <dsp:nvSpPr>
        <dsp:cNvPr id="0" name=""/>
        <dsp:cNvSpPr/>
      </dsp:nvSpPr>
      <dsp:spPr>
        <a:xfrm>
          <a:off x="4871096" y="3675983"/>
          <a:ext cx="690796" cy="82225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Electron</a:t>
          </a:r>
          <a:r>
            <a:rPr lang="es-ES" sz="1200" kern="1200" dirty="0"/>
            <a:t> Beam </a:t>
          </a:r>
          <a:r>
            <a:rPr lang="es-ES" sz="1200" kern="1200" dirty="0" err="1"/>
            <a:t>Melting</a:t>
          </a:r>
          <a:r>
            <a:rPr lang="es-ES" sz="1200" kern="1200" dirty="0"/>
            <a:t> </a:t>
          </a:r>
        </a:p>
        <a:p>
          <a:pPr marL="0" lvl="0" indent="0" algn="ctr" defTabSz="533400">
            <a:lnSpc>
              <a:spcPct val="90000"/>
            </a:lnSpc>
            <a:spcBef>
              <a:spcPct val="0"/>
            </a:spcBef>
            <a:spcAft>
              <a:spcPct val="35000"/>
            </a:spcAft>
            <a:buNone/>
          </a:pPr>
          <a:r>
            <a:rPr lang="es-ES" sz="1200" kern="1200" dirty="0"/>
            <a:t>(EBM)</a:t>
          </a:r>
          <a:endParaRPr lang="es-PE" sz="1200" kern="1200" dirty="0"/>
        </a:p>
      </dsp:txBody>
      <dsp:txXfrm>
        <a:off x="4891329" y="3696216"/>
        <a:ext cx="650330" cy="781785"/>
      </dsp:txXfrm>
    </dsp:sp>
    <dsp:sp modelId="{E541C4D3-3AF5-40A0-80FD-347ECB125216}">
      <dsp:nvSpPr>
        <dsp:cNvPr id="0" name=""/>
        <dsp:cNvSpPr/>
      </dsp:nvSpPr>
      <dsp:spPr>
        <a:xfrm>
          <a:off x="6060801" y="2793212"/>
          <a:ext cx="690796" cy="60045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B6FAE6-9D9F-492E-ABEC-12E6F3F155BE}">
      <dsp:nvSpPr>
        <dsp:cNvPr id="0" name=""/>
        <dsp:cNvSpPr/>
      </dsp:nvSpPr>
      <dsp:spPr>
        <a:xfrm>
          <a:off x="6137556" y="2866130"/>
          <a:ext cx="690796" cy="60045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láser</a:t>
          </a:r>
          <a:endParaRPr lang="es-PE" sz="1400" kern="1200" dirty="0"/>
        </a:p>
      </dsp:txBody>
      <dsp:txXfrm>
        <a:off x="6155143" y="2883717"/>
        <a:ext cx="655622" cy="565280"/>
      </dsp:txXfrm>
    </dsp:sp>
    <dsp:sp modelId="{E84A5936-E6A8-4F4B-9A83-7B870C875F16}">
      <dsp:nvSpPr>
        <dsp:cNvPr id="0" name=""/>
        <dsp:cNvSpPr/>
      </dsp:nvSpPr>
      <dsp:spPr>
        <a:xfrm>
          <a:off x="5638647" y="3594573"/>
          <a:ext cx="690796" cy="71696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0DA46-1BAB-42C2-A7C4-33D5622E2D03}">
      <dsp:nvSpPr>
        <dsp:cNvPr id="0" name=""/>
        <dsp:cNvSpPr/>
      </dsp:nvSpPr>
      <dsp:spPr>
        <a:xfrm>
          <a:off x="5715403" y="3667490"/>
          <a:ext cx="690796" cy="71696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Selective</a:t>
          </a:r>
          <a:r>
            <a:rPr lang="es-ES" sz="1200" kern="1200" dirty="0"/>
            <a:t> Laser </a:t>
          </a:r>
          <a:r>
            <a:rPr lang="es-ES" sz="1200" kern="1200" dirty="0" err="1"/>
            <a:t>Sintering</a:t>
          </a:r>
          <a:r>
            <a:rPr lang="es-ES" sz="1200" kern="1200" dirty="0"/>
            <a:t> </a:t>
          </a:r>
        </a:p>
        <a:p>
          <a:pPr marL="0" lvl="0" indent="0" algn="ctr" defTabSz="533400">
            <a:lnSpc>
              <a:spcPct val="90000"/>
            </a:lnSpc>
            <a:spcBef>
              <a:spcPct val="0"/>
            </a:spcBef>
            <a:spcAft>
              <a:spcPct val="35000"/>
            </a:spcAft>
            <a:buNone/>
          </a:pPr>
          <a:r>
            <a:rPr lang="es-ES" sz="1200" kern="1200" dirty="0"/>
            <a:t>(SLS)</a:t>
          </a:r>
          <a:endParaRPr lang="es-PE" sz="1200" kern="1200" dirty="0"/>
        </a:p>
      </dsp:txBody>
      <dsp:txXfrm>
        <a:off x="5735636" y="3687723"/>
        <a:ext cx="650330" cy="676499"/>
      </dsp:txXfrm>
    </dsp:sp>
    <dsp:sp modelId="{FB66B440-AA4E-46A3-BAC8-0F211619BC38}">
      <dsp:nvSpPr>
        <dsp:cNvPr id="0" name=""/>
        <dsp:cNvSpPr/>
      </dsp:nvSpPr>
      <dsp:spPr>
        <a:xfrm>
          <a:off x="6482954" y="3594573"/>
          <a:ext cx="690796" cy="89035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FF6A0A-51CC-42C6-9F66-A7A8F3AC026E}">
      <dsp:nvSpPr>
        <dsp:cNvPr id="0" name=""/>
        <dsp:cNvSpPr/>
      </dsp:nvSpPr>
      <dsp:spPr>
        <a:xfrm>
          <a:off x="6559710" y="3667490"/>
          <a:ext cx="690796" cy="89035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Direct Metal Laser </a:t>
          </a:r>
          <a:r>
            <a:rPr lang="es-ES" sz="1200" kern="1200" dirty="0" err="1"/>
            <a:t>Sintering</a:t>
          </a:r>
          <a:endParaRPr lang="es-ES" sz="1200" kern="1200" dirty="0"/>
        </a:p>
        <a:p>
          <a:pPr marL="0" lvl="0" indent="0" algn="ctr" defTabSz="533400">
            <a:lnSpc>
              <a:spcPct val="90000"/>
            </a:lnSpc>
            <a:spcBef>
              <a:spcPct val="0"/>
            </a:spcBef>
            <a:spcAft>
              <a:spcPct val="35000"/>
            </a:spcAft>
            <a:buNone/>
          </a:pPr>
          <a:r>
            <a:rPr lang="es-ES" sz="1200" kern="1200" dirty="0"/>
            <a:t>(DMLS)</a:t>
          </a:r>
          <a:endParaRPr lang="es-PE" sz="1200" kern="1200" dirty="0"/>
        </a:p>
      </dsp:txBody>
      <dsp:txXfrm>
        <a:off x="6579943" y="3687723"/>
        <a:ext cx="650330" cy="849891"/>
      </dsp:txXfrm>
    </dsp:sp>
    <dsp:sp modelId="{89B39358-69F2-4193-9042-E43528B8883B}">
      <dsp:nvSpPr>
        <dsp:cNvPr id="0" name=""/>
        <dsp:cNvSpPr/>
      </dsp:nvSpPr>
      <dsp:spPr>
        <a:xfrm>
          <a:off x="7327261" y="2793212"/>
          <a:ext cx="779184" cy="90619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43F746-8F68-4CD2-B250-8EDF9E90B3D6}">
      <dsp:nvSpPr>
        <dsp:cNvPr id="0" name=""/>
        <dsp:cNvSpPr/>
      </dsp:nvSpPr>
      <dsp:spPr>
        <a:xfrm>
          <a:off x="7404017" y="2866130"/>
          <a:ext cx="779184" cy="90619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aglutinante</a:t>
          </a:r>
          <a:endParaRPr lang="es-PE" sz="1400" kern="1200" dirty="0"/>
        </a:p>
      </dsp:txBody>
      <dsp:txXfrm>
        <a:off x="7426839" y="2888952"/>
        <a:ext cx="733540" cy="860548"/>
      </dsp:txXfrm>
    </dsp:sp>
    <dsp:sp modelId="{0A81C4EB-7780-4229-9EB4-19924D58645C}">
      <dsp:nvSpPr>
        <dsp:cNvPr id="0" name=""/>
        <dsp:cNvSpPr/>
      </dsp:nvSpPr>
      <dsp:spPr>
        <a:xfrm>
          <a:off x="7371455" y="3900312"/>
          <a:ext cx="690796" cy="74173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2356FF-58C7-440A-B959-C30985DFBEE3}">
      <dsp:nvSpPr>
        <dsp:cNvPr id="0" name=""/>
        <dsp:cNvSpPr/>
      </dsp:nvSpPr>
      <dsp:spPr>
        <a:xfrm>
          <a:off x="7448210" y="3973229"/>
          <a:ext cx="690796" cy="74173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Binder</a:t>
          </a:r>
          <a:r>
            <a:rPr lang="es-ES" sz="1200" kern="1200" dirty="0"/>
            <a:t> </a:t>
          </a:r>
          <a:r>
            <a:rPr lang="es-ES" sz="1200" kern="1200" dirty="0" err="1"/>
            <a:t>Jetting</a:t>
          </a:r>
          <a:endParaRPr lang="es-ES" sz="1200" kern="1200" dirty="0"/>
        </a:p>
        <a:p>
          <a:pPr marL="0" lvl="0" indent="0" algn="ctr" defTabSz="533400">
            <a:lnSpc>
              <a:spcPct val="90000"/>
            </a:lnSpc>
            <a:spcBef>
              <a:spcPct val="0"/>
            </a:spcBef>
            <a:spcAft>
              <a:spcPct val="35000"/>
            </a:spcAft>
            <a:buNone/>
          </a:pPr>
          <a:r>
            <a:rPr lang="es-ES" sz="1200" kern="1200" dirty="0"/>
            <a:t>(BJ)</a:t>
          </a:r>
          <a:endParaRPr lang="es-PE" sz="1200" kern="1200" dirty="0"/>
        </a:p>
      </dsp:txBody>
      <dsp:txXfrm>
        <a:off x="7468443" y="3993462"/>
        <a:ext cx="650330" cy="701270"/>
      </dsp:txXfrm>
    </dsp:sp>
    <dsp:sp modelId="{47C1611A-EDE7-4C57-BCEA-3C5CC43D2E79}">
      <dsp:nvSpPr>
        <dsp:cNvPr id="0" name=""/>
        <dsp:cNvSpPr/>
      </dsp:nvSpPr>
      <dsp:spPr>
        <a:xfrm>
          <a:off x="8006858" y="2153650"/>
          <a:ext cx="1196991"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CB2D9B-2243-4B5A-AEA2-98DDC4085B53}">
      <dsp:nvSpPr>
        <dsp:cNvPr id="0" name=""/>
        <dsp:cNvSpPr/>
      </dsp:nvSpPr>
      <dsp:spPr>
        <a:xfrm>
          <a:off x="8083614" y="2226567"/>
          <a:ext cx="1196991"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Deposición de laser coaxial</a:t>
          </a:r>
          <a:endParaRPr lang="es-PE" sz="1400" kern="1200" dirty="0"/>
        </a:p>
      </dsp:txBody>
      <dsp:txXfrm>
        <a:off x="8096462" y="2239415"/>
        <a:ext cx="1171295" cy="412959"/>
      </dsp:txXfrm>
    </dsp:sp>
    <dsp:sp modelId="{8C1FFC2C-1870-4ACF-B3DD-F6BD7876679C}">
      <dsp:nvSpPr>
        <dsp:cNvPr id="0" name=""/>
        <dsp:cNvSpPr/>
      </dsp:nvSpPr>
      <dsp:spPr>
        <a:xfrm>
          <a:off x="8287070" y="3434970"/>
          <a:ext cx="690796" cy="88596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40022A-236A-4742-BC0C-6B63B7BC556B}">
      <dsp:nvSpPr>
        <dsp:cNvPr id="0" name=""/>
        <dsp:cNvSpPr/>
      </dsp:nvSpPr>
      <dsp:spPr>
        <a:xfrm>
          <a:off x="8363825" y="3507888"/>
          <a:ext cx="690796" cy="88596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Laser Metal </a:t>
          </a:r>
          <a:r>
            <a:rPr lang="es-ES" sz="1200" kern="1200" dirty="0" err="1"/>
            <a:t>Deposition</a:t>
          </a:r>
          <a:endParaRPr lang="es-ES" sz="1200" kern="1200" dirty="0"/>
        </a:p>
        <a:p>
          <a:pPr marL="0" lvl="0" indent="0" algn="ctr" defTabSz="533400">
            <a:lnSpc>
              <a:spcPct val="90000"/>
            </a:lnSpc>
            <a:spcBef>
              <a:spcPct val="0"/>
            </a:spcBef>
            <a:spcAft>
              <a:spcPct val="35000"/>
            </a:spcAft>
            <a:buNone/>
          </a:pPr>
          <a:r>
            <a:rPr lang="es-ES" sz="1200" kern="1200" dirty="0"/>
            <a:t>(LMD)</a:t>
          </a:r>
          <a:endParaRPr lang="es-PE" sz="1200" kern="1200" dirty="0"/>
        </a:p>
      </dsp:txBody>
      <dsp:txXfrm>
        <a:off x="8384058" y="3528121"/>
        <a:ext cx="650330" cy="845500"/>
      </dsp:txXfrm>
    </dsp:sp>
    <dsp:sp modelId="{5EFDDE5A-6F9D-46CC-B23E-F60ECB0E7FB3}">
      <dsp:nvSpPr>
        <dsp:cNvPr id="0" name=""/>
        <dsp:cNvSpPr/>
      </dsp:nvSpPr>
      <dsp:spPr>
        <a:xfrm>
          <a:off x="9177867" y="1514087"/>
          <a:ext cx="1222882" cy="43865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CBA675-5A23-4057-8F16-C25872D649DA}">
      <dsp:nvSpPr>
        <dsp:cNvPr id="0" name=""/>
        <dsp:cNvSpPr/>
      </dsp:nvSpPr>
      <dsp:spPr>
        <a:xfrm>
          <a:off x="9254622" y="1587004"/>
          <a:ext cx="1222882" cy="4386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Láminas</a:t>
          </a:r>
          <a:endParaRPr lang="es-PE" sz="1400" kern="1200" dirty="0"/>
        </a:p>
      </dsp:txBody>
      <dsp:txXfrm>
        <a:off x="9267470" y="1599852"/>
        <a:ext cx="1197186" cy="412959"/>
      </dsp:txXfrm>
    </dsp:sp>
    <dsp:sp modelId="{9A1D49D8-154A-4D1B-8DEF-0F840E31818F}">
      <dsp:nvSpPr>
        <dsp:cNvPr id="0" name=""/>
        <dsp:cNvSpPr/>
      </dsp:nvSpPr>
      <dsp:spPr>
        <a:xfrm>
          <a:off x="9379943" y="3446202"/>
          <a:ext cx="863896" cy="116074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B970F7-5AA8-4DC5-AB98-FA6D447E05B9}">
      <dsp:nvSpPr>
        <dsp:cNvPr id="0" name=""/>
        <dsp:cNvSpPr/>
      </dsp:nvSpPr>
      <dsp:spPr>
        <a:xfrm>
          <a:off x="9456698" y="3519119"/>
          <a:ext cx="863896" cy="116074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Laminated</a:t>
          </a:r>
          <a:r>
            <a:rPr lang="es-ES" sz="1200" kern="1200" dirty="0"/>
            <a:t> </a:t>
          </a:r>
          <a:r>
            <a:rPr lang="es-ES" sz="1200" kern="1200" dirty="0" err="1"/>
            <a:t>Object</a:t>
          </a:r>
          <a:r>
            <a:rPr lang="es-ES" sz="1200" kern="1200" dirty="0"/>
            <a:t> </a:t>
          </a:r>
          <a:r>
            <a:rPr lang="es-ES" sz="1200" kern="1200" dirty="0" err="1"/>
            <a:t>Manufacturing</a:t>
          </a:r>
          <a:endParaRPr lang="es-ES" sz="1200" kern="1200" dirty="0"/>
        </a:p>
        <a:p>
          <a:pPr marL="0" lvl="0" indent="0" algn="ctr" defTabSz="533400">
            <a:lnSpc>
              <a:spcPct val="90000"/>
            </a:lnSpc>
            <a:spcBef>
              <a:spcPct val="0"/>
            </a:spcBef>
            <a:spcAft>
              <a:spcPct val="35000"/>
            </a:spcAft>
            <a:buNone/>
          </a:pPr>
          <a:r>
            <a:rPr lang="es-ES" sz="1200" kern="1200" dirty="0"/>
            <a:t>(LOM)</a:t>
          </a:r>
          <a:endParaRPr lang="es-PE" sz="1200" kern="1200" dirty="0"/>
        </a:p>
      </dsp:txBody>
      <dsp:txXfrm>
        <a:off x="9482001" y="3544422"/>
        <a:ext cx="813290" cy="111014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E2CC74-6ABE-4BD3-943F-73DE1FEB3111}">
      <dsp:nvSpPr>
        <dsp:cNvPr id="0" name=""/>
        <dsp:cNvSpPr/>
      </dsp:nvSpPr>
      <dsp:spPr>
        <a:xfrm>
          <a:off x="9845158" y="1943788"/>
          <a:ext cx="91440" cy="1508393"/>
        </a:xfrm>
        <a:custGeom>
          <a:avLst/>
          <a:gdLst/>
          <a:ahLst/>
          <a:cxnLst/>
          <a:rect l="0" t="0" r="0" b="0"/>
          <a:pathLst>
            <a:path>
              <a:moveTo>
                <a:pt x="45720" y="0"/>
              </a:moveTo>
              <a:lnTo>
                <a:pt x="45720" y="1443758"/>
              </a:lnTo>
              <a:lnTo>
                <a:pt x="68527" y="1443758"/>
              </a:lnTo>
              <a:lnTo>
                <a:pt x="68527" y="1508393"/>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87AAC7-8FA1-409C-B59B-DAC474A3D7F6}">
      <dsp:nvSpPr>
        <dsp:cNvPr id="0" name=""/>
        <dsp:cNvSpPr/>
      </dsp:nvSpPr>
      <dsp:spPr>
        <a:xfrm>
          <a:off x="6286575" y="1297829"/>
          <a:ext cx="3604303" cy="202915"/>
        </a:xfrm>
        <a:custGeom>
          <a:avLst/>
          <a:gdLst/>
          <a:ahLst/>
          <a:cxnLst/>
          <a:rect l="0" t="0" r="0" b="0"/>
          <a:pathLst>
            <a:path>
              <a:moveTo>
                <a:pt x="0" y="0"/>
              </a:moveTo>
              <a:lnTo>
                <a:pt x="0" y="138281"/>
              </a:lnTo>
              <a:lnTo>
                <a:pt x="3604303" y="138281"/>
              </a:lnTo>
              <a:lnTo>
                <a:pt x="3604303" y="20291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25DCC1-3BC7-47D1-AC65-301B5222563F}">
      <dsp:nvSpPr>
        <dsp:cNvPr id="0" name=""/>
        <dsp:cNvSpPr/>
      </dsp:nvSpPr>
      <dsp:spPr>
        <a:xfrm>
          <a:off x="8649364" y="2589746"/>
          <a:ext cx="91440" cy="851091"/>
        </a:xfrm>
        <a:custGeom>
          <a:avLst/>
          <a:gdLst/>
          <a:ahLst/>
          <a:cxnLst/>
          <a:rect l="0" t="0" r="0" b="0"/>
          <a:pathLst>
            <a:path>
              <a:moveTo>
                <a:pt x="45720" y="0"/>
              </a:moveTo>
              <a:lnTo>
                <a:pt x="45720" y="786456"/>
              </a:lnTo>
              <a:lnTo>
                <a:pt x="73104" y="786456"/>
              </a:lnTo>
              <a:lnTo>
                <a:pt x="73104" y="85109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27327A-06BF-435F-8CB3-6A761FDEB7BB}">
      <dsp:nvSpPr>
        <dsp:cNvPr id="0" name=""/>
        <dsp:cNvSpPr/>
      </dsp:nvSpPr>
      <dsp:spPr>
        <a:xfrm>
          <a:off x="7579802" y="1943788"/>
          <a:ext cx="1115281" cy="202915"/>
        </a:xfrm>
        <a:custGeom>
          <a:avLst/>
          <a:gdLst/>
          <a:ahLst/>
          <a:cxnLst/>
          <a:rect l="0" t="0" r="0" b="0"/>
          <a:pathLst>
            <a:path>
              <a:moveTo>
                <a:pt x="0" y="0"/>
              </a:moveTo>
              <a:lnTo>
                <a:pt x="0" y="138281"/>
              </a:lnTo>
              <a:lnTo>
                <a:pt x="1115281" y="138281"/>
              </a:lnTo>
              <a:lnTo>
                <a:pt x="1115281"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2B82DD-8903-4ADC-BBF8-C33C7DA119BD}">
      <dsp:nvSpPr>
        <dsp:cNvPr id="0" name=""/>
        <dsp:cNvSpPr/>
      </dsp:nvSpPr>
      <dsp:spPr>
        <a:xfrm>
          <a:off x="7751978" y="3707916"/>
          <a:ext cx="91440" cy="202915"/>
        </a:xfrm>
        <a:custGeom>
          <a:avLst/>
          <a:gdLst/>
          <a:ahLst/>
          <a:cxnLst/>
          <a:rect l="0" t="0" r="0" b="0"/>
          <a:pathLst>
            <a:path>
              <a:moveTo>
                <a:pt x="45720" y="0"/>
              </a:moveTo>
              <a:lnTo>
                <a:pt x="4572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3B892-FA73-4D2F-A520-CBCD94FBA092}">
      <dsp:nvSpPr>
        <dsp:cNvPr id="0" name=""/>
        <dsp:cNvSpPr/>
      </dsp:nvSpPr>
      <dsp:spPr>
        <a:xfrm>
          <a:off x="6492505" y="2589746"/>
          <a:ext cx="1305193" cy="202915"/>
        </a:xfrm>
        <a:custGeom>
          <a:avLst/>
          <a:gdLst/>
          <a:ahLst/>
          <a:cxnLst/>
          <a:rect l="0" t="0" r="0" b="0"/>
          <a:pathLst>
            <a:path>
              <a:moveTo>
                <a:pt x="0" y="0"/>
              </a:moveTo>
              <a:lnTo>
                <a:pt x="0" y="138281"/>
              </a:lnTo>
              <a:lnTo>
                <a:pt x="1305193" y="138281"/>
              </a:lnTo>
              <a:lnTo>
                <a:pt x="1305193"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C56988-1386-491E-8938-C9685485574C}">
      <dsp:nvSpPr>
        <dsp:cNvPr id="0" name=""/>
        <dsp:cNvSpPr/>
      </dsp:nvSpPr>
      <dsp:spPr>
        <a:xfrm>
          <a:off x="6473938" y="3399120"/>
          <a:ext cx="426375" cy="202915"/>
        </a:xfrm>
        <a:custGeom>
          <a:avLst/>
          <a:gdLst/>
          <a:ahLst/>
          <a:cxnLst/>
          <a:rect l="0" t="0" r="0" b="0"/>
          <a:pathLst>
            <a:path>
              <a:moveTo>
                <a:pt x="0" y="0"/>
              </a:moveTo>
              <a:lnTo>
                <a:pt x="0" y="138281"/>
              </a:lnTo>
              <a:lnTo>
                <a:pt x="426375" y="138281"/>
              </a:lnTo>
              <a:lnTo>
                <a:pt x="426375"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AD552E-FC1D-434E-A335-98EF42B4C86D}">
      <dsp:nvSpPr>
        <dsp:cNvPr id="0" name=""/>
        <dsp:cNvSpPr/>
      </dsp:nvSpPr>
      <dsp:spPr>
        <a:xfrm>
          <a:off x="6047563" y="3399120"/>
          <a:ext cx="426375" cy="202915"/>
        </a:xfrm>
        <a:custGeom>
          <a:avLst/>
          <a:gdLst/>
          <a:ahLst/>
          <a:cxnLst/>
          <a:rect l="0" t="0" r="0" b="0"/>
          <a:pathLst>
            <a:path>
              <a:moveTo>
                <a:pt x="426375" y="0"/>
              </a:moveTo>
              <a:lnTo>
                <a:pt x="426375" y="138281"/>
              </a:lnTo>
              <a:lnTo>
                <a:pt x="0" y="138281"/>
              </a:lnTo>
              <a:lnTo>
                <a:pt x="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1818A1-8AB6-473A-A5A4-EA999F57E701}">
      <dsp:nvSpPr>
        <dsp:cNvPr id="0" name=""/>
        <dsp:cNvSpPr/>
      </dsp:nvSpPr>
      <dsp:spPr>
        <a:xfrm>
          <a:off x="6428218" y="2589746"/>
          <a:ext cx="91440" cy="202915"/>
        </a:xfrm>
        <a:custGeom>
          <a:avLst/>
          <a:gdLst/>
          <a:ahLst/>
          <a:cxnLst/>
          <a:rect l="0" t="0" r="0" b="0"/>
          <a:pathLst>
            <a:path>
              <a:moveTo>
                <a:pt x="64287" y="0"/>
              </a:moveTo>
              <a:lnTo>
                <a:pt x="64287" y="138281"/>
              </a:lnTo>
              <a:lnTo>
                <a:pt x="45720" y="138281"/>
              </a:lnTo>
              <a:lnTo>
                <a:pt x="4572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001EF-43E7-4A81-AACC-C07B339B7E2E}">
      <dsp:nvSpPr>
        <dsp:cNvPr id="0" name=""/>
        <dsp:cNvSpPr/>
      </dsp:nvSpPr>
      <dsp:spPr>
        <a:xfrm>
          <a:off x="5149092" y="3407698"/>
          <a:ext cx="91440" cy="202915"/>
        </a:xfrm>
        <a:custGeom>
          <a:avLst/>
          <a:gdLst/>
          <a:ahLst/>
          <a:cxnLst/>
          <a:rect l="0" t="0" r="0" b="0"/>
          <a:pathLst>
            <a:path>
              <a:moveTo>
                <a:pt x="45720" y="0"/>
              </a:moveTo>
              <a:lnTo>
                <a:pt x="4572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C435D1-BB08-4A46-BEE0-F112D1C689B4}">
      <dsp:nvSpPr>
        <dsp:cNvPr id="0" name=""/>
        <dsp:cNvSpPr/>
      </dsp:nvSpPr>
      <dsp:spPr>
        <a:xfrm>
          <a:off x="5194812" y="2589746"/>
          <a:ext cx="1297692" cy="202915"/>
        </a:xfrm>
        <a:custGeom>
          <a:avLst/>
          <a:gdLst/>
          <a:ahLst/>
          <a:cxnLst/>
          <a:rect l="0" t="0" r="0" b="0"/>
          <a:pathLst>
            <a:path>
              <a:moveTo>
                <a:pt x="1297692" y="0"/>
              </a:moveTo>
              <a:lnTo>
                <a:pt x="1297692" y="138281"/>
              </a:lnTo>
              <a:lnTo>
                <a:pt x="0" y="138281"/>
              </a:lnTo>
              <a:lnTo>
                <a:pt x="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DB784D-B2D7-4E33-AB5E-42DED4D3DF95}">
      <dsp:nvSpPr>
        <dsp:cNvPr id="0" name=""/>
        <dsp:cNvSpPr/>
      </dsp:nvSpPr>
      <dsp:spPr>
        <a:xfrm>
          <a:off x="6492505" y="1943788"/>
          <a:ext cx="1087296" cy="202915"/>
        </a:xfrm>
        <a:custGeom>
          <a:avLst/>
          <a:gdLst/>
          <a:ahLst/>
          <a:cxnLst/>
          <a:rect l="0" t="0" r="0" b="0"/>
          <a:pathLst>
            <a:path>
              <a:moveTo>
                <a:pt x="1087296" y="0"/>
              </a:moveTo>
              <a:lnTo>
                <a:pt x="1087296" y="138281"/>
              </a:lnTo>
              <a:lnTo>
                <a:pt x="0" y="138281"/>
              </a:lnTo>
              <a:lnTo>
                <a:pt x="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E3A2DF-7361-404C-A61F-02C3FC78834E}">
      <dsp:nvSpPr>
        <dsp:cNvPr id="0" name=""/>
        <dsp:cNvSpPr/>
      </dsp:nvSpPr>
      <dsp:spPr>
        <a:xfrm>
          <a:off x="6286575" y="1297829"/>
          <a:ext cx="1293227" cy="202915"/>
        </a:xfrm>
        <a:custGeom>
          <a:avLst/>
          <a:gdLst/>
          <a:ahLst/>
          <a:cxnLst/>
          <a:rect l="0" t="0" r="0" b="0"/>
          <a:pathLst>
            <a:path>
              <a:moveTo>
                <a:pt x="0" y="0"/>
              </a:moveTo>
              <a:lnTo>
                <a:pt x="0" y="138281"/>
              </a:lnTo>
              <a:lnTo>
                <a:pt x="1293227" y="138281"/>
              </a:lnTo>
              <a:lnTo>
                <a:pt x="1293227" y="20291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4834AA-BE9C-445D-AEB4-FC39536D94E1}">
      <dsp:nvSpPr>
        <dsp:cNvPr id="0" name=""/>
        <dsp:cNvSpPr/>
      </dsp:nvSpPr>
      <dsp:spPr>
        <a:xfrm>
          <a:off x="4244206" y="3585956"/>
          <a:ext cx="91440" cy="202915"/>
        </a:xfrm>
        <a:custGeom>
          <a:avLst/>
          <a:gdLst/>
          <a:ahLst/>
          <a:cxnLst/>
          <a:rect l="0" t="0" r="0" b="0"/>
          <a:pathLst>
            <a:path>
              <a:moveTo>
                <a:pt x="45720" y="0"/>
              </a:moveTo>
              <a:lnTo>
                <a:pt x="4572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5ED8B1-5E96-473B-AA23-D316EBED0923}">
      <dsp:nvSpPr>
        <dsp:cNvPr id="0" name=""/>
        <dsp:cNvSpPr/>
      </dsp:nvSpPr>
      <dsp:spPr>
        <a:xfrm>
          <a:off x="3828924" y="2589746"/>
          <a:ext cx="461002" cy="202915"/>
        </a:xfrm>
        <a:custGeom>
          <a:avLst/>
          <a:gdLst/>
          <a:ahLst/>
          <a:cxnLst/>
          <a:rect l="0" t="0" r="0" b="0"/>
          <a:pathLst>
            <a:path>
              <a:moveTo>
                <a:pt x="0" y="0"/>
              </a:moveTo>
              <a:lnTo>
                <a:pt x="0" y="138281"/>
              </a:lnTo>
              <a:lnTo>
                <a:pt x="461002" y="138281"/>
              </a:lnTo>
              <a:lnTo>
                <a:pt x="461002"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4D565B-F6FC-4706-8990-80151501AC5A}">
      <dsp:nvSpPr>
        <dsp:cNvPr id="0" name=""/>
        <dsp:cNvSpPr/>
      </dsp:nvSpPr>
      <dsp:spPr>
        <a:xfrm>
          <a:off x="3322202" y="3235704"/>
          <a:ext cx="91440" cy="202915"/>
        </a:xfrm>
        <a:custGeom>
          <a:avLst/>
          <a:gdLst/>
          <a:ahLst/>
          <a:cxnLst/>
          <a:rect l="0" t="0" r="0" b="0"/>
          <a:pathLst>
            <a:path>
              <a:moveTo>
                <a:pt x="45720" y="0"/>
              </a:moveTo>
              <a:lnTo>
                <a:pt x="4572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91E219-C375-4042-B2EB-189263EA8A4F}">
      <dsp:nvSpPr>
        <dsp:cNvPr id="0" name=""/>
        <dsp:cNvSpPr/>
      </dsp:nvSpPr>
      <dsp:spPr>
        <a:xfrm>
          <a:off x="3367922" y="2589746"/>
          <a:ext cx="461002" cy="202915"/>
        </a:xfrm>
        <a:custGeom>
          <a:avLst/>
          <a:gdLst/>
          <a:ahLst/>
          <a:cxnLst/>
          <a:rect l="0" t="0" r="0" b="0"/>
          <a:pathLst>
            <a:path>
              <a:moveTo>
                <a:pt x="461002" y="0"/>
              </a:moveTo>
              <a:lnTo>
                <a:pt x="461002" y="138281"/>
              </a:lnTo>
              <a:lnTo>
                <a:pt x="0" y="138281"/>
              </a:lnTo>
              <a:lnTo>
                <a:pt x="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6E5A0E-C98A-486A-A822-BCB1515D6D73}">
      <dsp:nvSpPr>
        <dsp:cNvPr id="0" name=""/>
        <dsp:cNvSpPr/>
      </dsp:nvSpPr>
      <dsp:spPr>
        <a:xfrm>
          <a:off x="2525717" y="1943788"/>
          <a:ext cx="1303206" cy="202915"/>
        </a:xfrm>
        <a:custGeom>
          <a:avLst/>
          <a:gdLst/>
          <a:ahLst/>
          <a:cxnLst/>
          <a:rect l="0" t="0" r="0" b="0"/>
          <a:pathLst>
            <a:path>
              <a:moveTo>
                <a:pt x="0" y="0"/>
              </a:moveTo>
              <a:lnTo>
                <a:pt x="0" y="138281"/>
              </a:lnTo>
              <a:lnTo>
                <a:pt x="1303206" y="138281"/>
              </a:lnTo>
              <a:lnTo>
                <a:pt x="1303206"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1D003C-CB16-47A8-9BF7-F56F919A5E74}">
      <dsp:nvSpPr>
        <dsp:cNvPr id="0" name=""/>
        <dsp:cNvSpPr/>
      </dsp:nvSpPr>
      <dsp:spPr>
        <a:xfrm>
          <a:off x="2337122" y="4077445"/>
          <a:ext cx="91440" cy="202915"/>
        </a:xfrm>
        <a:custGeom>
          <a:avLst/>
          <a:gdLst/>
          <a:ahLst/>
          <a:cxnLst/>
          <a:rect l="0" t="0" r="0" b="0"/>
          <a:pathLst>
            <a:path>
              <a:moveTo>
                <a:pt x="45720" y="0"/>
              </a:moveTo>
              <a:lnTo>
                <a:pt x="4572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BDBA62-4C7E-435D-BC9D-239044301547}">
      <dsp:nvSpPr>
        <dsp:cNvPr id="0" name=""/>
        <dsp:cNvSpPr/>
      </dsp:nvSpPr>
      <dsp:spPr>
        <a:xfrm>
          <a:off x="1368763" y="2589746"/>
          <a:ext cx="1014078" cy="202915"/>
        </a:xfrm>
        <a:custGeom>
          <a:avLst/>
          <a:gdLst/>
          <a:ahLst/>
          <a:cxnLst/>
          <a:rect l="0" t="0" r="0" b="0"/>
          <a:pathLst>
            <a:path>
              <a:moveTo>
                <a:pt x="0" y="0"/>
              </a:moveTo>
              <a:lnTo>
                <a:pt x="0" y="138281"/>
              </a:lnTo>
              <a:lnTo>
                <a:pt x="1014078" y="138281"/>
              </a:lnTo>
              <a:lnTo>
                <a:pt x="1014078"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F8D7D9-9430-479F-9DAF-1C10E6B9B1FA}">
      <dsp:nvSpPr>
        <dsp:cNvPr id="0" name=""/>
        <dsp:cNvSpPr/>
      </dsp:nvSpPr>
      <dsp:spPr>
        <a:xfrm>
          <a:off x="1372320" y="3610638"/>
          <a:ext cx="91440" cy="202915"/>
        </a:xfrm>
        <a:custGeom>
          <a:avLst/>
          <a:gdLst/>
          <a:ahLst/>
          <a:cxnLst/>
          <a:rect l="0" t="0" r="0" b="0"/>
          <a:pathLst>
            <a:path>
              <a:moveTo>
                <a:pt x="45720" y="0"/>
              </a:moveTo>
              <a:lnTo>
                <a:pt x="4572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DB5832-6258-4634-B0DA-4E3D86752BE0}">
      <dsp:nvSpPr>
        <dsp:cNvPr id="0" name=""/>
        <dsp:cNvSpPr/>
      </dsp:nvSpPr>
      <dsp:spPr>
        <a:xfrm>
          <a:off x="1323043" y="2589746"/>
          <a:ext cx="91440" cy="202915"/>
        </a:xfrm>
        <a:custGeom>
          <a:avLst/>
          <a:gdLst/>
          <a:ahLst/>
          <a:cxnLst/>
          <a:rect l="0" t="0" r="0" b="0"/>
          <a:pathLst>
            <a:path>
              <a:moveTo>
                <a:pt x="45720" y="0"/>
              </a:moveTo>
              <a:lnTo>
                <a:pt x="45720" y="138281"/>
              </a:lnTo>
              <a:lnTo>
                <a:pt x="94997" y="138281"/>
              </a:lnTo>
              <a:lnTo>
                <a:pt x="94997"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D251E3-F7AA-416B-8430-B41CA48EA1D5}">
      <dsp:nvSpPr>
        <dsp:cNvPr id="0" name=""/>
        <dsp:cNvSpPr/>
      </dsp:nvSpPr>
      <dsp:spPr>
        <a:xfrm>
          <a:off x="389780" y="3847758"/>
          <a:ext cx="91440" cy="202915"/>
        </a:xfrm>
        <a:custGeom>
          <a:avLst/>
          <a:gdLst/>
          <a:ahLst/>
          <a:cxnLst/>
          <a:rect l="0" t="0" r="0" b="0"/>
          <a:pathLst>
            <a:path>
              <a:moveTo>
                <a:pt x="45720" y="0"/>
              </a:moveTo>
              <a:lnTo>
                <a:pt x="4572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9AEC80-C586-41AF-BAD5-BA797DDE0228}">
      <dsp:nvSpPr>
        <dsp:cNvPr id="0" name=""/>
        <dsp:cNvSpPr/>
      </dsp:nvSpPr>
      <dsp:spPr>
        <a:xfrm>
          <a:off x="435500" y="2589746"/>
          <a:ext cx="933263" cy="202915"/>
        </a:xfrm>
        <a:custGeom>
          <a:avLst/>
          <a:gdLst/>
          <a:ahLst/>
          <a:cxnLst/>
          <a:rect l="0" t="0" r="0" b="0"/>
          <a:pathLst>
            <a:path>
              <a:moveTo>
                <a:pt x="933263" y="0"/>
              </a:moveTo>
              <a:lnTo>
                <a:pt x="933263" y="138281"/>
              </a:lnTo>
              <a:lnTo>
                <a:pt x="0" y="138281"/>
              </a:lnTo>
              <a:lnTo>
                <a:pt x="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C2727E-D197-4DD7-81D1-57296E128183}">
      <dsp:nvSpPr>
        <dsp:cNvPr id="0" name=""/>
        <dsp:cNvSpPr/>
      </dsp:nvSpPr>
      <dsp:spPr>
        <a:xfrm>
          <a:off x="1368763" y="1943788"/>
          <a:ext cx="1156954" cy="202915"/>
        </a:xfrm>
        <a:custGeom>
          <a:avLst/>
          <a:gdLst/>
          <a:ahLst/>
          <a:cxnLst/>
          <a:rect l="0" t="0" r="0" b="0"/>
          <a:pathLst>
            <a:path>
              <a:moveTo>
                <a:pt x="1156954" y="0"/>
              </a:moveTo>
              <a:lnTo>
                <a:pt x="1156954" y="138281"/>
              </a:lnTo>
              <a:lnTo>
                <a:pt x="0" y="138281"/>
              </a:lnTo>
              <a:lnTo>
                <a:pt x="0" y="202915"/>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C5C67C-4C45-4216-A95E-F6F65EC96C8D}">
      <dsp:nvSpPr>
        <dsp:cNvPr id="0" name=""/>
        <dsp:cNvSpPr/>
      </dsp:nvSpPr>
      <dsp:spPr>
        <a:xfrm>
          <a:off x="2525717" y="1297829"/>
          <a:ext cx="3760857" cy="202915"/>
        </a:xfrm>
        <a:custGeom>
          <a:avLst/>
          <a:gdLst/>
          <a:ahLst/>
          <a:cxnLst/>
          <a:rect l="0" t="0" r="0" b="0"/>
          <a:pathLst>
            <a:path>
              <a:moveTo>
                <a:pt x="3760857" y="0"/>
              </a:moveTo>
              <a:lnTo>
                <a:pt x="3760857" y="138281"/>
              </a:lnTo>
              <a:lnTo>
                <a:pt x="0" y="138281"/>
              </a:lnTo>
              <a:lnTo>
                <a:pt x="0" y="20291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5B63A1-87FB-4EFC-BE4B-DA4F05642682}">
      <dsp:nvSpPr>
        <dsp:cNvPr id="0" name=""/>
        <dsp:cNvSpPr/>
      </dsp:nvSpPr>
      <dsp:spPr>
        <a:xfrm>
          <a:off x="5684470" y="551750"/>
          <a:ext cx="1204210" cy="74607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ADA60F-19B2-4074-B728-71723E606108}">
      <dsp:nvSpPr>
        <dsp:cNvPr id="0" name=""/>
        <dsp:cNvSpPr/>
      </dsp:nvSpPr>
      <dsp:spPr>
        <a:xfrm>
          <a:off x="5761993" y="625397"/>
          <a:ext cx="1204210" cy="746079"/>
        </a:xfrm>
        <a:prstGeom prst="roundRect">
          <a:avLst>
            <a:gd name="adj" fmla="val 10000"/>
          </a:avLst>
        </a:prstGeom>
        <a:solidFill>
          <a:schemeClr val="accent1">
            <a:alpha val="9000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Manufactura Aditiva</a:t>
          </a:r>
          <a:endParaRPr lang="es-PE" sz="1400" kern="1200" dirty="0"/>
        </a:p>
      </dsp:txBody>
      <dsp:txXfrm>
        <a:off x="5783845" y="647249"/>
        <a:ext cx="1160506" cy="702375"/>
      </dsp:txXfrm>
    </dsp:sp>
    <dsp:sp modelId="{FB0B6571-93CA-44A5-8E24-4103747CA439}">
      <dsp:nvSpPr>
        <dsp:cNvPr id="0" name=""/>
        <dsp:cNvSpPr/>
      </dsp:nvSpPr>
      <dsp:spPr>
        <a:xfrm>
          <a:off x="2176865" y="1500745"/>
          <a:ext cx="697704" cy="44304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1352B3-95C7-4E61-A55A-302221A248CF}">
      <dsp:nvSpPr>
        <dsp:cNvPr id="0" name=""/>
        <dsp:cNvSpPr/>
      </dsp:nvSpPr>
      <dsp:spPr>
        <a:xfrm>
          <a:off x="2254388" y="1574392"/>
          <a:ext cx="697704" cy="44304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Líquido</a:t>
          </a:r>
          <a:endParaRPr lang="es-PE" sz="1400" kern="1200" dirty="0"/>
        </a:p>
      </dsp:txBody>
      <dsp:txXfrm>
        <a:off x="2267364" y="1587368"/>
        <a:ext cx="671752" cy="417090"/>
      </dsp:txXfrm>
    </dsp:sp>
    <dsp:sp modelId="{A7B26193-12D5-40E4-9F11-56B852E28DEE}">
      <dsp:nvSpPr>
        <dsp:cNvPr id="0" name=""/>
        <dsp:cNvSpPr/>
      </dsp:nvSpPr>
      <dsp:spPr>
        <a:xfrm>
          <a:off x="671523" y="2146703"/>
          <a:ext cx="1394481" cy="44304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64DDE1-F996-4F72-B5DC-77AEEC0E1908}">
      <dsp:nvSpPr>
        <dsp:cNvPr id="0" name=""/>
        <dsp:cNvSpPr/>
      </dsp:nvSpPr>
      <dsp:spPr>
        <a:xfrm>
          <a:off x="749045" y="2220350"/>
          <a:ext cx="1394481" cy="44304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Fotopolímeros</a:t>
          </a:r>
          <a:endParaRPr lang="es-PE" sz="1400" kern="1200" dirty="0"/>
        </a:p>
      </dsp:txBody>
      <dsp:txXfrm>
        <a:off x="762021" y="2233326"/>
        <a:ext cx="1368529" cy="417090"/>
      </dsp:txXfrm>
    </dsp:sp>
    <dsp:sp modelId="{9D15A430-DBED-4797-9883-CEA48FB9795A}">
      <dsp:nvSpPr>
        <dsp:cNvPr id="0" name=""/>
        <dsp:cNvSpPr/>
      </dsp:nvSpPr>
      <dsp:spPr>
        <a:xfrm>
          <a:off x="5832" y="2792662"/>
          <a:ext cx="859334" cy="105509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9D5326-99B1-4621-B91F-43D37B11416E}">
      <dsp:nvSpPr>
        <dsp:cNvPr id="0" name=""/>
        <dsp:cNvSpPr/>
      </dsp:nvSpPr>
      <dsp:spPr>
        <a:xfrm>
          <a:off x="83355" y="2866308"/>
          <a:ext cx="859334" cy="105509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de trama(proyector</a:t>
          </a:r>
          <a:r>
            <a:rPr lang="es-ES" sz="700" kern="1200" dirty="0"/>
            <a:t>)</a:t>
          </a:r>
          <a:endParaRPr lang="es-PE" sz="700" kern="1200" dirty="0"/>
        </a:p>
      </dsp:txBody>
      <dsp:txXfrm>
        <a:off x="108524" y="2891477"/>
        <a:ext cx="808996" cy="1004758"/>
      </dsp:txXfrm>
    </dsp:sp>
    <dsp:sp modelId="{6F31B42E-D7FE-4F79-B77D-9F7F5361E59E}">
      <dsp:nvSpPr>
        <dsp:cNvPr id="0" name=""/>
        <dsp:cNvSpPr/>
      </dsp:nvSpPr>
      <dsp:spPr>
        <a:xfrm>
          <a:off x="28250" y="4050674"/>
          <a:ext cx="814500" cy="10204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18D471-BC2F-4BBB-A5F6-A73C03F07BA5}">
      <dsp:nvSpPr>
        <dsp:cNvPr id="0" name=""/>
        <dsp:cNvSpPr/>
      </dsp:nvSpPr>
      <dsp:spPr>
        <a:xfrm>
          <a:off x="105772" y="4124321"/>
          <a:ext cx="814500" cy="102047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Digital Light </a:t>
          </a:r>
          <a:r>
            <a:rPr lang="es-ES" sz="1200" kern="1200" dirty="0" err="1"/>
            <a:t>Projection</a:t>
          </a:r>
          <a:r>
            <a:rPr lang="es-ES" sz="1200" kern="1200" dirty="0"/>
            <a:t> </a:t>
          </a:r>
        </a:p>
        <a:p>
          <a:pPr marL="0" lvl="0" indent="0" algn="ctr" defTabSz="533400">
            <a:lnSpc>
              <a:spcPct val="90000"/>
            </a:lnSpc>
            <a:spcBef>
              <a:spcPct val="0"/>
            </a:spcBef>
            <a:spcAft>
              <a:spcPct val="35000"/>
            </a:spcAft>
            <a:buNone/>
          </a:pPr>
          <a:r>
            <a:rPr lang="es-ES" sz="1200" kern="1200" dirty="0"/>
            <a:t>(DLP)</a:t>
          </a:r>
          <a:endParaRPr lang="es-PE" sz="1200" kern="1200" dirty="0"/>
        </a:p>
      </dsp:txBody>
      <dsp:txXfrm>
        <a:off x="129628" y="4148177"/>
        <a:ext cx="766788" cy="972760"/>
      </dsp:txXfrm>
    </dsp:sp>
    <dsp:sp modelId="{CD9AC1F0-7200-4377-83E2-2953F0C8DE9D}">
      <dsp:nvSpPr>
        <dsp:cNvPr id="0" name=""/>
        <dsp:cNvSpPr/>
      </dsp:nvSpPr>
      <dsp:spPr>
        <a:xfrm>
          <a:off x="1069188" y="2792662"/>
          <a:ext cx="697704" cy="81797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B99B29-7B4C-4D52-98EB-EB40583810FE}">
      <dsp:nvSpPr>
        <dsp:cNvPr id="0" name=""/>
        <dsp:cNvSpPr/>
      </dsp:nvSpPr>
      <dsp:spPr>
        <a:xfrm>
          <a:off x="1146711" y="2866308"/>
          <a:ext cx="697704" cy="81797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 mediante escaneo vectorial (láser)</a:t>
          </a:r>
          <a:endParaRPr lang="es-PE" sz="1200" kern="1200" dirty="0"/>
        </a:p>
      </dsp:txBody>
      <dsp:txXfrm>
        <a:off x="1167146" y="2886743"/>
        <a:ext cx="656834" cy="777105"/>
      </dsp:txXfrm>
    </dsp:sp>
    <dsp:sp modelId="{5150BB15-1346-483E-AF7D-70E2640A7E40}">
      <dsp:nvSpPr>
        <dsp:cNvPr id="0" name=""/>
        <dsp:cNvSpPr/>
      </dsp:nvSpPr>
      <dsp:spPr>
        <a:xfrm>
          <a:off x="1020213" y="3813553"/>
          <a:ext cx="795655" cy="743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DF574B-1D82-4FB8-8077-5F85A7CEF7B9}">
      <dsp:nvSpPr>
        <dsp:cNvPr id="0" name=""/>
        <dsp:cNvSpPr/>
      </dsp:nvSpPr>
      <dsp:spPr>
        <a:xfrm>
          <a:off x="1097736" y="3887200"/>
          <a:ext cx="795655" cy="74392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Estereolitografía</a:t>
          </a:r>
        </a:p>
        <a:p>
          <a:pPr marL="0" lvl="0" indent="0" algn="ctr" defTabSz="533400">
            <a:lnSpc>
              <a:spcPct val="90000"/>
            </a:lnSpc>
            <a:spcBef>
              <a:spcPct val="0"/>
            </a:spcBef>
            <a:spcAft>
              <a:spcPct val="35000"/>
            </a:spcAft>
            <a:buNone/>
          </a:pPr>
          <a:r>
            <a:rPr lang="es-ES" sz="1200" kern="1200" dirty="0"/>
            <a:t>(SLA)</a:t>
          </a:r>
          <a:endParaRPr lang="es-PE" sz="1200" kern="1200" dirty="0"/>
        </a:p>
      </dsp:txBody>
      <dsp:txXfrm>
        <a:off x="1119525" y="3908989"/>
        <a:ext cx="752077" cy="700347"/>
      </dsp:txXfrm>
    </dsp:sp>
    <dsp:sp modelId="{37D316C6-5040-4D74-8864-132E6BA9BBFC}">
      <dsp:nvSpPr>
        <dsp:cNvPr id="0" name=""/>
        <dsp:cNvSpPr/>
      </dsp:nvSpPr>
      <dsp:spPr>
        <a:xfrm>
          <a:off x="2033990" y="2792662"/>
          <a:ext cx="697704" cy="128478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1F4FF-90E0-473F-AA26-0933966D080F}">
      <dsp:nvSpPr>
        <dsp:cNvPr id="0" name=""/>
        <dsp:cNvSpPr/>
      </dsp:nvSpPr>
      <dsp:spPr>
        <a:xfrm>
          <a:off x="2111512" y="2866308"/>
          <a:ext cx="697704" cy="128478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Curado con lámpara después de deposición selectiva</a:t>
          </a:r>
          <a:endParaRPr lang="es-PE" sz="1200" kern="1200" dirty="0"/>
        </a:p>
      </dsp:txBody>
      <dsp:txXfrm>
        <a:off x="2131947" y="2886743"/>
        <a:ext cx="656834" cy="1243913"/>
      </dsp:txXfrm>
    </dsp:sp>
    <dsp:sp modelId="{B3AB75D9-CAB8-4D3E-ADC7-4B8D7ABDFAD3}">
      <dsp:nvSpPr>
        <dsp:cNvPr id="0" name=""/>
        <dsp:cNvSpPr/>
      </dsp:nvSpPr>
      <dsp:spPr>
        <a:xfrm>
          <a:off x="1970914" y="4280361"/>
          <a:ext cx="823856" cy="62964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4979AF-3A37-49B4-8161-920557516DF4}">
      <dsp:nvSpPr>
        <dsp:cNvPr id="0" name=""/>
        <dsp:cNvSpPr/>
      </dsp:nvSpPr>
      <dsp:spPr>
        <a:xfrm>
          <a:off x="2048436" y="4354007"/>
          <a:ext cx="823856" cy="62964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Multi-Jet </a:t>
          </a:r>
          <a:r>
            <a:rPr lang="es-ES" sz="1400" kern="1200" dirty="0" err="1"/>
            <a:t>Modeling</a:t>
          </a:r>
          <a:r>
            <a:rPr lang="es-ES" sz="1400" kern="1200" dirty="0"/>
            <a:t> </a:t>
          </a:r>
        </a:p>
        <a:p>
          <a:pPr marL="0" lvl="0" indent="0" algn="ctr" defTabSz="622300">
            <a:lnSpc>
              <a:spcPct val="90000"/>
            </a:lnSpc>
            <a:spcBef>
              <a:spcPct val="0"/>
            </a:spcBef>
            <a:spcAft>
              <a:spcPct val="35000"/>
            </a:spcAft>
            <a:buNone/>
          </a:pPr>
          <a:r>
            <a:rPr lang="es-ES" sz="1400" kern="1200" dirty="0"/>
            <a:t>(MJM)</a:t>
          </a:r>
          <a:endParaRPr lang="es-PE" sz="1400" kern="1200" dirty="0"/>
        </a:p>
      </dsp:txBody>
      <dsp:txXfrm>
        <a:off x="2066878" y="4372449"/>
        <a:ext cx="786972" cy="592763"/>
      </dsp:txXfrm>
    </dsp:sp>
    <dsp:sp modelId="{4243BF0C-15AF-4355-BD68-7D01430782DD}">
      <dsp:nvSpPr>
        <dsp:cNvPr id="0" name=""/>
        <dsp:cNvSpPr/>
      </dsp:nvSpPr>
      <dsp:spPr>
        <a:xfrm>
          <a:off x="3277936" y="2146703"/>
          <a:ext cx="1101975" cy="44304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C58B70-D1C5-47CF-B55B-1F05A54A9968}">
      <dsp:nvSpPr>
        <dsp:cNvPr id="0" name=""/>
        <dsp:cNvSpPr/>
      </dsp:nvSpPr>
      <dsp:spPr>
        <a:xfrm>
          <a:off x="3355459" y="2220350"/>
          <a:ext cx="1101975" cy="44304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Materiales fundidos</a:t>
          </a:r>
          <a:endParaRPr lang="es-PE" sz="1400" kern="1200" dirty="0"/>
        </a:p>
      </dsp:txBody>
      <dsp:txXfrm>
        <a:off x="3368435" y="2233326"/>
        <a:ext cx="1076023" cy="417090"/>
      </dsp:txXfrm>
    </dsp:sp>
    <dsp:sp modelId="{3060C2E0-FED7-4E6A-A92C-E15167EB816D}">
      <dsp:nvSpPr>
        <dsp:cNvPr id="0" name=""/>
        <dsp:cNvSpPr/>
      </dsp:nvSpPr>
      <dsp:spPr>
        <a:xfrm>
          <a:off x="3019070" y="2792662"/>
          <a:ext cx="697704" cy="44304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AF6D40-DDAF-45A2-A156-DA61074E76FD}">
      <dsp:nvSpPr>
        <dsp:cNvPr id="0" name=""/>
        <dsp:cNvSpPr/>
      </dsp:nvSpPr>
      <dsp:spPr>
        <a:xfrm>
          <a:off x="3096593" y="2866308"/>
          <a:ext cx="697704" cy="44304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Extrusión</a:t>
          </a:r>
          <a:endParaRPr lang="es-PE" sz="1400" kern="1200" dirty="0"/>
        </a:p>
      </dsp:txBody>
      <dsp:txXfrm>
        <a:off x="3109569" y="2879284"/>
        <a:ext cx="671752" cy="417090"/>
      </dsp:txXfrm>
    </dsp:sp>
    <dsp:sp modelId="{E7122916-451F-4F71-B809-118A671FF1E5}">
      <dsp:nvSpPr>
        <dsp:cNvPr id="0" name=""/>
        <dsp:cNvSpPr/>
      </dsp:nvSpPr>
      <dsp:spPr>
        <a:xfrm>
          <a:off x="2949816" y="3438620"/>
          <a:ext cx="836212" cy="110133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BED8C5-781F-4015-AE6D-3CDDE6224FD3}">
      <dsp:nvSpPr>
        <dsp:cNvPr id="0" name=""/>
        <dsp:cNvSpPr/>
      </dsp:nvSpPr>
      <dsp:spPr>
        <a:xfrm>
          <a:off x="3027338" y="3512266"/>
          <a:ext cx="836212" cy="110133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Fusion</a:t>
          </a:r>
          <a:r>
            <a:rPr lang="es-ES" sz="1200" kern="1200" dirty="0"/>
            <a:t> </a:t>
          </a:r>
          <a:r>
            <a:rPr lang="es-ES" sz="1200" kern="1200" dirty="0" err="1"/>
            <a:t>Deposition</a:t>
          </a:r>
          <a:r>
            <a:rPr lang="es-ES" sz="1200" kern="1200" dirty="0"/>
            <a:t> </a:t>
          </a:r>
          <a:r>
            <a:rPr lang="es-ES" sz="1200" kern="1200" dirty="0" err="1"/>
            <a:t>Modelling</a:t>
          </a:r>
          <a:r>
            <a:rPr lang="es-ES" sz="1200" kern="1200" dirty="0"/>
            <a:t> </a:t>
          </a:r>
        </a:p>
        <a:p>
          <a:pPr marL="0" lvl="0" indent="0" algn="ctr" defTabSz="533400">
            <a:lnSpc>
              <a:spcPct val="90000"/>
            </a:lnSpc>
            <a:spcBef>
              <a:spcPct val="0"/>
            </a:spcBef>
            <a:spcAft>
              <a:spcPct val="35000"/>
            </a:spcAft>
            <a:buNone/>
          </a:pPr>
          <a:r>
            <a:rPr lang="es-ES" sz="1200" kern="1200" dirty="0"/>
            <a:t>(FDM)</a:t>
          </a:r>
          <a:endParaRPr lang="es-PE" sz="1200" kern="1200" dirty="0"/>
        </a:p>
      </dsp:txBody>
      <dsp:txXfrm>
        <a:off x="3051830" y="3536758"/>
        <a:ext cx="787228" cy="1052348"/>
      </dsp:txXfrm>
    </dsp:sp>
    <dsp:sp modelId="{A8C67FA6-7ABD-4618-B377-927EC3884E24}">
      <dsp:nvSpPr>
        <dsp:cNvPr id="0" name=""/>
        <dsp:cNvSpPr/>
      </dsp:nvSpPr>
      <dsp:spPr>
        <a:xfrm>
          <a:off x="3941074" y="2792662"/>
          <a:ext cx="697704" cy="79329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C394E3-2F48-457A-8810-B39903F4222F}">
      <dsp:nvSpPr>
        <dsp:cNvPr id="0" name=""/>
        <dsp:cNvSpPr/>
      </dsp:nvSpPr>
      <dsp:spPr>
        <a:xfrm>
          <a:off x="4018597" y="2866308"/>
          <a:ext cx="697704" cy="79329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Inyección de tinta</a:t>
          </a:r>
        </a:p>
        <a:p>
          <a:pPr marL="0" lvl="0" indent="0" algn="ctr" defTabSz="533400">
            <a:lnSpc>
              <a:spcPct val="90000"/>
            </a:lnSpc>
            <a:spcBef>
              <a:spcPct val="0"/>
            </a:spcBef>
            <a:spcAft>
              <a:spcPct val="35000"/>
            </a:spcAft>
            <a:buNone/>
          </a:pPr>
          <a:r>
            <a:rPr lang="es-ES" sz="1200" kern="1200" dirty="0"/>
            <a:t>(</a:t>
          </a:r>
          <a:r>
            <a:rPr lang="es-ES" sz="1200" kern="1200" dirty="0" err="1"/>
            <a:t>Ink</a:t>
          </a:r>
          <a:r>
            <a:rPr lang="es-ES" sz="1200" kern="1200" dirty="0"/>
            <a:t> </a:t>
          </a:r>
          <a:r>
            <a:rPr lang="es-ES" sz="1200" kern="1200" dirty="0" err="1"/>
            <a:t>Jetting</a:t>
          </a:r>
          <a:r>
            <a:rPr lang="es-ES" sz="1200" kern="1200" dirty="0"/>
            <a:t>)</a:t>
          </a:r>
          <a:endParaRPr lang="es-PE" sz="1200" kern="1200" dirty="0"/>
        </a:p>
      </dsp:txBody>
      <dsp:txXfrm>
        <a:off x="4039032" y="2886743"/>
        <a:ext cx="656834" cy="752424"/>
      </dsp:txXfrm>
    </dsp:sp>
    <dsp:sp modelId="{E9B3408C-50B8-4856-A4C3-CF930E3AC9F0}">
      <dsp:nvSpPr>
        <dsp:cNvPr id="0" name=""/>
        <dsp:cNvSpPr/>
      </dsp:nvSpPr>
      <dsp:spPr>
        <a:xfrm>
          <a:off x="3941074" y="3788871"/>
          <a:ext cx="697704" cy="92428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04D56B-239A-4D0C-A7D2-813502A91E7F}">
      <dsp:nvSpPr>
        <dsp:cNvPr id="0" name=""/>
        <dsp:cNvSpPr/>
      </dsp:nvSpPr>
      <dsp:spPr>
        <a:xfrm>
          <a:off x="4018597" y="3862518"/>
          <a:ext cx="697704" cy="92428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Drop</a:t>
          </a:r>
          <a:r>
            <a:rPr lang="es-ES" sz="1200" kern="1200" dirty="0"/>
            <a:t> </a:t>
          </a:r>
          <a:r>
            <a:rPr lang="es-ES" sz="1200" kern="1200" dirty="0" err="1"/>
            <a:t>on</a:t>
          </a:r>
          <a:r>
            <a:rPr lang="es-ES" sz="1200" kern="1200" dirty="0"/>
            <a:t> </a:t>
          </a:r>
          <a:r>
            <a:rPr lang="es-ES" sz="1200" kern="1200" dirty="0" err="1"/>
            <a:t>Demand</a:t>
          </a:r>
          <a:endParaRPr lang="es-ES" sz="1200" kern="1200" dirty="0"/>
        </a:p>
        <a:p>
          <a:pPr marL="0" lvl="0" indent="0" algn="ctr" defTabSz="533400">
            <a:lnSpc>
              <a:spcPct val="90000"/>
            </a:lnSpc>
            <a:spcBef>
              <a:spcPct val="0"/>
            </a:spcBef>
            <a:spcAft>
              <a:spcPct val="35000"/>
            </a:spcAft>
            <a:buNone/>
          </a:pPr>
          <a:r>
            <a:rPr lang="es-ES" sz="1200" kern="1200" dirty="0"/>
            <a:t>(</a:t>
          </a:r>
          <a:r>
            <a:rPr lang="es-ES" sz="1200" kern="1200" dirty="0" err="1"/>
            <a:t>DoD</a:t>
          </a:r>
          <a:r>
            <a:rPr lang="es-ES" sz="1200" kern="1200" dirty="0"/>
            <a:t>)</a:t>
          </a:r>
          <a:endParaRPr lang="es-PE" sz="1200" kern="1200" dirty="0"/>
        </a:p>
      </dsp:txBody>
      <dsp:txXfrm>
        <a:off x="4039032" y="3882953"/>
        <a:ext cx="656834" cy="883413"/>
      </dsp:txXfrm>
    </dsp:sp>
    <dsp:sp modelId="{C99AF00D-587A-4D2F-9DF3-F086B60B49B6}">
      <dsp:nvSpPr>
        <dsp:cNvPr id="0" name=""/>
        <dsp:cNvSpPr/>
      </dsp:nvSpPr>
      <dsp:spPr>
        <a:xfrm>
          <a:off x="7230950" y="1500745"/>
          <a:ext cx="697704" cy="44304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C9B9A5-4725-4D4B-8B2A-6E0660D30F18}">
      <dsp:nvSpPr>
        <dsp:cNvPr id="0" name=""/>
        <dsp:cNvSpPr/>
      </dsp:nvSpPr>
      <dsp:spPr>
        <a:xfrm>
          <a:off x="7308473" y="1574392"/>
          <a:ext cx="697704" cy="44304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Polvos</a:t>
          </a:r>
          <a:endParaRPr lang="es-PE" sz="1400" kern="1200" dirty="0"/>
        </a:p>
      </dsp:txBody>
      <dsp:txXfrm>
        <a:off x="7321449" y="1587368"/>
        <a:ext cx="671752" cy="417090"/>
      </dsp:txXfrm>
    </dsp:sp>
    <dsp:sp modelId="{A8ABF9B4-AFFB-4B89-A425-BBEDF4894B77}">
      <dsp:nvSpPr>
        <dsp:cNvPr id="0" name=""/>
        <dsp:cNvSpPr/>
      </dsp:nvSpPr>
      <dsp:spPr>
        <a:xfrm>
          <a:off x="5860039" y="2146703"/>
          <a:ext cx="1264931" cy="44304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6059D9-CC56-492D-BFE3-1297E163E248}">
      <dsp:nvSpPr>
        <dsp:cNvPr id="0" name=""/>
        <dsp:cNvSpPr/>
      </dsp:nvSpPr>
      <dsp:spPr>
        <a:xfrm>
          <a:off x="5937562" y="2220350"/>
          <a:ext cx="1264931" cy="44304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de lecho de polvo</a:t>
          </a:r>
          <a:endParaRPr lang="es-PE" sz="1400" kern="1200" dirty="0"/>
        </a:p>
      </dsp:txBody>
      <dsp:txXfrm>
        <a:off x="5950538" y="2233326"/>
        <a:ext cx="1238979" cy="417090"/>
      </dsp:txXfrm>
    </dsp:sp>
    <dsp:sp modelId="{8DAE1D9F-ABE0-4BE8-A7DC-F41ADEE0AB61}">
      <dsp:nvSpPr>
        <dsp:cNvPr id="0" name=""/>
        <dsp:cNvSpPr/>
      </dsp:nvSpPr>
      <dsp:spPr>
        <a:xfrm>
          <a:off x="4793824" y="2792662"/>
          <a:ext cx="801976" cy="61503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058E97-2D6D-4460-A61E-5F994535679C}">
      <dsp:nvSpPr>
        <dsp:cNvPr id="0" name=""/>
        <dsp:cNvSpPr/>
      </dsp:nvSpPr>
      <dsp:spPr>
        <a:xfrm>
          <a:off x="4871347" y="2866308"/>
          <a:ext cx="801976" cy="61503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Fusión por rayo electrónico</a:t>
          </a:r>
          <a:endParaRPr lang="es-PE" sz="1200" kern="1200" dirty="0"/>
        </a:p>
      </dsp:txBody>
      <dsp:txXfrm>
        <a:off x="4889361" y="2884322"/>
        <a:ext cx="765948" cy="579007"/>
      </dsp:txXfrm>
    </dsp:sp>
    <dsp:sp modelId="{648F769D-2066-4046-9CF2-1858CA164EA5}">
      <dsp:nvSpPr>
        <dsp:cNvPr id="0" name=""/>
        <dsp:cNvSpPr/>
      </dsp:nvSpPr>
      <dsp:spPr>
        <a:xfrm>
          <a:off x="4845960" y="3610613"/>
          <a:ext cx="697704" cy="83047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021796-B6ED-4381-AC19-E9574AAC2B64}">
      <dsp:nvSpPr>
        <dsp:cNvPr id="0" name=""/>
        <dsp:cNvSpPr/>
      </dsp:nvSpPr>
      <dsp:spPr>
        <a:xfrm>
          <a:off x="4923483" y="3684260"/>
          <a:ext cx="697704" cy="8304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Electron</a:t>
          </a:r>
          <a:r>
            <a:rPr lang="es-ES" sz="1200" kern="1200" dirty="0"/>
            <a:t> Beam </a:t>
          </a:r>
          <a:r>
            <a:rPr lang="es-ES" sz="1200" kern="1200" dirty="0" err="1"/>
            <a:t>Melting</a:t>
          </a:r>
          <a:r>
            <a:rPr lang="es-ES" sz="1200" kern="1200" dirty="0"/>
            <a:t> </a:t>
          </a:r>
        </a:p>
        <a:p>
          <a:pPr marL="0" lvl="0" indent="0" algn="ctr" defTabSz="533400">
            <a:lnSpc>
              <a:spcPct val="90000"/>
            </a:lnSpc>
            <a:spcBef>
              <a:spcPct val="0"/>
            </a:spcBef>
            <a:spcAft>
              <a:spcPct val="35000"/>
            </a:spcAft>
            <a:buNone/>
          </a:pPr>
          <a:r>
            <a:rPr lang="es-ES" sz="1200" kern="1200" dirty="0"/>
            <a:t>(EBM)</a:t>
          </a:r>
          <a:endParaRPr lang="es-PE" sz="1200" kern="1200" dirty="0"/>
        </a:p>
      </dsp:txBody>
      <dsp:txXfrm>
        <a:off x="4943918" y="3704695"/>
        <a:ext cx="656834" cy="789604"/>
      </dsp:txXfrm>
    </dsp:sp>
    <dsp:sp modelId="{E541C4D3-3AF5-40A0-80FD-347ECB125216}">
      <dsp:nvSpPr>
        <dsp:cNvPr id="0" name=""/>
        <dsp:cNvSpPr/>
      </dsp:nvSpPr>
      <dsp:spPr>
        <a:xfrm>
          <a:off x="6125085" y="2792662"/>
          <a:ext cx="697704" cy="60645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B6FAE6-9D9F-492E-ABEC-12E6F3F155BE}">
      <dsp:nvSpPr>
        <dsp:cNvPr id="0" name=""/>
        <dsp:cNvSpPr/>
      </dsp:nvSpPr>
      <dsp:spPr>
        <a:xfrm>
          <a:off x="6202608" y="2866308"/>
          <a:ext cx="697704" cy="60645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láser</a:t>
          </a:r>
          <a:endParaRPr lang="es-PE" sz="1400" kern="1200" dirty="0"/>
        </a:p>
      </dsp:txBody>
      <dsp:txXfrm>
        <a:off x="6220371" y="2884071"/>
        <a:ext cx="662178" cy="570932"/>
      </dsp:txXfrm>
    </dsp:sp>
    <dsp:sp modelId="{E84A5936-E6A8-4F4B-9A83-7B870C875F16}">
      <dsp:nvSpPr>
        <dsp:cNvPr id="0" name=""/>
        <dsp:cNvSpPr/>
      </dsp:nvSpPr>
      <dsp:spPr>
        <a:xfrm>
          <a:off x="5698710" y="3602036"/>
          <a:ext cx="697704" cy="72413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0DA46-1BAB-42C2-A7C4-33D5622E2D03}">
      <dsp:nvSpPr>
        <dsp:cNvPr id="0" name=""/>
        <dsp:cNvSpPr/>
      </dsp:nvSpPr>
      <dsp:spPr>
        <a:xfrm>
          <a:off x="5776233" y="3675683"/>
          <a:ext cx="697704" cy="72413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Selective</a:t>
          </a:r>
          <a:r>
            <a:rPr lang="es-ES" sz="1200" kern="1200" dirty="0"/>
            <a:t> Laser </a:t>
          </a:r>
          <a:r>
            <a:rPr lang="es-ES" sz="1200" kern="1200" dirty="0" err="1"/>
            <a:t>Sintering</a:t>
          </a:r>
          <a:r>
            <a:rPr lang="es-ES" sz="1200" kern="1200" dirty="0"/>
            <a:t> </a:t>
          </a:r>
        </a:p>
        <a:p>
          <a:pPr marL="0" lvl="0" indent="0" algn="ctr" defTabSz="533400">
            <a:lnSpc>
              <a:spcPct val="90000"/>
            </a:lnSpc>
            <a:spcBef>
              <a:spcPct val="0"/>
            </a:spcBef>
            <a:spcAft>
              <a:spcPct val="35000"/>
            </a:spcAft>
            <a:buNone/>
          </a:pPr>
          <a:r>
            <a:rPr lang="es-ES" sz="1200" kern="1200" dirty="0"/>
            <a:t>(SLS)</a:t>
          </a:r>
          <a:endParaRPr lang="es-PE" sz="1200" kern="1200" dirty="0"/>
        </a:p>
      </dsp:txBody>
      <dsp:txXfrm>
        <a:off x="5796668" y="3696118"/>
        <a:ext cx="656834" cy="683265"/>
      </dsp:txXfrm>
    </dsp:sp>
    <dsp:sp modelId="{FB66B440-AA4E-46A3-BAC8-0F211619BC38}">
      <dsp:nvSpPr>
        <dsp:cNvPr id="0" name=""/>
        <dsp:cNvSpPr/>
      </dsp:nvSpPr>
      <dsp:spPr>
        <a:xfrm>
          <a:off x="6551460" y="3602036"/>
          <a:ext cx="697704" cy="89926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FF6A0A-51CC-42C6-9F66-A7A8F3AC026E}">
      <dsp:nvSpPr>
        <dsp:cNvPr id="0" name=""/>
        <dsp:cNvSpPr/>
      </dsp:nvSpPr>
      <dsp:spPr>
        <a:xfrm>
          <a:off x="6628983" y="3675683"/>
          <a:ext cx="697704" cy="89926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Direct Metal Laser </a:t>
          </a:r>
          <a:r>
            <a:rPr lang="es-ES" sz="1200" kern="1200" dirty="0" err="1"/>
            <a:t>Sintering</a:t>
          </a:r>
          <a:endParaRPr lang="es-ES" sz="1200" kern="1200" dirty="0"/>
        </a:p>
        <a:p>
          <a:pPr marL="0" lvl="0" indent="0" algn="ctr" defTabSz="533400">
            <a:lnSpc>
              <a:spcPct val="90000"/>
            </a:lnSpc>
            <a:spcBef>
              <a:spcPct val="0"/>
            </a:spcBef>
            <a:spcAft>
              <a:spcPct val="35000"/>
            </a:spcAft>
            <a:buNone/>
          </a:pPr>
          <a:r>
            <a:rPr lang="es-ES" sz="1200" kern="1200" dirty="0"/>
            <a:t>(DMLS)</a:t>
          </a:r>
          <a:endParaRPr lang="es-PE" sz="1200" kern="1200" dirty="0"/>
        </a:p>
      </dsp:txBody>
      <dsp:txXfrm>
        <a:off x="6649418" y="3696118"/>
        <a:ext cx="656834" cy="858390"/>
      </dsp:txXfrm>
    </dsp:sp>
    <dsp:sp modelId="{89B39358-69F2-4193-9042-E43528B8883B}">
      <dsp:nvSpPr>
        <dsp:cNvPr id="0" name=""/>
        <dsp:cNvSpPr/>
      </dsp:nvSpPr>
      <dsp:spPr>
        <a:xfrm>
          <a:off x="7404210" y="2792662"/>
          <a:ext cx="786975" cy="91525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43F746-8F68-4CD2-B250-8EDF9E90B3D6}">
      <dsp:nvSpPr>
        <dsp:cNvPr id="0" name=""/>
        <dsp:cNvSpPr/>
      </dsp:nvSpPr>
      <dsp:spPr>
        <a:xfrm>
          <a:off x="7481733" y="2866308"/>
          <a:ext cx="786975" cy="91525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Fusión por aglutinante</a:t>
          </a:r>
          <a:endParaRPr lang="es-PE" sz="1400" kern="1200" dirty="0"/>
        </a:p>
      </dsp:txBody>
      <dsp:txXfrm>
        <a:off x="7504783" y="2889358"/>
        <a:ext cx="740875" cy="869154"/>
      </dsp:txXfrm>
    </dsp:sp>
    <dsp:sp modelId="{0A81C4EB-7780-4229-9EB4-19924D58645C}">
      <dsp:nvSpPr>
        <dsp:cNvPr id="0" name=""/>
        <dsp:cNvSpPr/>
      </dsp:nvSpPr>
      <dsp:spPr>
        <a:xfrm>
          <a:off x="7448846" y="3910832"/>
          <a:ext cx="697704" cy="74915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2356FF-58C7-440A-B959-C30985DFBEE3}">
      <dsp:nvSpPr>
        <dsp:cNvPr id="0" name=""/>
        <dsp:cNvSpPr/>
      </dsp:nvSpPr>
      <dsp:spPr>
        <a:xfrm>
          <a:off x="7526369" y="3984479"/>
          <a:ext cx="697704" cy="74915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Binder</a:t>
          </a:r>
          <a:r>
            <a:rPr lang="es-ES" sz="1200" kern="1200" dirty="0"/>
            <a:t> </a:t>
          </a:r>
          <a:r>
            <a:rPr lang="es-ES" sz="1200" kern="1200" dirty="0" err="1"/>
            <a:t>Jetting</a:t>
          </a:r>
          <a:endParaRPr lang="es-ES" sz="1200" kern="1200" dirty="0"/>
        </a:p>
        <a:p>
          <a:pPr marL="0" lvl="0" indent="0" algn="ctr" defTabSz="533400">
            <a:lnSpc>
              <a:spcPct val="90000"/>
            </a:lnSpc>
            <a:spcBef>
              <a:spcPct val="0"/>
            </a:spcBef>
            <a:spcAft>
              <a:spcPct val="35000"/>
            </a:spcAft>
            <a:buNone/>
          </a:pPr>
          <a:r>
            <a:rPr lang="es-ES" sz="1200" kern="1200" dirty="0"/>
            <a:t>(BJ)</a:t>
          </a:r>
          <a:endParaRPr lang="es-PE" sz="1200" kern="1200" dirty="0"/>
        </a:p>
      </dsp:txBody>
      <dsp:txXfrm>
        <a:off x="7546804" y="4004914"/>
        <a:ext cx="656834" cy="708283"/>
      </dsp:txXfrm>
    </dsp:sp>
    <dsp:sp modelId="{47C1611A-EDE7-4C57-BCEA-3C5CC43D2E79}">
      <dsp:nvSpPr>
        <dsp:cNvPr id="0" name=""/>
        <dsp:cNvSpPr/>
      </dsp:nvSpPr>
      <dsp:spPr>
        <a:xfrm>
          <a:off x="8090603" y="2146703"/>
          <a:ext cx="1208961" cy="44304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CB2D9B-2243-4B5A-AEA2-98DDC4085B53}">
      <dsp:nvSpPr>
        <dsp:cNvPr id="0" name=""/>
        <dsp:cNvSpPr/>
      </dsp:nvSpPr>
      <dsp:spPr>
        <a:xfrm>
          <a:off x="8168126" y="2220350"/>
          <a:ext cx="1208961" cy="44304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Deposición de laser coaxial</a:t>
          </a:r>
          <a:endParaRPr lang="es-PE" sz="1400" kern="1200" dirty="0"/>
        </a:p>
      </dsp:txBody>
      <dsp:txXfrm>
        <a:off x="8181102" y="2233326"/>
        <a:ext cx="1183009" cy="417090"/>
      </dsp:txXfrm>
    </dsp:sp>
    <dsp:sp modelId="{8C1FFC2C-1870-4ACF-B3DD-F6BD7876679C}">
      <dsp:nvSpPr>
        <dsp:cNvPr id="0" name=""/>
        <dsp:cNvSpPr/>
      </dsp:nvSpPr>
      <dsp:spPr>
        <a:xfrm>
          <a:off x="8373617" y="3440837"/>
          <a:ext cx="697704" cy="89482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40022A-236A-4742-BC0C-6B63B7BC556B}">
      <dsp:nvSpPr>
        <dsp:cNvPr id="0" name=""/>
        <dsp:cNvSpPr/>
      </dsp:nvSpPr>
      <dsp:spPr>
        <a:xfrm>
          <a:off x="8451139" y="3514484"/>
          <a:ext cx="697704" cy="89482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Laser Metal </a:t>
          </a:r>
          <a:r>
            <a:rPr lang="es-ES" sz="1200" kern="1200" dirty="0" err="1"/>
            <a:t>Deposition</a:t>
          </a:r>
          <a:endParaRPr lang="es-ES" sz="1200" kern="1200" dirty="0"/>
        </a:p>
        <a:p>
          <a:pPr marL="0" lvl="0" indent="0" algn="ctr" defTabSz="533400">
            <a:lnSpc>
              <a:spcPct val="90000"/>
            </a:lnSpc>
            <a:spcBef>
              <a:spcPct val="0"/>
            </a:spcBef>
            <a:spcAft>
              <a:spcPct val="35000"/>
            </a:spcAft>
            <a:buNone/>
          </a:pPr>
          <a:r>
            <a:rPr lang="es-ES" sz="1200" kern="1200" dirty="0"/>
            <a:t>(LMD)</a:t>
          </a:r>
          <a:endParaRPr lang="es-PE" sz="1200" kern="1200" dirty="0"/>
        </a:p>
      </dsp:txBody>
      <dsp:txXfrm>
        <a:off x="8471574" y="3534919"/>
        <a:ext cx="656834" cy="853956"/>
      </dsp:txXfrm>
    </dsp:sp>
    <dsp:sp modelId="{5EFDDE5A-6F9D-46CC-B23E-F60ECB0E7FB3}">
      <dsp:nvSpPr>
        <dsp:cNvPr id="0" name=""/>
        <dsp:cNvSpPr/>
      </dsp:nvSpPr>
      <dsp:spPr>
        <a:xfrm>
          <a:off x="9385471" y="1500745"/>
          <a:ext cx="1010813" cy="44304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CBA675-5A23-4057-8F16-C25872D649DA}">
      <dsp:nvSpPr>
        <dsp:cNvPr id="0" name=""/>
        <dsp:cNvSpPr/>
      </dsp:nvSpPr>
      <dsp:spPr>
        <a:xfrm>
          <a:off x="9462994" y="1574392"/>
          <a:ext cx="1010813" cy="443042"/>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Láminas</a:t>
          </a:r>
          <a:endParaRPr lang="es-PE" sz="1400" kern="1200" dirty="0"/>
        </a:p>
      </dsp:txBody>
      <dsp:txXfrm>
        <a:off x="9475970" y="1587368"/>
        <a:ext cx="984861" cy="417090"/>
      </dsp:txXfrm>
    </dsp:sp>
    <dsp:sp modelId="{9A1D49D8-154A-4D1B-8DEF-0F840E31818F}">
      <dsp:nvSpPr>
        <dsp:cNvPr id="0" name=""/>
        <dsp:cNvSpPr/>
      </dsp:nvSpPr>
      <dsp:spPr>
        <a:xfrm>
          <a:off x="9477418" y="3452181"/>
          <a:ext cx="872535" cy="117235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B970F7-5AA8-4DC5-AB98-FA6D447E05B9}">
      <dsp:nvSpPr>
        <dsp:cNvPr id="0" name=""/>
        <dsp:cNvSpPr/>
      </dsp:nvSpPr>
      <dsp:spPr>
        <a:xfrm>
          <a:off x="9554941" y="3525828"/>
          <a:ext cx="872535" cy="117235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err="1"/>
            <a:t>Laminated</a:t>
          </a:r>
          <a:r>
            <a:rPr lang="es-ES" sz="1200" kern="1200" dirty="0"/>
            <a:t> </a:t>
          </a:r>
          <a:r>
            <a:rPr lang="es-ES" sz="1200" kern="1200" dirty="0" err="1"/>
            <a:t>Object</a:t>
          </a:r>
          <a:r>
            <a:rPr lang="es-ES" sz="1200" kern="1200" dirty="0"/>
            <a:t> </a:t>
          </a:r>
          <a:r>
            <a:rPr lang="es-ES" sz="1200" kern="1200" dirty="0" err="1"/>
            <a:t>Manufacturing</a:t>
          </a:r>
          <a:endParaRPr lang="es-ES" sz="1200" kern="1200" dirty="0"/>
        </a:p>
        <a:p>
          <a:pPr marL="0" lvl="0" indent="0" algn="ctr" defTabSz="533400">
            <a:lnSpc>
              <a:spcPct val="90000"/>
            </a:lnSpc>
            <a:spcBef>
              <a:spcPct val="0"/>
            </a:spcBef>
            <a:spcAft>
              <a:spcPct val="35000"/>
            </a:spcAft>
            <a:buNone/>
          </a:pPr>
          <a:r>
            <a:rPr lang="es-ES" sz="1200" kern="1200" dirty="0"/>
            <a:t>(LOM)</a:t>
          </a:r>
          <a:endParaRPr lang="es-PE" sz="1200" kern="1200" dirty="0"/>
        </a:p>
      </dsp:txBody>
      <dsp:txXfrm>
        <a:off x="9580497" y="3551384"/>
        <a:ext cx="821423" cy="112124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B97F8A-5632-4522-8AC2-A5463CA9470D}" type="datetimeFigureOut">
              <a:rPr lang="es-PE" smtClean="0"/>
              <a:t>18/11/2021</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A0206C-ECE1-49E4-9508-44A4BD20BD49}" type="slidenum">
              <a:rPr lang="es-PE" smtClean="0"/>
              <a:t>‹Nº›</a:t>
            </a:fld>
            <a:endParaRPr lang="es-PE"/>
          </a:p>
        </p:txBody>
      </p:sp>
    </p:spTree>
    <p:extLst>
      <p:ext uri="{BB962C8B-B14F-4D97-AF65-F5344CB8AC3E}">
        <p14:creationId xmlns:p14="http://schemas.microsoft.com/office/powerpoint/2010/main" val="3497918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Fundición aditiva -&gt; tecnologías </a:t>
            </a:r>
            <a:r>
              <a:rPr lang="es-PE" dirty="0" err="1"/>
              <a:t>disrruptivas</a:t>
            </a:r>
            <a:r>
              <a:rPr lang="es-PE" dirty="0"/>
              <a:t>.</a:t>
            </a:r>
          </a:p>
          <a:p>
            <a:endParaRPr lang="es-PE" dirty="0"/>
          </a:p>
        </p:txBody>
      </p:sp>
      <p:sp>
        <p:nvSpPr>
          <p:cNvPr id="4" name="Marcador de número de diapositiva 3"/>
          <p:cNvSpPr>
            <a:spLocks noGrp="1"/>
          </p:cNvSpPr>
          <p:nvPr>
            <p:ph type="sldNum" sz="quarter" idx="5"/>
          </p:nvPr>
        </p:nvSpPr>
        <p:spPr/>
        <p:txBody>
          <a:bodyPr/>
          <a:lstStyle/>
          <a:p>
            <a:fld id="{8BA0206C-ECE1-49E4-9508-44A4BD20BD49}" type="slidenum">
              <a:rPr lang="es-PE" smtClean="0"/>
              <a:t>2</a:t>
            </a:fld>
            <a:endParaRPr lang="es-PE"/>
          </a:p>
        </p:txBody>
      </p:sp>
    </p:spTree>
    <p:extLst>
      <p:ext uri="{BB962C8B-B14F-4D97-AF65-F5344CB8AC3E}">
        <p14:creationId xmlns:p14="http://schemas.microsoft.com/office/powerpoint/2010/main" val="3829354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PLA -&gt; no tóxico, hecho de las féculas de maíz</a:t>
            </a:r>
          </a:p>
          <a:p>
            <a:r>
              <a:rPr lang="es-PE" dirty="0"/>
              <a:t>ABS -&gt; </a:t>
            </a:r>
            <a:r>
              <a:rPr lang="es-PE" dirty="0" err="1"/>
              <a:t>acrilico</a:t>
            </a:r>
            <a:r>
              <a:rPr lang="es-PE" dirty="0"/>
              <a:t> nitrilo butadieno </a:t>
            </a:r>
            <a:r>
              <a:rPr lang="es-PE" dirty="0" err="1"/>
              <a:t>estirelo</a:t>
            </a:r>
            <a:endParaRPr lang="es-PE" dirty="0"/>
          </a:p>
          <a:p>
            <a:endParaRPr lang="es-PE" dirty="0"/>
          </a:p>
        </p:txBody>
      </p:sp>
      <p:sp>
        <p:nvSpPr>
          <p:cNvPr id="4" name="Marcador de número de diapositiva 3"/>
          <p:cNvSpPr>
            <a:spLocks noGrp="1"/>
          </p:cNvSpPr>
          <p:nvPr>
            <p:ph type="sldNum" sz="quarter" idx="5"/>
          </p:nvPr>
        </p:nvSpPr>
        <p:spPr/>
        <p:txBody>
          <a:bodyPr/>
          <a:lstStyle/>
          <a:p>
            <a:fld id="{8BA0206C-ECE1-49E4-9508-44A4BD20BD49}" type="slidenum">
              <a:rPr lang="es-PE" smtClean="0"/>
              <a:t>9</a:t>
            </a:fld>
            <a:endParaRPr lang="es-PE"/>
          </a:p>
        </p:txBody>
      </p:sp>
    </p:spTree>
    <p:extLst>
      <p:ext uri="{BB962C8B-B14F-4D97-AF65-F5344CB8AC3E}">
        <p14:creationId xmlns:p14="http://schemas.microsoft.com/office/powerpoint/2010/main" val="14306369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a:xfrm>
            <a:off x="2692397" y="5037663"/>
            <a:ext cx="5214635" cy="279400"/>
          </a:xfrm>
        </p:spPr>
        <p:txBody>
          <a:bodyPr/>
          <a:lstStyle/>
          <a:p>
            <a:endParaRPr lang="es-PE"/>
          </a:p>
        </p:txBody>
      </p:sp>
      <p:sp>
        <p:nvSpPr>
          <p:cNvPr id="6" name="Slide Number Placeholder 5"/>
          <p:cNvSpPr>
            <a:spLocks noGrp="1"/>
          </p:cNvSpPr>
          <p:nvPr>
            <p:ph type="sldNum" sz="quarter" idx="12"/>
          </p:nvPr>
        </p:nvSpPr>
        <p:spPr>
          <a:xfrm>
            <a:off x="8956900" y="5037663"/>
            <a:ext cx="551167" cy="279400"/>
          </a:xfrm>
        </p:spPr>
        <p:txBody>
          <a:bodyPr/>
          <a:lstStyle/>
          <a:p>
            <a:fld id="{726842B2-525C-4E39-BED2-81B831AB48D6}" type="slidenum">
              <a:rPr lang="es-PE" smtClean="0"/>
              <a:t>‹Nº›</a:t>
            </a:fld>
            <a:endParaRPr lang="es-PE"/>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459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726842B2-525C-4E39-BED2-81B831AB48D6}" type="slidenum">
              <a:rPr lang="es-PE" smtClean="0"/>
              <a:t>‹Nº›</a:t>
            </a:fld>
            <a:endParaRPr lang="es-PE"/>
          </a:p>
        </p:txBody>
      </p:sp>
    </p:spTree>
    <p:extLst>
      <p:ext uri="{BB962C8B-B14F-4D97-AF65-F5344CB8AC3E}">
        <p14:creationId xmlns:p14="http://schemas.microsoft.com/office/powerpoint/2010/main" val="1922249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726842B2-525C-4E39-BED2-81B831AB48D6}" type="slidenum">
              <a:rPr lang="es-PE" smtClean="0"/>
              <a:t>‹Nº›</a:t>
            </a:fld>
            <a:endParaRPr lang="es-PE"/>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9605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BE3B14A-2104-4E9B-9856-FBEE3B34940C}" type="datetimeFigureOut">
              <a:rPr lang="es-PE" smtClean="0"/>
              <a:t>18/11/2021</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726842B2-525C-4E39-BED2-81B831AB48D6}" type="slidenum">
              <a:rPr lang="es-PE" smtClean="0"/>
              <a:t>‹Nº›</a:t>
            </a:fld>
            <a:endParaRPr lang="es-PE"/>
          </a:p>
        </p:txBody>
      </p:sp>
    </p:spTree>
    <p:extLst>
      <p:ext uri="{BB962C8B-B14F-4D97-AF65-F5344CB8AC3E}">
        <p14:creationId xmlns:p14="http://schemas.microsoft.com/office/powerpoint/2010/main" val="1188716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BE3B14A-2104-4E9B-9856-FBEE3B34940C}" type="datetimeFigureOut">
              <a:rPr lang="es-PE" smtClean="0"/>
              <a:t>18/11/2021</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726842B2-525C-4E39-BED2-81B831AB48D6}" type="slidenum">
              <a:rPr lang="es-PE" smtClean="0"/>
              <a:t>‹Nº›</a:t>
            </a:fld>
            <a:endParaRPr lang="es-PE"/>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827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BE3B14A-2104-4E9B-9856-FBEE3B34940C}" type="datetimeFigureOut">
              <a:rPr lang="es-PE" smtClean="0"/>
              <a:t>18/11/2021</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726842B2-525C-4E39-BED2-81B831AB48D6}" type="slidenum">
              <a:rPr lang="es-PE" smtClean="0"/>
              <a:t>‹Nº›</a:t>
            </a:fld>
            <a:endParaRPr lang="es-PE"/>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1799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E3B14A-2104-4E9B-9856-FBEE3B34940C}" type="datetimeFigureOut">
              <a:rPr lang="es-PE" smtClean="0"/>
              <a:t>18/11/2021</a:t>
            </a:fld>
            <a:endParaRPr lang="es-PE"/>
          </a:p>
        </p:txBody>
      </p:sp>
      <p:sp>
        <p:nvSpPr>
          <p:cNvPr id="3" name="Footer Placeholder 2"/>
          <p:cNvSpPr>
            <a:spLocks noGrp="1"/>
          </p:cNvSpPr>
          <p:nvPr>
            <p:ph type="ftr" sz="quarter" idx="11"/>
          </p:nvPr>
        </p:nvSpPr>
        <p:spPr/>
        <p:txBody>
          <a:bodyPr/>
          <a:lstStyle/>
          <a:p>
            <a:endParaRPr lang="es-PE"/>
          </a:p>
        </p:txBody>
      </p:sp>
      <p:sp>
        <p:nvSpPr>
          <p:cNvPr id="4" name="Slide Number Placeholder 3"/>
          <p:cNvSpPr>
            <a:spLocks noGrp="1"/>
          </p:cNvSpPr>
          <p:nvPr>
            <p:ph type="sldNum" sz="quarter" idx="12"/>
          </p:nvPr>
        </p:nvSpPr>
        <p:spPr/>
        <p:txBody>
          <a:bodyPr/>
          <a:lstStyle/>
          <a:p>
            <a:fld id="{726842B2-525C-4E39-BED2-81B831AB48D6}" type="slidenum">
              <a:rPr lang="es-PE" smtClean="0"/>
              <a:t>‹Nº›</a:t>
            </a:fld>
            <a:endParaRPr lang="es-PE"/>
          </a:p>
        </p:txBody>
      </p:sp>
    </p:spTree>
    <p:extLst>
      <p:ext uri="{BB962C8B-B14F-4D97-AF65-F5344CB8AC3E}">
        <p14:creationId xmlns:p14="http://schemas.microsoft.com/office/powerpoint/2010/main" val="2026521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3BE3B14A-2104-4E9B-9856-FBEE3B34940C}" type="datetimeFigureOut">
              <a:rPr lang="es-PE" smtClean="0"/>
              <a:t>18/11/2021</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726842B2-525C-4E39-BED2-81B831AB48D6}" type="slidenum">
              <a:rPr lang="es-PE" smtClean="0"/>
              <a:t>‹Nº›</a:t>
            </a:fld>
            <a:endParaRPr lang="es-PE"/>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1383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s-ES"/>
              <a:t>Haga clic para modificar el estilo de título del patrón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3BE3B14A-2104-4E9B-9856-FBEE3B34940C}" type="datetimeFigureOut">
              <a:rPr lang="es-PE" smtClean="0"/>
              <a:t>18/11/2021</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726842B2-525C-4E39-BED2-81B831AB48D6}" type="slidenum">
              <a:rPr lang="es-PE" smtClean="0"/>
              <a:t>‹Nº›</a:t>
            </a:fld>
            <a:endParaRPr lang="es-PE"/>
          </a:p>
        </p:txBody>
      </p:sp>
    </p:spTree>
    <p:extLst>
      <p:ext uri="{BB962C8B-B14F-4D97-AF65-F5344CB8AC3E}">
        <p14:creationId xmlns:p14="http://schemas.microsoft.com/office/powerpoint/2010/main" val="5975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3BE3B14A-2104-4E9B-9856-FBEE3B34940C}" type="datetimeFigureOut">
              <a:rPr lang="es-PE" smtClean="0"/>
              <a:t>18/11/2021</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726842B2-525C-4E39-BED2-81B831AB48D6}" type="slidenum">
              <a:rPr lang="es-PE" smtClean="0"/>
              <a:t>‹Nº›</a:t>
            </a:fld>
            <a:endParaRPr lang="es-PE"/>
          </a:p>
        </p:txBody>
      </p:sp>
    </p:spTree>
    <p:extLst>
      <p:ext uri="{BB962C8B-B14F-4D97-AF65-F5344CB8AC3E}">
        <p14:creationId xmlns:p14="http://schemas.microsoft.com/office/powerpoint/2010/main" val="3466893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726842B2-525C-4E39-BED2-81B831AB48D6}" type="slidenum">
              <a:rPr lang="es-PE" smtClean="0"/>
              <a:t>‹Nº›</a:t>
            </a:fld>
            <a:endParaRPr lang="es-PE"/>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1132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los estilos de texto del patrón</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726842B2-525C-4E39-BED2-81B831AB48D6}" type="slidenum">
              <a:rPr lang="es-PE" smtClean="0"/>
              <a:t>‹Nº›</a:t>
            </a:fld>
            <a:endParaRPr lang="es-PE"/>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925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726842B2-525C-4E39-BED2-81B831AB48D6}" type="slidenum">
              <a:rPr lang="es-PE" smtClean="0"/>
              <a:t>‹Nº›</a:t>
            </a:fld>
            <a:endParaRPr lang="es-PE"/>
          </a:p>
        </p:txBody>
      </p:sp>
    </p:spTree>
    <p:extLst>
      <p:ext uri="{BB962C8B-B14F-4D97-AF65-F5344CB8AC3E}">
        <p14:creationId xmlns:p14="http://schemas.microsoft.com/office/powerpoint/2010/main" val="3702943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726842B2-525C-4E39-BED2-81B831AB48D6}" type="slidenum">
              <a:rPr lang="es-PE" smtClean="0"/>
              <a:t>‹Nº›</a:t>
            </a:fld>
            <a:endParaRPr lang="es-PE"/>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8313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726842B2-525C-4E39-BED2-81B831AB48D6}" type="slidenum">
              <a:rPr lang="es-PE" smtClean="0"/>
              <a:t>‹Nº›</a:t>
            </a:fld>
            <a:endParaRPr lang="es-PE"/>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3776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726842B2-525C-4E39-BED2-81B831AB48D6}" type="slidenum">
              <a:rPr lang="es-PE" smtClean="0"/>
              <a:t>‹Nº›</a:t>
            </a:fld>
            <a:endParaRPr lang="es-PE"/>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97605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BE3B14A-2104-4E9B-9856-FBEE3B34940C}" type="datetimeFigureOut">
              <a:rPr lang="es-PE" smtClean="0"/>
              <a:t>18/11/2021</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726842B2-525C-4E39-BED2-81B831AB48D6}" type="slidenum">
              <a:rPr lang="es-PE" smtClean="0"/>
              <a:t>‹Nº›</a:t>
            </a:fld>
            <a:endParaRPr lang="es-PE"/>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7176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BE3B14A-2104-4E9B-9856-FBEE3B34940C}" type="datetimeFigureOut">
              <a:rPr lang="es-PE" smtClean="0"/>
              <a:t>18/11/2021</a:t>
            </a:fld>
            <a:endParaRPr lang="es-PE"/>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s-PE"/>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26842B2-525C-4E39-BED2-81B831AB48D6}" type="slidenum">
              <a:rPr lang="es-PE" smtClean="0"/>
              <a:t>‹Nº›</a:t>
            </a:fld>
            <a:endParaRPr lang="es-PE"/>
          </a:p>
        </p:txBody>
      </p:sp>
    </p:spTree>
    <p:extLst>
      <p:ext uri="{BB962C8B-B14F-4D97-AF65-F5344CB8AC3E}">
        <p14:creationId xmlns:p14="http://schemas.microsoft.com/office/powerpoint/2010/main" val="325854624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youtu.be/FqQAjkZOBeY"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9223AA-AE3A-4DCC-8AF5-FD6A52034EEA}"/>
              </a:ext>
            </a:extLst>
          </p:cNvPr>
          <p:cNvSpPr>
            <a:spLocks noGrp="1"/>
          </p:cNvSpPr>
          <p:nvPr>
            <p:ph type="ctrTitle"/>
          </p:nvPr>
        </p:nvSpPr>
        <p:spPr/>
        <p:txBody>
          <a:bodyPr/>
          <a:lstStyle/>
          <a:p>
            <a:r>
              <a:rPr lang="es-ES" dirty="0"/>
              <a:t>Manufactura aditiva</a:t>
            </a:r>
            <a:endParaRPr lang="es-PE" dirty="0"/>
          </a:p>
        </p:txBody>
      </p:sp>
      <p:sp>
        <p:nvSpPr>
          <p:cNvPr id="3" name="Subtítulo 2">
            <a:extLst>
              <a:ext uri="{FF2B5EF4-FFF2-40B4-BE49-F238E27FC236}">
                <a16:creationId xmlns:a16="http://schemas.microsoft.com/office/drawing/2014/main" id="{239CDAF9-1DE1-412F-BC31-24D0C455CD7C}"/>
              </a:ext>
            </a:extLst>
          </p:cNvPr>
          <p:cNvSpPr>
            <a:spLocks noGrp="1"/>
          </p:cNvSpPr>
          <p:nvPr>
            <p:ph type="subTitle" idx="1"/>
          </p:nvPr>
        </p:nvSpPr>
        <p:spPr/>
        <p:txBody>
          <a:bodyPr/>
          <a:lstStyle/>
          <a:p>
            <a:endParaRPr lang="es-PE"/>
          </a:p>
        </p:txBody>
      </p:sp>
      <p:sp>
        <p:nvSpPr>
          <p:cNvPr id="4" name="Rectángulo 3">
            <a:extLst>
              <a:ext uri="{FF2B5EF4-FFF2-40B4-BE49-F238E27FC236}">
                <a16:creationId xmlns:a16="http://schemas.microsoft.com/office/drawing/2014/main" id="{35196174-E7FD-4F5A-8CBE-F2E991D9EDC2}"/>
              </a:ext>
            </a:extLst>
          </p:cNvPr>
          <p:cNvSpPr/>
          <p:nvPr/>
        </p:nvSpPr>
        <p:spPr>
          <a:xfrm>
            <a:off x="1524000" y="5706579"/>
            <a:ext cx="5540043" cy="369332"/>
          </a:xfrm>
          <a:prstGeom prst="rect">
            <a:avLst/>
          </a:prstGeom>
        </p:spPr>
        <p:txBody>
          <a:bodyPr wrap="none">
            <a:spAutoFit/>
          </a:bodyPr>
          <a:lstStyle/>
          <a:p>
            <a:r>
              <a:rPr lang="es-PE" dirty="0"/>
              <a:t>https://www.youtube.com/watch?v=-aYFsLCtPMg&amp;t=40s</a:t>
            </a:r>
          </a:p>
        </p:txBody>
      </p:sp>
      <p:sp>
        <p:nvSpPr>
          <p:cNvPr id="5" name="Rectángulo 4">
            <a:extLst>
              <a:ext uri="{FF2B5EF4-FFF2-40B4-BE49-F238E27FC236}">
                <a16:creationId xmlns:a16="http://schemas.microsoft.com/office/drawing/2014/main" id="{44124B60-A941-40B3-B620-5B9D5DF199BA}"/>
              </a:ext>
            </a:extLst>
          </p:cNvPr>
          <p:cNvSpPr/>
          <p:nvPr/>
        </p:nvSpPr>
        <p:spPr>
          <a:xfrm>
            <a:off x="1524000" y="6126300"/>
            <a:ext cx="4952766" cy="369332"/>
          </a:xfrm>
          <a:prstGeom prst="rect">
            <a:avLst/>
          </a:prstGeom>
        </p:spPr>
        <p:txBody>
          <a:bodyPr wrap="none">
            <a:spAutoFit/>
          </a:bodyPr>
          <a:lstStyle/>
          <a:p>
            <a:r>
              <a:rPr lang="es-PE" dirty="0"/>
              <a:t>https://www.youtube.com/watch?v=WffAVGcvePA</a:t>
            </a:r>
          </a:p>
        </p:txBody>
      </p:sp>
      <p:sp>
        <p:nvSpPr>
          <p:cNvPr id="6" name="CuadroTexto 5">
            <a:extLst>
              <a:ext uri="{FF2B5EF4-FFF2-40B4-BE49-F238E27FC236}">
                <a16:creationId xmlns:a16="http://schemas.microsoft.com/office/drawing/2014/main" id="{E0F68E7C-8C1C-4F5B-96F4-7EE85AB91CAA}"/>
              </a:ext>
            </a:extLst>
          </p:cNvPr>
          <p:cNvSpPr txBox="1"/>
          <p:nvPr/>
        </p:nvSpPr>
        <p:spPr>
          <a:xfrm>
            <a:off x="675113" y="5706579"/>
            <a:ext cx="848887" cy="369332"/>
          </a:xfrm>
          <a:prstGeom prst="rect">
            <a:avLst/>
          </a:prstGeom>
          <a:noFill/>
        </p:spPr>
        <p:txBody>
          <a:bodyPr wrap="none" rtlCol="0">
            <a:spAutoFit/>
          </a:bodyPr>
          <a:lstStyle/>
          <a:p>
            <a:r>
              <a:rPr lang="es-ES" dirty="0"/>
              <a:t>Parte 1</a:t>
            </a:r>
            <a:endParaRPr lang="es-PE" dirty="0"/>
          </a:p>
        </p:txBody>
      </p:sp>
      <p:sp>
        <p:nvSpPr>
          <p:cNvPr id="7" name="CuadroTexto 6">
            <a:extLst>
              <a:ext uri="{FF2B5EF4-FFF2-40B4-BE49-F238E27FC236}">
                <a16:creationId xmlns:a16="http://schemas.microsoft.com/office/drawing/2014/main" id="{E0E3FADA-9E69-4D6E-A97D-05817D0DB0F7}"/>
              </a:ext>
            </a:extLst>
          </p:cNvPr>
          <p:cNvSpPr txBox="1"/>
          <p:nvPr/>
        </p:nvSpPr>
        <p:spPr>
          <a:xfrm>
            <a:off x="675112" y="6126300"/>
            <a:ext cx="848887" cy="369332"/>
          </a:xfrm>
          <a:prstGeom prst="rect">
            <a:avLst/>
          </a:prstGeom>
          <a:noFill/>
        </p:spPr>
        <p:txBody>
          <a:bodyPr wrap="none" rtlCol="0">
            <a:spAutoFit/>
          </a:bodyPr>
          <a:lstStyle/>
          <a:p>
            <a:r>
              <a:rPr lang="es-ES" dirty="0"/>
              <a:t>Parte 2</a:t>
            </a:r>
            <a:endParaRPr lang="es-PE" dirty="0"/>
          </a:p>
        </p:txBody>
      </p:sp>
    </p:spTree>
    <p:extLst>
      <p:ext uri="{BB962C8B-B14F-4D97-AF65-F5344CB8AC3E}">
        <p14:creationId xmlns:p14="http://schemas.microsoft.com/office/powerpoint/2010/main" val="820044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CDE5F7F7-78F0-49CB-958F-513BFDB0C55E}"/>
              </a:ext>
            </a:extLst>
          </p:cNvPr>
          <p:cNvGraphicFramePr/>
          <p:nvPr>
            <p:extLst>
              <p:ext uri="{D42A27DB-BD31-4B8C-83A1-F6EECF244321}">
                <p14:modId xmlns:p14="http://schemas.microsoft.com/office/powerpoint/2010/main" val="3016622425"/>
              </p:ext>
            </p:extLst>
          </p:nvPr>
        </p:nvGraphicFramePr>
        <p:xfrm>
          <a:off x="1011581" y="336884"/>
          <a:ext cx="9447871" cy="59545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uadroTexto 2">
            <a:extLst>
              <a:ext uri="{FF2B5EF4-FFF2-40B4-BE49-F238E27FC236}">
                <a16:creationId xmlns:a16="http://schemas.microsoft.com/office/drawing/2014/main" id="{68D2162C-4B00-411C-AE14-7C5923FFAA36}"/>
              </a:ext>
            </a:extLst>
          </p:cNvPr>
          <p:cNvSpPr txBox="1"/>
          <p:nvPr/>
        </p:nvSpPr>
        <p:spPr>
          <a:xfrm>
            <a:off x="7902222" y="3951111"/>
            <a:ext cx="3596626" cy="369332"/>
          </a:xfrm>
          <a:prstGeom prst="rect">
            <a:avLst/>
          </a:prstGeom>
          <a:noFill/>
        </p:spPr>
        <p:txBody>
          <a:bodyPr wrap="none" rtlCol="0">
            <a:spAutoFit/>
          </a:bodyPr>
          <a:lstStyle/>
          <a:p>
            <a:r>
              <a:rPr lang="es-ES" dirty="0"/>
              <a:t>Mecanizado= Manufactura sustractiva</a:t>
            </a:r>
            <a:endParaRPr lang="es-PE" dirty="0"/>
          </a:p>
        </p:txBody>
      </p:sp>
    </p:spTree>
    <p:extLst>
      <p:ext uri="{BB962C8B-B14F-4D97-AF65-F5344CB8AC3E}">
        <p14:creationId xmlns:p14="http://schemas.microsoft.com/office/powerpoint/2010/main" val="3456254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317A6A9-21C1-4813-89DF-A9AABC94B4EC}"/>
              </a:ext>
            </a:extLst>
          </p:cNvPr>
          <p:cNvSpPr/>
          <p:nvPr/>
        </p:nvSpPr>
        <p:spPr>
          <a:xfrm>
            <a:off x="1101403" y="1542046"/>
            <a:ext cx="4200939" cy="923330"/>
          </a:xfrm>
          <a:prstGeom prst="rect">
            <a:avLst/>
          </a:prstGeom>
        </p:spPr>
        <p:txBody>
          <a:bodyPr wrap="square">
            <a:spAutoFit/>
          </a:bodyPr>
          <a:lstStyle/>
          <a:p>
            <a:pPr algn="just"/>
            <a:r>
              <a:rPr lang="es-ES" dirty="0"/>
              <a:t>Manipulación de material a escala micrométrica y depositarlo de forma muy precisa para construir un sólido. </a:t>
            </a:r>
          </a:p>
        </p:txBody>
      </p:sp>
      <p:sp>
        <p:nvSpPr>
          <p:cNvPr id="2" name="Rectángulo 1">
            <a:extLst>
              <a:ext uri="{FF2B5EF4-FFF2-40B4-BE49-F238E27FC236}">
                <a16:creationId xmlns:a16="http://schemas.microsoft.com/office/drawing/2014/main" id="{0DAE20A1-1167-4CCF-89F9-E219CEC936EC}"/>
              </a:ext>
            </a:extLst>
          </p:cNvPr>
          <p:cNvSpPr/>
          <p:nvPr/>
        </p:nvSpPr>
        <p:spPr>
          <a:xfrm>
            <a:off x="4367299" y="0"/>
            <a:ext cx="4617674" cy="954107"/>
          </a:xfrm>
          <a:prstGeom prst="rect">
            <a:avLst/>
          </a:prstGeom>
        </p:spPr>
        <p:txBody>
          <a:bodyPr wrap="none">
            <a:spAutoFit/>
          </a:bodyPr>
          <a:lstStyle/>
          <a:p>
            <a:r>
              <a:rPr lang="es-ES" sz="2800" dirty="0"/>
              <a:t>Fabricación Aditiva </a:t>
            </a:r>
          </a:p>
          <a:p>
            <a:r>
              <a:rPr lang="es-ES" sz="2800" dirty="0" err="1"/>
              <a:t>Additive</a:t>
            </a:r>
            <a:r>
              <a:rPr lang="es-ES" sz="2800" dirty="0"/>
              <a:t> </a:t>
            </a:r>
            <a:r>
              <a:rPr lang="es-ES" sz="2800" dirty="0" err="1"/>
              <a:t>Manufacturing</a:t>
            </a:r>
            <a:r>
              <a:rPr lang="es-ES" sz="2800" dirty="0"/>
              <a:t> (AM), </a:t>
            </a:r>
            <a:endParaRPr lang="es-PE" sz="2800" dirty="0"/>
          </a:p>
        </p:txBody>
      </p:sp>
      <p:sp>
        <p:nvSpPr>
          <p:cNvPr id="3" name="Rectángulo 2">
            <a:extLst>
              <a:ext uri="{FF2B5EF4-FFF2-40B4-BE49-F238E27FC236}">
                <a16:creationId xmlns:a16="http://schemas.microsoft.com/office/drawing/2014/main" id="{0A7ACE58-5997-4980-816C-CD0F3A4C1996}"/>
              </a:ext>
            </a:extLst>
          </p:cNvPr>
          <p:cNvSpPr/>
          <p:nvPr/>
        </p:nvSpPr>
        <p:spPr>
          <a:xfrm>
            <a:off x="6344845" y="1270357"/>
            <a:ext cx="4505739" cy="1200329"/>
          </a:xfrm>
          <a:prstGeom prst="rect">
            <a:avLst/>
          </a:prstGeom>
        </p:spPr>
        <p:txBody>
          <a:bodyPr wrap="square">
            <a:spAutoFit/>
          </a:bodyPr>
          <a:lstStyle/>
          <a:p>
            <a:r>
              <a:rPr lang="es-ES" b="1" dirty="0"/>
              <a:t>Nombre que se da a las tecnologías que construyen objetos en 3D  desde cero agregando capa sobre capa</a:t>
            </a:r>
            <a:r>
              <a:rPr lang="es-ES" dirty="0"/>
              <a:t> de material (polímero, cerámico, metal). </a:t>
            </a:r>
            <a:endParaRPr lang="es-PE" dirty="0"/>
          </a:p>
        </p:txBody>
      </p:sp>
      <p:sp>
        <p:nvSpPr>
          <p:cNvPr id="5" name="Rectángulo 4">
            <a:extLst>
              <a:ext uri="{FF2B5EF4-FFF2-40B4-BE49-F238E27FC236}">
                <a16:creationId xmlns:a16="http://schemas.microsoft.com/office/drawing/2014/main" id="{73478329-D8B9-4941-A526-14C5C8CE1BAE}"/>
              </a:ext>
            </a:extLst>
          </p:cNvPr>
          <p:cNvSpPr/>
          <p:nvPr/>
        </p:nvSpPr>
        <p:spPr>
          <a:xfrm>
            <a:off x="1101403" y="2741422"/>
            <a:ext cx="3921171" cy="1692771"/>
          </a:xfrm>
          <a:prstGeom prst="rect">
            <a:avLst/>
          </a:prstGeom>
        </p:spPr>
        <p:txBody>
          <a:bodyPr wrap="square">
            <a:spAutoFit/>
          </a:bodyPr>
          <a:lstStyle/>
          <a:p>
            <a:r>
              <a:rPr lang="es-ES" sz="2400" b="1" dirty="0">
                <a:latin typeface="Calibri" panose="020F0502020204030204" pitchFamily="34" charset="0"/>
                <a:cs typeface="Calibri" panose="020F0502020204030204" pitchFamily="34" charset="0"/>
              </a:rPr>
              <a:t>Abarca diversas tecnologías:</a:t>
            </a:r>
          </a:p>
          <a:p>
            <a:r>
              <a:rPr lang="es-ES" sz="2000" dirty="0">
                <a:latin typeface="Calibri" panose="020F0502020204030204" pitchFamily="34" charset="0"/>
                <a:cs typeface="Calibri" panose="020F0502020204030204" pitchFamily="34" charset="0"/>
              </a:rPr>
              <a:t>1.- La impresión 3D, </a:t>
            </a:r>
          </a:p>
          <a:p>
            <a:r>
              <a:rPr lang="es-ES" sz="2000" dirty="0">
                <a:latin typeface="Calibri" panose="020F0502020204030204" pitchFamily="34" charset="0"/>
                <a:cs typeface="Calibri" panose="020F0502020204030204" pitchFamily="34" charset="0"/>
              </a:rPr>
              <a:t>2.- El prototipado rápido, </a:t>
            </a:r>
          </a:p>
          <a:p>
            <a:r>
              <a:rPr lang="es-ES" sz="2000" dirty="0">
                <a:latin typeface="Calibri" panose="020F0502020204030204" pitchFamily="34" charset="0"/>
                <a:cs typeface="Calibri" panose="020F0502020204030204" pitchFamily="34" charset="0"/>
              </a:rPr>
              <a:t>3.- La fabricación digital directa, </a:t>
            </a:r>
          </a:p>
          <a:p>
            <a:r>
              <a:rPr lang="es-ES" sz="2000" dirty="0">
                <a:latin typeface="Calibri" panose="020F0502020204030204" pitchFamily="34" charset="0"/>
                <a:cs typeface="Calibri" panose="020F0502020204030204" pitchFamily="34" charset="0"/>
              </a:rPr>
              <a:t>4.- La fabricación en capas.</a:t>
            </a:r>
            <a:endParaRPr lang="es-PE" sz="2000" dirty="0">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9CE456F6-1C8B-4736-9D88-351630EFF888}"/>
              </a:ext>
            </a:extLst>
          </p:cNvPr>
          <p:cNvSpPr/>
          <p:nvPr/>
        </p:nvSpPr>
        <p:spPr>
          <a:xfrm>
            <a:off x="6344844" y="3147082"/>
            <a:ext cx="4200939" cy="1323439"/>
          </a:xfrm>
          <a:prstGeom prst="rect">
            <a:avLst/>
          </a:prstGeom>
        </p:spPr>
        <p:txBody>
          <a:bodyPr wrap="square">
            <a:spAutoFit/>
          </a:bodyPr>
          <a:lstStyle/>
          <a:p>
            <a:r>
              <a:rPr lang="es-ES" sz="2000" dirty="0"/>
              <a:t>Inicialmente este tipo de procesos en forma de prototipado rápido se centró en los modelos de visualización de preproducción. </a:t>
            </a:r>
          </a:p>
        </p:txBody>
      </p:sp>
      <p:sp>
        <p:nvSpPr>
          <p:cNvPr id="7" name="Rectángulo 6">
            <a:extLst>
              <a:ext uri="{FF2B5EF4-FFF2-40B4-BE49-F238E27FC236}">
                <a16:creationId xmlns:a16="http://schemas.microsoft.com/office/drawing/2014/main" id="{FA8B5C9E-F433-465E-BA8B-6115213EF7FD}"/>
              </a:ext>
            </a:extLst>
          </p:cNvPr>
          <p:cNvSpPr/>
          <p:nvPr/>
        </p:nvSpPr>
        <p:spPr>
          <a:xfrm>
            <a:off x="2839392" y="5110589"/>
            <a:ext cx="7010905" cy="954107"/>
          </a:xfrm>
          <a:prstGeom prst="rect">
            <a:avLst/>
          </a:prstGeom>
        </p:spPr>
        <p:txBody>
          <a:bodyPr wrap="square">
            <a:spAutoFit/>
          </a:bodyPr>
          <a:lstStyle/>
          <a:p>
            <a:pPr algn="ctr"/>
            <a:r>
              <a:rPr lang="es-ES" sz="2800" dirty="0">
                <a:solidFill>
                  <a:srgbClr val="FF0000"/>
                </a:solidFill>
              </a:rPr>
              <a:t>Actualmente, se está utilizando para fabricar productos de uso final.</a:t>
            </a:r>
            <a:endParaRPr lang="es-PE" sz="2800" dirty="0">
              <a:solidFill>
                <a:srgbClr val="FF0000"/>
              </a:solidFill>
            </a:endParaRPr>
          </a:p>
        </p:txBody>
      </p:sp>
    </p:spTree>
    <p:extLst>
      <p:ext uri="{BB962C8B-B14F-4D97-AF65-F5344CB8AC3E}">
        <p14:creationId xmlns:p14="http://schemas.microsoft.com/office/powerpoint/2010/main" val="947672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5459F15-DA77-403B-9173-8FBC3BBA9166}"/>
              </a:ext>
            </a:extLst>
          </p:cNvPr>
          <p:cNvSpPr/>
          <p:nvPr/>
        </p:nvSpPr>
        <p:spPr>
          <a:xfrm>
            <a:off x="1338470" y="989377"/>
            <a:ext cx="5910470" cy="1846659"/>
          </a:xfrm>
          <a:prstGeom prst="rect">
            <a:avLst/>
          </a:prstGeom>
        </p:spPr>
        <p:txBody>
          <a:bodyPr wrap="square">
            <a:spAutoFit/>
          </a:bodyPr>
          <a:lstStyle/>
          <a:p>
            <a:endParaRPr lang="es-ES" dirty="0"/>
          </a:p>
          <a:p>
            <a:pPr>
              <a:buFont typeface="Arial" panose="020B0604020202020204" pitchFamily="34" charset="0"/>
              <a:buChar char="•"/>
            </a:pPr>
            <a:r>
              <a:rPr lang="es-ES" sz="2400" dirty="0"/>
              <a:t>Un ordenador.(PC)</a:t>
            </a:r>
          </a:p>
          <a:p>
            <a:pPr>
              <a:buFont typeface="Arial" panose="020B0604020202020204" pitchFamily="34" charset="0"/>
              <a:buChar char="•"/>
            </a:pPr>
            <a:r>
              <a:rPr lang="es-ES" sz="2400" dirty="0"/>
              <a:t>Un software de modelado 3D (CAD).</a:t>
            </a:r>
          </a:p>
          <a:p>
            <a:pPr>
              <a:buFont typeface="Arial" panose="020B0604020202020204" pitchFamily="34" charset="0"/>
              <a:buChar char="•"/>
            </a:pPr>
            <a:r>
              <a:rPr lang="es-ES" sz="2400" dirty="0"/>
              <a:t>Un equipo de fabricación aditiva.</a:t>
            </a:r>
          </a:p>
          <a:p>
            <a:pPr>
              <a:buFont typeface="Arial" panose="020B0604020202020204" pitchFamily="34" charset="0"/>
              <a:buChar char="•"/>
            </a:pPr>
            <a:r>
              <a:rPr lang="es-ES" sz="2400" dirty="0"/>
              <a:t>El material para llevar a cabo la estratificación. </a:t>
            </a:r>
          </a:p>
        </p:txBody>
      </p:sp>
      <p:sp>
        <p:nvSpPr>
          <p:cNvPr id="5" name="Rectángulo 4">
            <a:extLst>
              <a:ext uri="{FF2B5EF4-FFF2-40B4-BE49-F238E27FC236}">
                <a16:creationId xmlns:a16="http://schemas.microsoft.com/office/drawing/2014/main" id="{7B5DE900-28C3-4CF5-85BC-21E58DE82644}"/>
              </a:ext>
            </a:extLst>
          </p:cNvPr>
          <p:cNvSpPr/>
          <p:nvPr/>
        </p:nvSpPr>
        <p:spPr>
          <a:xfrm>
            <a:off x="2570920" y="3237135"/>
            <a:ext cx="7911548" cy="1569660"/>
          </a:xfrm>
          <a:prstGeom prst="rect">
            <a:avLst/>
          </a:prstGeom>
        </p:spPr>
        <p:txBody>
          <a:bodyPr wrap="square">
            <a:spAutoFit/>
          </a:bodyPr>
          <a:lstStyle/>
          <a:p>
            <a:r>
              <a:rPr lang="es-ES" sz="2400" dirty="0"/>
              <a:t>Una vez que se produce un archivo CAD, el equipo de fabricación aditiva lee los datos del archivo y coloca o agrega capas sucesivas de líquido, polvo o el material de que se trate, capa sobre capa, para fabricar un objeto 3D.</a:t>
            </a:r>
          </a:p>
        </p:txBody>
      </p:sp>
      <p:sp>
        <p:nvSpPr>
          <p:cNvPr id="6" name="Rectángulo 5">
            <a:extLst>
              <a:ext uri="{FF2B5EF4-FFF2-40B4-BE49-F238E27FC236}">
                <a16:creationId xmlns:a16="http://schemas.microsoft.com/office/drawing/2014/main" id="{BFE87A5C-95EE-47E1-ABDD-05620776EAF4}"/>
              </a:ext>
            </a:extLst>
          </p:cNvPr>
          <p:cNvSpPr/>
          <p:nvPr/>
        </p:nvSpPr>
        <p:spPr>
          <a:xfrm>
            <a:off x="3047999" y="148224"/>
            <a:ext cx="8733183" cy="523220"/>
          </a:xfrm>
          <a:prstGeom prst="rect">
            <a:avLst/>
          </a:prstGeom>
        </p:spPr>
        <p:txBody>
          <a:bodyPr wrap="square">
            <a:spAutoFit/>
          </a:bodyPr>
          <a:lstStyle/>
          <a:p>
            <a:r>
              <a:rPr lang="es-ES" sz="2800" b="1" dirty="0"/>
              <a:t>Qué se necesita para llevar a cabo un proceso de AM</a:t>
            </a:r>
          </a:p>
        </p:txBody>
      </p:sp>
    </p:spTree>
    <p:extLst>
      <p:ext uri="{BB962C8B-B14F-4D97-AF65-F5344CB8AC3E}">
        <p14:creationId xmlns:p14="http://schemas.microsoft.com/office/powerpoint/2010/main" val="550603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www.3dnatives.com/es/wp-content/uploads/sites/4/Tipos_fdm.jpg">
            <a:extLst>
              <a:ext uri="{FF2B5EF4-FFF2-40B4-BE49-F238E27FC236}">
                <a16:creationId xmlns:a16="http://schemas.microsoft.com/office/drawing/2014/main" id="{E915AD54-CBE3-4D07-9534-9A0C9E7ED3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1047750"/>
            <a:ext cx="8096250" cy="4762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A47E88A5-718F-46EA-B51E-62A6E563D3F0}"/>
              </a:ext>
            </a:extLst>
          </p:cNvPr>
          <p:cNvSpPr/>
          <p:nvPr/>
        </p:nvSpPr>
        <p:spPr>
          <a:xfrm>
            <a:off x="666044" y="5851878"/>
            <a:ext cx="4368801" cy="430887"/>
          </a:xfrm>
          <a:prstGeom prst="rect">
            <a:avLst/>
          </a:prstGeom>
        </p:spPr>
        <p:txBody>
          <a:bodyPr wrap="square">
            <a:spAutoFit/>
          </a:bodyPr>
          <a:lstStyle/>
          <a:p>
            <a:r>
              <a:rPr lang="es-PE" sz="1100" dirty="0"/>
              <a:t>https://www.3dnatives.com/es/wp-content/uploads/sites/4/Tipos_fdm.jpg</a:t>
            </a:r>
          </a:p>
        </p:txBody>
      </p:sp>
      <p:sp>
        <p:nvSpPr>
          <p:cNvPr id="6" name="Rectángulo 5">
            <a:extLst>
              <a:ext uri="{FF2B5EF4-FFF2-40B4-BE49-F238E27FC236}">
                <a16:creationId xmlns:a16="http://schemas.microsoft.com/office/drawing/2014/main" id="{C1D61B1C-BFD5-453C-AC01-7E7D2345F649}"/>
              </a:ext>
            </a:extLst>
          </p:cNvPr>
          <p:cNvSpPr/>
          <p:nvPr/>
        </p:nvSpPr>
        <p:spPr>
          <a:xfrm>
            <a:off x="7465695" y="0"/>
            <a:ext cx="3826112" cy="584775"/>
          </a:xfrm>
          <a:prstGeom prst="rect">
            <a:avLst/>
          </a:prstGeom>
        </p:spPr>
        <p:txBody>
          <a:bodyPr wrap="none">
            <a:spAutoFit/>
          </a:bodyPr>
          <a:lstStyle/>
          <a:p>
            <a:r>
              <a:rPr lang="es-ES" sz="3200" dirty="0">
                <a:latin typeface="Open Sans"/>
              </a:rPr>
              <a:t>Tipos de impresoras</a:t>
            </a:r>
            <a:endParaRPr lang="es-PE" sz="3200" dirty="0"/>
          </a:p>
        </p:txBody>
      </p:sp>
    </p:spTree>
    <p:extLst>
      <p:ext uri="{BB962C8B-B14F-4D97-AF65-F5344CB8AC3E}">
        <p14:creationId xmlns:p14="http://schemas.microsoft.com/office/powerpoint/2010/main" val="3437520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4012F2-687E-4220-BC5E-3C58D9EE9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8157" y="1638210"/>
            <a:ext cx="7705724" cy="3997911"/>
          </a:xfrm>
          <a:prstGeom prst="rect">
            <a:avLst/>
          </a:prstGeom>
        </p:spPr>
      </p:pic>
      <p:sp>
        <p:nvSpPr>
          <p:cNvPr id="2" name="CuadroTexto 1">
            <a:extLst>
              <a:ext uri="{FF2B5EF4-FFF2-40B4-BE49-F238E27FC236}">
                <a16:creationId xmlns:a16="http://schemas.microsoft.com/office/drawing/2014/main" id="{1AAB746F-587D-4409-AD20-E834185FFB4F}"/>
              </a:ext>
            </a:extLst>
          </p:cNvPr>
          <p:cNvSpPr txBox="1"/>
          <p:nvPr/>
        </p:nvSpPr>
        <p:spPr>
          <a:xfrm>
            <a:off x="3154017" y="68549"/>
            <a:ext cx="5439053" cy="646331"/>
          </a:xfrm>
          <a:prstGeom prst="rect">
            <a:avLst/>
          </a:prstGeom>
          <a:noFill/>
        </p:spPr>
        <p:txBody>
          <a:bodyPr wrap="none" rtlCol="0">
            <a:spAutoFit/>
          </a:bodyPr>
          <a:lstStyle/>
          <a:p>
            <a:r>
              <a:rPr lang="es-ES" sz="3600" dirty="0"/>
              <a:t>Tecnologías de impresión 3D</a:t>
            </a:r>
            <a:endParaRPr lang="es-PE" sz="3600" dirty="0"/>
          </a:p>
        </p:txBody>
      </p:sp>
      <p:sp>
        <p:nvSpPr>
          <p:cNvPr id="3" name="Rectángulo 2">
            <a:extLst>
              <a:ext uri="{FF2B5EF4-FFF2-40B4-BE49-F238E27FC236}">
                <a16:creationId xmlns:a16="http://schemas.microsoft.com/office/drawing/2014/main" id="{11AF8D84-BA81-43AD-B31A-001BDC5CB17C}"/>
              </a:ext>
            </a:extLst>
          </p:cNvPr>
          <p:cNvSpPr/>
          <p:nvPr/>
        </p:nvSpPr>
        <p:spPr>
          <a:xfrm>
            <a:off x="1765369" y="714880"/>
            <a:ext cx="8216348" cy="923330"/>
          </a:xfrm>
          <a:prstGeom prst="rect">
            <a:avLst/>
          </a:prstGeom>
        </p:spPr>
        <p:txBody>
          <a:bodyPr wrap="square">
            <a:spAutoFit/>
          </a:bodyPr>
          <a:lstStyle/>
          <a:p>
            <a:pPr algn="just"/>
            <a:r>
              <a:rPr lang="es-ES" dirty="0">
                <a:solidFill>
                  <a:srgbClr val="292B37"/>
                </a:solidFill>
                <a:latin typeface="Work Sans"/>
              </a:rPr>
              <a:t>Existe una gran variedad de </a:t>
            </a:r>
            <a:r>
              <a:rPr lang="es-ES" b="1" dirty="0">
                <a:solidFill>
                  <a:srgbClr val="292B37"/>
                </a:solidFill>
                <a:latin typeface="Work Sans"/>
              </a:rPr>
              <a:t>tecnologías de impresión 3D cada una con un grado de sofisticación distinto</a:t>
            </a:r>
            <a:r>
              <a:rPr lang="es-ES" dirty="0">
                <a:solidFill>
                  <a:srgbClr val="292B37"/>
                </a:solidFill>
                <a:latin typeface="Work Sans"/>
              </a:rPr>
              <a:t> con las que puedes fabricar tus piezas, cada una con características propias.</a:t>
            </a:r>
            <a:endParaRPr lang="es-PE" dirty="0"/>
          </a:p>
        </p:txBody>
      </p:sp>
    </p:spTree>
    <p:extLst>
      <p:ext uri="{BB962C8B-B14F-4D97-AF65-F5344CB8AC3E}">
        <p14:creationId xmlns:p14="http://schemas.microsoft.com/office/powerpoint/2010/main" val="871713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D804104-5C74-495B-A8EC-A7AFFE04156C}"/>
              </a:ext>
            </a:extLst>
          </p:cNvPr>
          <p:cNvPicPr>
            <a:picLocks noChangeAspect="1"/>
          </p:cNvPicPr>
          <p:nvPr/>
        </p:nvPicPr>
        <p:blipFill rotWithShape="1">
          <a:blip r:embed="rId2">
            <a:extLst>
              <a:ext uri="{28A0092B-C50C-407E-A947-70E740481C1C}">
                <a14:useLocalDpi xmlns:a14="http://schemas.microsoft.com/office/drawing/2010/main" val="0"/>
              </a:ext>
            </a:extLst>
          </a:blip>
          <a:srcRect t="18744"/>
          <a:stretch/>
        </p:blipFill>
        <p:spPr>
          <a:xfrm>
            <a:off x="1157924" y="642730"/>
            <a:ext cx="9876152" cy="5572539"/>
          </a:xfrm>
          <a:prstGeom prst="rect">
            <a:avLst/>
          </a:prstGeom>
        </p:spPr>
      </p:pic>
    </p:spTree>
    <p:extLst>
      <p:ext uri="{BB962C8B-B14F-4D97-AF65-F5344CB8AC3E}">
        <p14:creationId xmlns:p14="http://schemas.microsoft.com/office/powerpoint/2010/main" val="1326624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35F418DA-8879-4BA1-9519-D1A34FB15D1C}"/>
              </a:ext>
            </a:extLst>
          </p:cNvPr>
          <p:cNvGraphicFramePr/>
          <p:nvPr>
            <p:extLst>
              <p:ext uri="{D42A27DB-BD31-4B8C-83A1-F6EECF244321}">
                <p14:modId xmlns:p14="http://schemas.microsoft.com/office/powerpoint/2010/main" val="3143467462"/>
              </p:ext>
            </p:extLst>
          </p:nvPr>
        </p:nvGraphicFramePr>
        <p:xfrm>
          <a:off x="1006867" y="441789"/>
          <a:ext cx="10479641" cy="5696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3137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CFE8683-40CB-407E-98F6-59ABC43CD63E}"/>
              </a:ext>
            </a:extLst>
          </p:cNvPr>
          <p:cNvSpPr/>
          <p:nvPr/>
        </p:nvSpPr>
        <p:spPr>
          <a:xfrm>
            <a:off x="834887" y="1240378"/>
            <a:ext cx="4638261" cy="4339650"/>
          </a:xfrm>
          <a:prstGeom prst="rect">
            <a:avLst/>
          </a:prstGeom>
        </p:spPr>
        <p:txBody>
          <a:bodyPr wrap="square">
            <a:spAutoFit/>
          </a:bodyPr>
          <a:lstStyle/>
          <a:p>
            <a:pPr algn="just"/>
            <a:r>
              <a:rPr lang="es-ES" b="1" dirty="0">
                <a:solidFill>
                  <a:srgbClr val="FF0000"/>
                </a:solidFill>
                <a:latin typeface="Open Sans"/>
              </a:rPr>
              <a:t>1. Filamento PLA</a:t>
            </a:r>
          </a:p>
          <a:p>
            <a:pPr algn="just"/>
            <a:br>
              <a:rPr lang="es-ES" dirty="0">
                <a:solidFill>
                  <a:srgbClr val="555555"/>
                </a:solidFill>
                <a:latin typeface="Open Sans"/>
              </a:rPr>
            </a:br>
            <a:r>
              <a:rPr lang="es-ES" sz="1600" dirty="0">
                <a:solidFill>
                  <a:srgbClr val="555555"/>
                </a:solidFill>
                <a:latin typeface="Open Sans"/>
              </a:rPr>
              <a:t>Es uno de los filamentos para impresora 3D más utilizados gracias a que es muy estable y no necesita cama caliente. Se obtiene a partir de materia como el maíz y el trigo, hecho que le hace no producir gases tóxicos al contrario que otros filamentos.</a:t>
            </a:r>
          </a:p>
          <a:p>
            <a:pPr algn="just"/>
            <a:r>
              <a:rPr lang="es-ES" sz="1600" dirty="0">
                <a:solidFill>
                  <a:srgbClr val="555555"/>
                </a:solidFill>
                <a:latin typeface="Open Sans"/>
              </a:rPr>
              <a:t>Además de ser un material reciclable, ofrece mayor velocidad de impresión que otras opciones en el mercado, siendo la opción preferida para aquellos usuarios que dan sus primeros pasos en impresión 3D y también de usuarios experimentados.</a:t>
            </a:r>
          </a:p>
          <a:p>
            <a:pPr algn="just"/>
            <a:r>
              <a:rPr lang="es-ES" sz="1600" dirty="0">
                <a:solidFill>
                  <a:srgbClr val="555555"/>
                </a:solidFill>
                <a:latin typeface="Open Sans"/>
              </a:rPr>
              <a:t>La temperatura de extrusión del filamento PLA se encuentra entre 190 y 220°C y la cama caliente debe estar entre 40-50°C.</a:t>
            </a:r>
          </a:p>
        </p:txBody>
      </p:sp>
      <p:sp>
        <p:nvSpPr>
          <p:cNvPr id="3" name="CuadroTexto 2">
            <a:extLst>
              <a:ext uri="{FF2B5EF4-FFF2-40B4-BE49-F238E27FC236}">
                <a16:creationId xmlns:a16="http://schemas.microsoft.com/office/drawing/2014/main" id="{533418B1-EE73-4427-AE61-9A66B6DEC395}"/>
              </a:ext>
            </a:extLst>
          </p:cNvPr>
          <p:cNvSpPr txBox="1"/>
          <p:nvPr/>
        </p:nvSpPr>
        <p:spPr>
          <a:xfrm>
            <a:off x="3653664" y="-76200"/>
            <a:ext cx="4884671" cy="584775"/>
          </a:xfrm>
          <a:prstGeom prst="rect">
            <a:avLst/>
          </a:prstGeom>
          <a:noFill/>
        </p:spPr>
        <p:txBody>
          <a:bodyPr wrap="none" rtlCol="0">
            <a:spAutoFit/>
          </a:bodyPr>
          <a:lstStyle/>
          <a:p>
            <a:r>
              <a:rPr lang="es-ES" sz="3200" dirty="0"/>
              <a:t>Materiales para impresión 3D</a:t>
            </a:r>
            <a:endParaRPr lang="es-PE" sz="3200" dirty="0"/>
          </a:p>
        </p:txBody>
      </p:sp>
      <p:sp>
        <p:nvSpPr>
          <p:cNvPr id="5" name="Rectángulo 4">
            <a:extLst>
              <a:ext uri="{FF2B5EF4-FFF2-40B4-BE49-F238E27FC236}">
                <a16:creationId xmlns:a16="http://schemas.microsoft.com/office/drawing/2014/main" id="{1120B885-5950-4CA3-BDD2-2FBF96D14AA4}"/>
              </a:ext>
            </a:extLst>
          </p:cNvPr>
          <p:cNvSpPr/>
          <p:nvPr/>
        </p:nvSpPr>
        <p:spPr>
          <a:xfrm>
            <a:off x="6326667" y="1505396"/>
            <a:ext cx="4884671" cy="3847207"/>
          </a:xfrm>
          <a:prstGeom prst="rect">
            <a:avLst/>
          </a:prstGeom>
        </p:spPr>
        <p:txBody>
          <a:bodyPr wrap="square">
            <a:spAutoFit/>
          </a:bodyPr>
          <a:lstStyle/>
          <a:p>
            <a:pPr algn="just"/>
            <a:r>
              <a:rPr lang="es-ES" b="1" dirty="0">
                <a:solidFill>
                  <a:srgbClr val="FF0000"/>
                </a:solidFill>
                <a:latin typeface="Open Sans"/>
              </a:rPr>
              <a:t>2. Filamento ABS</a:t>
            </a:r>
          </a:p>
          <a:p>
            <a:pPr algn="just"/>
            <a:br>
              <a:rPr lang="es-ES" dirty="0">
                <a:solidFill>
                  <a:srgbClr val="555555"/>
                </a:solidFill>
                <a:latin typeface="Open Sans"/>
              </a:rPr>
            </a:br>
            <a:r>
              <a:rPr lang="es-ES" sz="1600" dirty="0">
                <a:solidFill>
                  <a:srgbClr val="555555"/>
                </a:solidFill>
                <a:latin typeface="Open Sans"/>
              </a:rPr>
              <a:t>Este tipo de filamento para impresión 3D es utilizado sobre todo en ambientes profesionales. Se caracteriza por su gran resistencia, tanto a impactos como a altas temperaturas. Además, permite realizar trabajos sobre la pieza una vez impresa. Tiene como desventaja que produce gases nocivos en el momento de la impresión, lo que dificulta la presencia de grupos de trabajo en torno a la impresora.</a:t>
            </a:r>
          </a:p>
          <a:p>
            <a:pPr algn="just"/>
            <a:br>
              <a:rPr lang="es-ES" sz="1600" dirty="0">
                <a:solidFill>
                  <a:srgbClr val="555555"/>
                </a:solidFill>
                <a:latin typeface="Open Sans"/>
              </a:rPr>
            </a:br>
            <a:r>
              <a:rPr lang="es-ES" sz="1600" dirty="0">
                <a:solidFill>
                  <a:srgbClr val="555555"/>
                </a:solidFill>
                <a:latin typeface="Open Sans"/>
              </a:rPr>
              <a:t>La cama caliente debe estar en torno a 100-110°C para el filamento ABS y su temperatura óptima de extrusión debe ser entre 210-250°C.</a:t>
            </a:r>
          </a:p>
        </p:txBody>
      </p:sp>
    </p:spTree>
    <p:extLst>
      <p:ext uri="{BB962C8B-B14F-4D97-AF65-F5344CB8AC3E}">
        <p14:creationId xmlns:p14="http://schemas.microsoft.com/office/powerpoint/2010/main" val="903833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33418B1-EE73-4427-AE61-9A66B6DEC395}"/>
              </a:ext>
            </a:extLst>
          </p:cNvPr>
          <p:cNvSpPr txBox="1"/>
          <p:nvPr/>
        </p:nvSpPr>
        <p:spPr>
          <a:xfrm>
            <a:off x="5234609" y="0"/>
            <a:ext cx="4884671" cy="584775"/>
          </a:xfrm>
          <a:prstGeom prst="rect">
            <a:avLst/>
          </a:prstGeom>
          <a:noFill/>
        </p:spPr>
        <p:txBody>
          <a:bodyPr wrap="none" rtlCol="0">
            <a:spAutoFit/>
          </a:bodyPr>
          <a:lstStyle/>
          <a:p>
            <a:r>
              <a:rPr lang="es-ES" sz="3200" dirty="0"/>
              <a:t>Materiales para impresión 3D</a:t>
            </a:r>
            <a:endParaRPr lang="es-PE" sz="3200" dirty="0"/>
          </a:p>
        </p:txBody>
      </p:sp>
      <p:sp>
        <p:nvSpPr>
          <p:cNvPr id="4" name="Rectángulo 3">
            <a:extLst>
              <a:ext uri="{FF2B5EF4-FFF2-40B4-BE49-F238E27FC236}">
                <a16:creationId xmlns:a16="http://schemas.microsoft.com/office/drawing/2014/main" id="{573F9F88-54BA-4AA5-A1C1-8422B40081B5}"/>
              </a:ext>
            </a:extLst>
          </p:cNvPr>
          <p:cNvSpPr/>
          <p:nvPr/>
        </p:nvSpPr>
        <p:spPr>
          <a:xfrm>
            <a:off x="703876" y="1136064"/>
            <a:ext cx="4015409" cy="4585871"/>
          </a:xfrm>
          <a:prstGeom prst="rect">
            <a:avLst/>
          </a:prstGeom>
        </p:spPr>
        <p:txBody>
          <a:bodyPr wrap="square">
            <a:spAutoFit/>
          </a:bodyPr>
          <a:lstStyle/>
          <a:p>
            <a:pPr algn="just"/>
            <a:r>
              <a:rPr lang="es-ES" b="1" dirty="0">
                <a:solidFill>
                  <a:srgbClr val="FF0000"/>
                </a:solidFill>
                <a:latin typeface="Open Sans"/>
              </a:rPr>
              <a:t>3. Filamentos PETG*</a:t>
            </a:r>
          </a:p>
          <a:p>
            <a:pPr algn="just"/>
            <a:br>
              <a:rPr lang="es-ES" dirty="0">
                <a:solidFill>
                  <a:srgbClr val="555555"/>
                </a:solidFill>
                <a:latin typeface="Open Sans"/>
              </a:rPr>
            </a:br>
            <a:r>
              <a:rPr lang="es-ES" sz="1600" dirty="0">
                <a:solidFill>
                  <a:srgbClr val="555555"/>
                </a:solidFill>
                <a:latin typeface="Open Sans"/>
              </a:rPr>
              <a:t>Este filamento para impresora 3D es un plástico muy similar al PET utilizado en envases para alimentos y bebidas. Es un material muy resistente a la corrosión, la temperatura, impactos y agentes químicos. Además es impermeable y presenta una reducida absorción de la humedad, lo que lo convierte en ideal para conservar productos de alimentación.</a:t>
            </a:r>
          </a:p>
          <a:p>
            <a:pPr algn="just"/>
            <a:r>
              <a:rPr lang="es-ES" sz="1600" dirty="0">
                <a:solidFill>
                  <a:srgbClr val="555555"/>
                </a:solidFill>
                <a:latin typeface="Open Sans"/>
              </a:rPr>
              <a:t>El problema de este material es que no es biodegradable, a partir de 70ºC se vuelve endeble. Temperatura de extrusión filamento PETG 220-250°C, cama caliente 40-70°C</a:t>
            </a:r>
          </a:p>
          <a:p>
            <a:pPr algn="just"/>
            <a:endParaRPr lang="es-ES" sz="1600" b="0" i="0" dirty="0">
              <a:solidFill>
                <a:srgbClr val="555555"/>
              </a:solidFill>
              <a:effectLst/>
              <a:latin typeface="Open Sans"/>
            </a:endParaRPr>
          </a:p>
          <a:p>
            <a:pPr algn="just"/>
            <a:r>
              <a:rPr lang="es-ES" sz="1600" dirty="0">
                <a:solidFill>
                  <a:srgbClr val="555555"/>
                </a:solidFill>
                <a:latin typeface="Open Sans"/>
              </a:rPr>
              <a:t>*</a:t>
            </a:r>
            <a:r>
              <a:rPr lang="es-ES" sz="1600" dirty="0" err="1">
                <a:solidFill>
                  <a:srgbClr val="555555"/>
                </a:solidFill>
                <a:latin typeface="Open Sans"/>
              </a:rPr>
              <a:t>Politereftalato</a:t>
            </a:r>
            <a:r>
              <a:rPr lang="es-ES" sz="1600" dirty="0">
                <a:solidFill>
                  <a:srgbClr val="555555"/>
                </a:solidFill>
                <a:latin typeface="Open Sans"/>
              </a:rPr>
              <a:t> de etileno</a:t>
            </a:r>
            <a:endParaRPr lang="es-ES" sz="1600" b="0" i="0" dirty="0">
              <a:solidFill>
                <a:srgbClr val="555555"/>
              </a:solidFill>
              <a:effectLst/>
              <a:latin typeface="Open Sans"/>
            </a:endParaRPr>
          </a:p>
        </p:txBody>
      </p:sp>
      <p:sp>
        <p:nvSpPr>
          <p:cNvPr id="6" name="Rectángulo 5">
            <a:extLst>
              <a:ext uri="{FF2B5EF4-FFF2-40B4-BE49-F238E27FC236}">
                <a16:creationId xmlns:a16="http://schemas.microsoft.com/office/drawing/2014/main" id="{4EDF830E-D9E7-4434-9422-B293E0379294}"/>
              </a:ext>
            </a:extLst>
          </p:cNvPr>
          <p:cNvSpPr/>
          <p:nvPr/>
        </p:nvSpPr>
        <p:spPr>
          <a:xfrm>
            <a:off x="5060820" y="584775"/>
            <a:ext cx="6427304" cy="5293757"/>
          </a:xfrm>
          <a:prstGeom prst="rect">
            <a:avLst/>
          </a:prstGeom>
        </p:spPr>
        <p:txBody>
          <a:bodyPr wrap="square">
            <a:spAutoFit/>
          </a:bodyPr>
          <a:lstStyle/>
          <a:p>
            <a:pPr algn="just"/>
            <a:r>
              <a:rPr lang="es-ES" b="1" dirty="0">
                <a:solidFill>
                  <a:srgbClr val="FF0000"/>
                </a:solidFill>
                <a:latin typeface="Open Sans"/>
              </a:rPr>
              <a:t>4. Filamento flexible</a:t>
            </a:r>
          </a:p>
          <a:p>
            <a:pPr algn="just"/>
            <a:br>
              <a:rPr lang="es-ES" sz="1600" dirty="0">
                <a:solidFill>
                  <a:srgbClr val="555555"/>
                </a:solidFill>
                <a:latin typeface="Open Sans"/>
              </a:rPr>
            </a:br>
            <a:r>
              <a:rPr lang="es-ES" sz="1600" dirty="0">
                <a:solidFill>
                  <a:srgbClr val="555555"/>
                </a:solidFill>
                <a:latin typeface="Open Sans"/>
              </a:rPr>
              <a:t>Este filamento para impresora 3D combina plástico con caucho y se caracteriza por su posibilidad de estiramiento y su resistencia a los impactos y a las roturas por maleabilidad. Además, es un filamento reciclable y su superficie presenta gran suavidad. Es conveniente no fundirlo a temperaturas superiores a las recomendadas para evitar la pérdida de elasticidad. Este material es muy habitual encontrarlo en piezas protectoras, juguetes con flexibilidad, piezas decorativas, pulseras… etc.</a:t>
            </a:r>
          </a:p>
          <a:p>
            <a:pPr algn="just"/>
            <a:r>
              <a:rPr lang="es-ES" sz="1600" dirty="0">
                <a:solidFill>
                  <a:srgbClr val="555555"/>
                </a:solidFill>
                <a:latin typeface="Open Sans"/>
              </a:rPr>
              <a:t>Para la correcta extrusión del filamento flexible la cama caliente se debe colocar entre 30-40°C  y la temperatura de impresión entre 210-230°C.</a:t>
            </a:r>
          </a:p>
          <a:p>
            <a:pPr algn="just"/>
            <a:br>
              <a:rPr lang="es-ES" sz="1600" dirty="0">
                <a:solidFill>
                  <a:srgbClr val="555555"/>
                </a:solidFill>
                <a:latin typeface="Open Sans"/>
              </a:rPr>
            </a:br>
            <a:r>
              <a:rPr lang="es-ES" sz="1600" b="1" dirty="0">
                <a:solidFill>
                  <a:srgbClr val="555555"/>
                </a:solidFill>
                <a:latin typeface="Open Sans"/>
              </a:rPr>
              <a:t>4.1 Filamento Madera</a:t>
            </a:r>
            <a:endParaRPr lang="es-ES" sz="1600" dirty="0">
              <a:solidFill>
                <a:srgbClr val="555555"/>
              </a:solidFill>
              <a:latin typeface="Open Sans"/>
            </a:endParaRPr>
          </a:p>
          <a:p>
            <a:pPr algn="just"/>
            <a:r>
              <a:rPr lang="es-ES" sz="1600" dirty="0">
                <a:solidFill>
                  <a:srgbClr val="555555"/>
                </a:solidFill>
                <a:latin typeface="Open Sans"/>
              </a:rPr>
              <a:t>Compuesto a partir de fibras de madera y bambú, es un material resistente, de baja contracción, que emite un agradable olor a madera durante su utilización y ofrece unos acabados sorprendentes. Su temperatura de extrusión se sitúa entre los 190-220℃ y no es necesaria cama caliente. El filamento de madera resulta un material realmente sencillo de trabajar.</a:t>
            </a:r>
          </a:p>
        </p:txBody>
      </p:sp>
    </p:spTree>
    <p:extLst>
      <p:ext uri="{BB962C8B-B14F-4D97-AF65-F5344CB8AC3E}">
        <p14:creationId xmlns:p14="http://schemas.microsoft.com/office/powerpoint/2010/main" val="1914175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33418B1-EE73-4427-AE61-9A66B6DEC395}"/>
              </a:ext>
            </a:extLst>
          </p:cNvPr>
          <p:cNvSpPr txBox="1"/>
          <p:nvPr/>
        </p:nvSpPr>
        <p:spPr>
          <a:xfrm>
            <a:off x="5234609" y="0"/>
            <a:ext cx="4884671" cy="584775"/>
          </a:xfrm>
          <a:prstGeom prst="rect">
            <a:avLst/>
          </a:prstGeom>
          <a:noFill/>
        </p:spPr>
        <p:txBody>
          <a:bodyPr wrap="none" rtlCol="0">
            <a:spAutoFit/>
          </a:bodyPr>
          <a:lstStyle/>
          <a:p>
            <a:r>
              <a:rPr lang="es-ES" sz="3200" dirty="0"/>
              <a:t>Materiales para impresión 3D</a:t>
            </a:r>
            <a:endParaRPr lang="es-PE" sz="3200" dirty="0"/>
          </a:p>
        </p:txBody>
      </p:sp>
      <p:sp>
        <p:nvSpPr>
          <p:cNvPr id="2" name="Rectángulo 1">
            <a:extLst>
              <a:ext uri="{FF2B5EF4-FFF2-40B4-BE49-F238E27FC236}">
                <a16:creationId xmlns:a16="http://schemas.microsoft.com/office/drawing/2014/main" id="{96127FC6-62CD-4828-B24F-82205BD33BB0}"/>
              </a:ext>
            </a:extLst>
          </p:cNvPr>
          <p:cNvSpPr/>
          <p:nvPr/>
        </p:nvSpPr>
        <p:spPr>
          <a:xfrm>
            <a:off x="914400" y="1553750"/>
            <a:ext cx="3882887" cy="2862322"/>
          </a:xfrm>
          <a:prstGeom prst="rect">
            <a:avLst/>
          </a:prstGeom>
        </p:spPr>
        <p:txBody>
          <a:bodyPr wrap="square">
            <a:spAutoFit/>
          </a:bodyPr>
          <a:lstStyle/>
          <a:p>
            <a:pPr algn="just"/>
            <a:r>
              <a:rPr lang="es-ES" b="1" dirty="0">
                <a:solidFill>
                  <a:srgbClr val="FF0000"/>
                </a:solidFill>
                <a:latin typeface="Open Sans"/>
              </a:rPr>
              <a:t>5. Filamento PC</a:t>
            </a:r>
          </a:p>
          <a:p>
            <a:pPr algn="just"/>
            <a:br>
              <a:rPr lang="es-ES" dirty="0">
                <a:solidFill>
                  <a:srgbClr val="555555"/>
                </a:solidFill>
                <a:latin typeface="Open Sans"/>
              </a:rPr>
            </a:br>
            <a:r>
              <a:rPr lang="es-ES" sz="1600" dirty="0">
                <a:solidFill>
                  <a:srgbClr val="555555"/>
                </a:solidFill>
                <a:latin typeface="Open Sans"/>
              </a:rPr>
              <a:t>El filamento PC es un material termoplástico realmente resistente que soporta bien elevadas temperaturas con una alta claridad óptica. Tiende a doblarse y deformarse similar al caucho duro hasta que finalmente se rompe.</a:t>
            </a:r>
          </a:p>
          <a:p>
            <a:pPr algn="just"/>
            <a:r>
              <a:rPr lang="es-ES" sz="1600" dirty="0">
                <a:solidFill>
                  <a:srgbClr val="555555"/>
                </a:solidFill>
                <a:latin typeface="Open Sans"/>
              </a:rPr>
              <a:t>Su temperatura de extrusión se sitúa entre 230-270℃, se recomienda el uso de cama caliente a 90℃.</a:t>
            </a:r>
          </a:p>
        </p:txBody>
      </p:sp>
      <p:sp>
        <p:nvSpPr>
          <p:cNvPr id="5" name="Rectángulo 4">
            <a:extLst>
              <a:ext uri="{FF2B5EF4-FFF2-40B4-BE49-F238E27FC236}">
                <a16:creationId xmlns:a16="http://schemas.microsoft.com/office/drawing/2014/main" id="{4451CD5A-2697-4B94-A199-A147D93BE021}"/>
              </a:ext>
            </a:extLst>
          </p:cNvPr>
          <p:cNvSpPr/>
          <p:nvPr/>
        </p:nvSpPr>
        <p:spPr>
          <a:xfrm>
            <a:off x="6215269" y="1342505"/>
            <a:ext cx="4598505" cy="3139321"/>
          </a:xfrm>
          <a:prstGeom prst="rect">
            <a:avLst/>
          </a:prstGeom>
        </p:spPr>
        <p:txBody>
          <a:bodyPr wrap="square">
            <a:spAutoFit/>
          </a:bodyPr>
          <a:lstStyle/>
          <a:p>
            <a:pPr algn="just"/>
            <a:r>
              <a:rPr lang="es-ES" b="1" dirty="0">
                <a:solidFill>
                  <a:srgbClr val="FF0000"/>
                </a:solidFill>
                <a:latin typeface="Open Sans"/>
              </a:rPr>
              <a:t>6. Filamento HIPS(</a:t>
            </a:r>
            <a:r>
              <a:rPr lang="es-PE" b="1" dirty="0"/>
              <a:t>High </a:t>
            </a:r>
            <a:r>
              <a:rPr lang="es-PE" b="1" dirty="0" err="1"/>
              <a:t>Impact</a:t>
            </a:r>
            <a:r>
              <a:rPr lang="es-PE" b="1" dirty="0"/>
              <a:t> </a:t>
            </a:r>
            <a:r>
              <a:rPr lang="es-PE" b="1" dirty="0" err="1"/>
              <a:t>Polystyrene</a:t>
            </a:r>
            <a:r>
              <a:rPr lang="es-PE" b="1" dirty="0"/>
              <a:t>)</a:t>
            </a:r>
            <a:endParaRPr lang="es-ES" b="1" dirty="0">
              <a:solidFill>
                <a:srgbClr val="FF0000"/>
              </a:solidFill>
              <a:latin typeface="Open Sans"/>
            </a:endParaRPr>
          </a:p>
          <a:p>
            <a:pPr algn="just"/>
            <a:br>
              <a:rPr lang="es-ES" dirty="0">
                <a:solidFill>
                  <a:srgbClr val="555555"/>
                </a:solidFill>
                <a:latin typeface="Open Sans"/>
              </a:rPr>
            </a:br>
            <a:r>
              <a:rPr lang="es-ES" sz="1600" dirty="0">
                <a:solidFill>
                  <a:srgbClr val="555555"/>
                </a:solidFill>
                <a:latin typeface="Open Sans"/>
              </a:rPr>
              <a:t>Se utiliza generalmente como material de apoyo en la impresión 3D. Tiene propiedades y características afines con el filamento ABS, utilizándose en conjunto con este para la generación de soportes en zonas huecas, voladizos etc.</a:t>
            </a:r>
          </a:p>
          <a:p>
            <a:pPr algn="just"/>
            <a:r>
              <a:rPr lang="es-ES" sz="1600" dirty="0">
                <a:solidFill>
                  <a:srgbClr val="555555"/>
                </a:solidFill>
                <a:latin typeface="Open Sans"/>
              </a:rPr>
              <a:t>El filamento HIPS es soluble en D-Limoneno. Temperatura de extrusión 210-250℃, cama caliente 100-110°C.</a:t>
            </a:r>
          </a:p>
        </p:txBody>
      </p:sp>
    </p:spTree>
    <p:extLst>
      <p:ext uri="{BB962C8B-B14F-4D97-AF65-F5344CB8AC3E}">
        <p14:creationId xmlns:p14="http://schemas.microsoft.com/office/powerpoint/2010/main" val="1406715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33418B1-EE73-4427-AE61-9A66B6DEC395}"/>
              </a:ext>
            </a:extLst>
          </p:cNvPr>
          <p:cNvSpPr txBox="1"/>
          <p:nvPr/>
        </p:nvSpPr>
        <p:spPr>
          <a:xfrm>
            <a:off x="5234609" y="0"/>
            <a:ext cx="4884671" cy="584775"/>
          </a:xfrm>
          <a:prstGeom prst="rect">
            <a:avLst/>
          </a:prstGeom>
          <a:noFill/>
        </p:spPr>
        <p:txBody>
          <a:bodyPr wrap="none" rtlCol="0">
            <a:spAutoFit/>
          </a:bodyPr>
          <a:lstStyle/>
          <a:p>
            <a:r>
              <a:rPr lang="es-ES" sz="3200" dirty="0"/>
              <a:t>Materiales para impresión 3D</a:t>
            </a:r>
            <a:endParaRPr lang="es-PE" sz="3200" dirty="0"/>
          </a:p>
        </p:txBody>
      </p:sp>
      <p:sp>
        <p:nvSpPr>
          <p:cNvPr id="4" name="Rectángulo 3">
            <a:extLst>
              <a:ext uri="{FF2B5EF4-FFF2-40B4-BE49-F238E27FC236}">
                <a16:creationId xmlns:a16="http://schemas.microsoft.com/office/drawing/2014/main" id="{B8D3EFCF-5143-4DB3-AF7B-7EBFFF79A61D}"/>
              </a:ext>
            </a:extLst>
          </p:cNvPr>
          <p:cNvSpPr/>
          <p:nvPr/>
        </p:nvSpPr>
        <p:spPr>
          <a:xfrm>
            <a:off x="967410" y="1330549"/>
            <a:ext cx="3882888" cy="3600986"/>
          </a:xfrm>
          <a:prstGeom prst="rect">
            <a:avLst/>
          </a:prstGeom>
        </p:spPr>
        <p:txBody>
          <a:bodyPr wrap="square">
            <a:spAutoFit/>
          </a:bodyPr>
          <a:lstStyle/>
          <a:p>
            <a:pPr algn="just"/>
            <a:r>
              <a:rPr lang="es-ES" b="1" dirty="0">
                <a:solidFill>
                  <a:srgbClr val="FF0000"/>
                </a:solidFill>
                <a:latin typeface="Open Sans"/>
              </a:rPr>
              <a:t>7. Filamento sedoso</a:t>
            </a:r>
          </a:p>
          <a:p>
            <a:pPr algn="just"/>
            <a:br>
              <a:rPr lang="es-ES" dirty="0">
                <a:solidFill>
                  <a:srgbClr val="555555"/>
                </a:solidFill>
                <a:latin typeface="Open Sans"/>
              </a:rPr>
            </a:br>
            <a:r>
              <a:rPr lang="es-ES" sz="1600" dirty="0">
                <a:solidFill>
                  <a:srgbClr val="555555"/>
                </a:solidFill>
                <a:latin typeface="Open Sans"/>
              </a:rPr>
              <a:t>Compuesto por PLA polimérico tiene mayor resistencia que el PLA convencional, la apariencia es muy brillante, ofreciendo un acabado similar al satén de seda. Presenta como ventajas respecto al PLA: mayor dureza, menor fragilidad, bajo encogimiento, buena rigidez y un excelente brillo en nuestras creaciones. Uno de nuestros favoritos.</a:t>
            </a:r>
          </a:p>
          <a:p>
            <a:pPr algn="just"/>
            <a:r>
              <a:rPr lang="es-ES" sz="1600" dirty="0">
                <a:solidFill>
                  <a:srgbClr val="555555"/>
                </a:solidFill>
                <a:latin typeface="Open Sans"/>
              </a:rPr>
              <a:t>Su temperatura de extrusión recomendada es de 190-230℃, con cama caliente a 45-50℃</a:t>
            </a:r>
          </a:p>
        </p:txBody>
      </p:sp>
      <p:sp>
        <p:nvSpPr>
          <p:cNvPr id="6" name="Rectángulo 5">
            <a:extLst>
              <a:ext uri="{FF2B5EF4-FFF2-40B4-BE49-F238E27FC236}">
                <a16:creationId xmlns:a16="http://schemas.microsoft.com/office/drawing/2014/main" id="{E5750367-2A33-4FFF-87C0-BDF5125BFF7B}"/>
              </a:ext>
            </a:extLst>
          </p:cNvPr>
          <p:cNvSpPr/>
          <p:nvPr/>
        </p:nvSpPr>
        <p:spPr>
          <a:xfrm>
            <a:off x="6188765" y="1143723"/>
            <a:ext cx="4333462" cy="3108543"/>
          </a:xfrm>
          <a:prstGeom prst="rect">
            <a:avLst/>
          </a:prstGeom>
        </p:spPr>
        <p:txBody>
          <a:bodyPr wrap="square">
            <a:spAutoFit/>
          </a:bodyPr>
          <a:lstStyle/>
          <a:p>
            <a:pPr algn="just"/>
            <a:r>
              <a:rPr lang="es-ES" b="1" dirty="0">
                <a:solidFill>
                  <a:srgbClr val="FF0000"/>
                </a:solidFill>
                <a:latin typeface="Open Sans"/>
              </a:rPr>
              <a:t>8. Filamento fibra de carbono</a:t>
            </a:r>
          </a:p>
          <a:p>
            <a:pPr algn="just"/>
            <a:br>
              <a:rPr lang="es-ES" dirty="0">
                <a:solidFill>
                  <a:srgbClr val="555555"/>
                </a:solidFill>
                <a:latin typeface="Open Sans"/>
              </a:rPr>
            </a:br>
            <a:r>
              <a:rPr lang="es-ES" sz="1600" dirty="0">
                <a:solidFill>
                  <a:srgbClr val="555555"/>
                </a:solidFill>
                <a:latin typeface="Open Sans"/>
              </a:rPr>
              <a:t>En su formulación se utiliza un 15% de fibra de carbono, aportando una rigidez superior, además de una capacidad estructural y adherencia de capa muy destacable. Hablamos sin duda de uno de los filamentos más competitivos e interesantes, ya que la fibra de carbono aporta unas propiedades únicas.</a:t>
            </a:r>
          </a:p>
          <a:p>
            <a:pPr algn="just"/>
            <a:r>
              <a:rPr lang="es-ES" sz="1600" dirty="0">
                <a:solidFill>
                  <a:srgbClr val="555555"/>
                </a:solidFill>
                <a:latin typeface="Open Sans"/>
              </a:rPr>
              <a:t>Temperatura de extrusión: 210ºC - 240ºC. Temperatura de la cama caliente: 40ºC - 50ºC.</a:t>
            </a:r>
          </a:p>
        </p:txBody>
      </p:sp>
    </p:spTree>
    <p:extLst>
      <p:ext uri="{BB962C8B-B14F-4D97-AF65-F5344CB8AC3E}">
        <p14:creationId xmlns:p14="http://schemas.microsoft.com/office/powerpoint/2010/main" val="3299056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33418B1-EE73-4427-AE61-9A66B6DEC395}"/>
              </a:ext>
            </a:extLst>
          </p:cNvPr>
          <p:cNvSpPr txBox="1"/>
          <p:nvPr/>
        </p:nvSpPr>
        <p:spPr>
          <a:xfrm>
            <a:off x="5234609" y="0"/>
            <a:ext cx="4884671" cy="584775"/>
          </a:xfrm>
          <a:prstGeom prst="rect">
            <a:avLst/>
          </a:prstGeom>
          <a:noFill/>
        </p:spPr>
        <p:txBody>
          <a:bodyPr wrap="none" rtlCol="0">
            <a:spAutoFit/>
          </a:bodyPr>
          <a:lstStyle/>
          <a:p>
            <a:r>
              <a:rPr lang="es-ES" sz="3200" dirty="0"/>
              <a:t>Materiales para impresión 3D</a:t>
            </a:r>
            <a:endParaRPr lang="es-PE" sz="3200" dirty="0"/>
          </a:p>
        </p:txBody>
      </p:sp>
      <p:sp>
        <p:nvSpPr>
          <p:cNvPr id="2" name="Rectángulo 1">
            <a:extLst>
              <a:ext uri="{FF2B5EF4-FFF2-40B4-BE49-F238E27FC236}">
                <a16:creationId xmlns:a16="http://schemas.microsoft.com/office/drawing/2014/main" id="{2C3864F4-4EE8-4C67-B16A-A74FDE58014F}"/>
              </a:ext>
            </a:extLst>
          </p:cNvPr>
          <p:cNvSpPr/>
          <p:nvPr/>
        </p:nvSpPr>
        <p:spPr>
          <a:xfrm>
            <a:off x="1417982" y="1520784"/>
            <a:ext cx="4121427" cy="3170099"/>
          </a:xfrm>
          <a:prstGeom prst="rect">
            <a:avLst/>
          </a:prstGeom>
        </p:spPr>
        <p:txBody>
          <a:bodyPr wrap="square">
            <a:spAutoFit/>
          </a:bodyPr>
          <a:lstStyle/>
          <a:p>
            <a:pPr algn="just"/>
            <a:r>
              <a:rPr lang="es-ES" b="1" dirty="0">
                <a:solidFill>
                  <a:srgbClr val="FF0000"/>
                </a:solidFill>
                <a:latin typeface="Open Sans"/>
              </a:rPr>
              <a:t>9. Filamento </a:t>
            </a:r>
            <a:r>
              <a:rPr lang="es-ES" b="1" dirty="0" err="1">
                <a:solidFill>
                  <a:srgbClr val="FF0000"/>
                </a:solidFill>
                <a:latin typeface="Open Sans"/>
              </a:rPr>
              <a:t>Twinkling</a:t>
            </a:r>
            <a:endParaRPr lang="es-ES" b="1" dirty="0">
              <a:solidFill>
                <a:srgbClr val="FF0000"/>
              </a:solidFill>
              <a:latin typeface="Open Sans"/>
            </a:endParaRPr>
          </a:p>
          <a:p>
            <a:pPr algn="just"/>
            <a:br>
              <a:rPr lang="es-ES" dirty="0">
                <a:solidFill>
                  <a:srgbClr val="555555"/>
                </a:solidFill>
                <a:latin typeface="Open Sans"/>
              </a:rPr>
            </a:br>
            <a:r>
              <a:rPr lang="es-ES" sz="1600" dirty="0">
                <a:solidFill>
                  <a:srgbClr val="555555"/>
                </a:solidFill>
                <a:latin typeface="Open Sans"/>
              </a:rPr>
              <a:t>Este filamento centelleante es un compuesto de materiales PLA, también biodegradable de características similares al PLA, es resistente, inodoro, con baja contracción, buena rigidez, no es necesaria cama caliente, alta velocidad de impresión.</a:t>
            </a:r>
          </a:p>
          <a:p>
            <a:pPr algn="just"/>
            <a:r>
              <a:rPr lang="es-ES" sz="1600" dirty="0">
                <a:solidFill>
                  <a:srgbClr val="555555"/>
                </a:solidFill>
                <a:latin typeface="Open Sans"/>
              </a:rPr>
              <a:t>Temperatura de extrusión del filamento </a:t>
            </a:r>
            <a:r>
              <a:rPr lang="es-ES" sz="1600" dirty="0" err="1">
                <a:solidFill>
                  <a:srgbClr val="555555"/>
                </a:solidFill>
                <a:latin typeface="Open Sans"/>
              </a:rPr>
              <a:t>Twinkling</a:t>
            </a:r>
            <a:r>
              <a:rPr lang="es-ES" sz="1600" dirty="0">
                <a:solidFill>
                  <a:srgbClr val="555555"/>
                </a:solidFill>
                <a:latin typeface="Open Sans"/>
              </a:rPr>
              <a:t> es de 190-220℃.</a:t>
            </a:r>
          </a:p>
          <a:p>
            <a:pPr algn="just"/>
            <a:br>
              <a:rPr lang="es-ES" dirty="0">
                <a:solidFill>
                  <a:srgbClr val="333333"/>
                </a:solidFill>
                <a:latin typeface="Open Sans"/>
              </a:rPr>
            </a:br>
            <a:endParaRPr lang="es-ES" b="0" i="0" dirty="0">
              <a:solidFill>
                <a:srgbClr val="555555"/>
              </a:solidFill>
              <a:effectLst/>
              <a:latin typeface="Open Sans"/>
            </a:endParaRPr>
          </a:p>
        </p:txBody>
      </p:sp>
      <p:sp>
        <p:nvSpPr>
          <p:cNvPr id="5" name="Rectángulo 4">
            <a:extLst>
              <a:ext uri="{FF2B5EF4-FFF2-40B4-BE49-F238E27FC236}">
                <a16:creationId xmlns:a16="http://schemas.microsoft.com/office/drawing/2014/main" id="{D3C5CF42-FA84-4F1A-AB6D-C3287F11BC46}"/>
              </a:ext>
            </a:extLst>
          </p:cNvPr>
          <p:cNvSpPr/>
          <p:nvPr/>
        </p:nvSpPr>
        <p:spPr>
          <a:xfrm>
            <a:off x="6281530" y="1318593"/>
            <a:ext cx="5062331" cy="3847207"/>
          </a:xfrm>
          <a:prstGeom prst="rect">
            <a:avLst/>
          </a:prstGeom>
        </p:spPr>
        <p:txBody>
          <a:bodyPr wrap="square">
            <a:spAutoFit/>
          </a:bodyPr>
          <a:lstStyle/>
          <a:p>
            <a:pPr algn="just"/>
            <a:r>
              <a:rPr lang="es-ES" b="1" dirty="0">
                <a:solidFill>
                  <a:srgbClr val="FF0000"/>
                </a:solidFill>
                <a:latin typeface="Open Sans"/>
              </a:rPr>
              <a:t>10. Filamento Z-</a:t>
            </a:r>
            <a:r>
              <a:rPr lang="es-ES" b="1" dirty="0" err="1">
                <a:solidFill>
                  <a:srgbClr val="FF0000"/>
                </a:solidFill>
                <a:latin typeface="Open Sans"/>
              </a:rPr>
              <a:t>Marble</a:t>
            </a:r>
            <a:endParaRPr lang="es-ES" b="1" dirty="0">
              <a:solidFill>
                <a:srgbClr val="FF0000"/>
              </a:solidFill>
              <a:latin typeface="Open Sans"/>
            </a:endParaRPr>
          </a:p>
          <a:p>
            <a:pPr algn="just"/>
            <a:br>
              <a:rPr lang="es-ES" dirty="0">
                <a:solidFill>
                  <a:srgbClr val="555555"/>
                </a:solidFill>
                <a:latin typeface="Open Sans"/>
              </a:rPr>
            </a:br>
            <a:r>
              <a:rPr lang="es-ES" sz="1600" dirty="0">
                <a:solidFill>
                  <a:srgbClr val="555555"/>
                </a:solidFill>
                <a:latin typeface="Open Sans"/>
              </a:rPr>
              <a:t>Es un material compuesto y mejorado del PLA cuya característica más destacada es el aspecto de mármol en sus acabados. Sus propiedades son similares al filamento PLA. También es biodegradable y resistente., al imprimir es inodoro, con baja contracción y buena rigidez.</a:t>
            </a:r>
          </a:p>
          <a:p>
            <a:pPr algn="just"/>
            <a:r>
              <a:rPr lang="es-ES" sz="1600" dirty="0">
                <a:solidFill>
                  <a:srgbClr val="555555"/>
                </a:solidFill>
                <a:latin typeface="Open Sans"/>
              </a:rPr>
              <a:t>Para imprimir con este tipo de filamento para impresora 3D no es necesaria cama caliente, aunque se recomienda de tenerla situarla entre 40-50℃. Temperatura de extrusión: 180℃ - 220℃.</a:t>
            </a:r>
          </a:p>
          <a:p>
            <a:pPr algn="just"/>
            <a:r>
              <a:rPr lang="es-ES" sz="1600" dirty="0">
                <a:solidFill>
                  <a:srgbClr val="555555"/>
                </a:solidFill>
                <a:latin typeface="Open Sans"/>
              </a:rPr>
              <a:t>Esto es solo el principio, nuevos materiales se encuentran en desarrollo y próximamente disfrutaremos de nuevas posibilidades.</a:t>
            </a:r>
          </a:p>
        </p:txBody>
      </p:sp>
      <p:sp>
        <p:nvSpPr>
          <p:cNvPr id="7" name="Rectángulo 6">
            <a:extLst>
              <a:ext uri="{FF2B5EF4-FFF2-40B4-BE49-F238E27FC236}">
                <a16:creationId xmlns:a16="http://schemas.microsoft.com/office/drawing/2014/main" id="{7894A302-C44E-456E-819D-D5B989E1E690}"/>
              </a:ext>
            </a:extLst>
          </p:cNvPr>
          <p:cNvSpPr/>
          <p:nvPr/>
        </p:nvSpPr>
        <p:spPr>
          <a:xfrm>
            <a:off x="1050837" y="5795623"/>
            <a:ext cx="3339569" cy="369332"/>
          </a:xfrm>
          <a:prstGeom prst="rect">
            <a:avLst/>
          </a:prstGeom>
        </p:spPr>
        <p:txBody>
          <a:bodyPr wrap="none">
            <a:spAutoFit/>
          </a:bodyPr>
          <a:lstStyle/>
          <a:p>
            <a:r>
              <a:rPr lang="es-PE" dirty="0"/>
              <a:t>https://youtu.be/BguwZ5DvNmo</a:t>
            </a:r>
          </a:p>
        </p:txBody>
      </p:sp>
    </p:spTree>
    <p:extLst>
      <p:ext uri="{BB962C8B-B14F-4D97-AF65-F5344CB8AC3E}">
        <p14:creationId xmlns:p14="http://schemas.microsoft.com/office/powerpoint/2010/main" val="2841579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35F418DA-8879-4BA1-9519-D1A34FB15D1C}"/>
              </a:ext>
            </a:extLst>
          </p:cNvPr>
          <p:cNvGraphicFramePr/>
          <p:nvPr/>
        </p:nvGraphicFramePr>
        <p:xfrm>
          <a:off x="1006867" y="441789"/>
          <a:ext cx="10479641" cy="5696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ángulo: esquinas redondeadas 1">
            <a:extLst>
              <a:ext uri="{FF2B5EF4-FFF2-40B4-BE49-F238E27FC236}">
                <a16:creationId xmlns:a16="http://schemas.microsoft.com/office/drawing/2014/main" id="{F30E1AD2-2248-4801-B442-C552E6CBB0C5}"/>
              </a:ext>
            </a:extLst>
          </p:cNvPr>
          <p:cNvSpPr/>
          <p:nvPr/>
        </p:nvSpPr>
        <p:spPr>
          <a:xfrm>
            <a:off x="4028661" y="2478157"/>
            <a:ext cx="1709530" cy="3220278"/>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15494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649AD97-7EC9-45B6-8998-36FEAE103105}"/>
              </a:ext>
            </a:extLst>
          </p:cNvPr>
          <p:cNvSpPr/>
          <p:nvPr/>
        </p:nvSpPr>
        <p:spPr>
          <a:xfrm>
            <a:off x="855284" y="2348430"/>
            <a:ext cx="6512605" cy="2862322"/>
          </a:xfrm>
          <a:prstGeom prst="rect">
            <a:avLst/>
          </a:prstGeom>
        </p:spPr>
        <p:txBody>
          <a:bodyPr wrap="square">
            <a:spAutoFit/>
          </a:bodyPr>
          <a:lstStyle/>
          <a:p>
            <a:r>
              <a:rPr lang="es-ES" b="1" dirty="0">
                <a:solidFill>
                  <a:srgbClr val="292B37"/>
                </a:solidFill>
                <a:latin typeface="Work Sans"/>
              </a:rPr>
              <a:t>Extrusión de materiales (</a:t>
            </a:r>
            <a:r>
              <a:rPr lang="es-ES" b="1" dirty="0" err="1">
                <a:solidFill>
                  <a:srgbClr val="292B37"/>
                </a:solidFill>
                <a:latin typeface="Work Sans"/>
              </a:rPr>
              <a:t>Fusion</a:t>
            </a:r>
            <a:r>
              <a:rPr lang="es-ES" b="1" dirty="0">
                <a:solidFill>
                  <a:srgbClr val="292B37"/>
                </a:solidFill>
                <a:latin typeface="Work Sans"/>
              </a:rPr>
              <a:t> </a:t>
            </a:r>
            <a:r>
              <a:rPr lang="es-ES" b="1" dirty="0" err="1">
                <a:solidFill>
                  <a:srgbClr val="292B37"/>
                </a:solidFill>
                <a:latin typeface="Work Sans"/>
              </a:rPr>
              <a:t>Deposition</a:t>
            </a:r>
            <a:r>
              <a:rPr lang="es-ES" b="1" dirty="0">
                <a:solidFill>
                  <a:srgbClr val="292B37"/>
                </a:solidFill>
                <a:latin typeface="Work Sans"/>
              </a:rPr>
              <a:t> </a:t>
            </a:r>
            <a:r>
              <a:rPr lang="es-ES" b="1" dirty="0" err="1">
                <a:solidFill>
                  <a:srgbClr val="292B37"/>
                </a:solidFill>
                <a:latin typeface="Work Sans"/>
              </a:rPr>
              <a:t>Modeling</a:t>
            </a:r>
            <a:r>
              <a:rPr lang="es-ES" b="1" dirty="0">
                <a:solidFill>
                  <a:srgbClr val="292B37"/>
                </a:solidFill>
                <a:latin typeface="Work Sans"/>
              </a:rPr>
              <a:t>-FDM)</a:t>
            </a:r>
            <a:endParaRPr lang="es-ES" dirty="0">
              <a:solidFill>
                <a:srgbClr val="292B37"/>
              </a:solidFill>
              <a:latin typeface="Work Sans"/>
            </a:endParaRPr>
          </a:p>
          <a:p>
            <a:pPr algn="just"/>
            <a:r>
              <a:rPr lang="es-ES" dirty="0">
                <a:solidFill>
                  <a:srgbClr val="292B37"/>
                </a:solidFill>
                <a:latin typeface="Work Sans"/>
              </a:rPr>
              <a:t>Se </a:t>
            </a:r>
            <a:r>
              <a:rPr lang="es-ES" dirty="0">
                <a:solidFill>
                  <a:srgbClr val="292B37"/>
                </a:solidFill>
                <a:latin typeface="Calibri" panose="020F0502020204030204" pitchFamily="34" charset="0"/>
                <a:cs typeface="Calibri" panose="020F0502020204030204" pitchFamily="34" charset="0"/>
              </a:rPr>
              <a:t>funde</a:t>
            </a:r>
            <a:r>
              <a:rPr lang="es-ES" dirty="0">
                <a:solidFill>
                  <a:srgbClr val="292B37"/>
                </a:solidFill>
                <a:latin typeface="Work Sans"/>
              </a:rPr>
              <a:t> un filamento de plástico a través de un cabezal extrusor caliente que va inyectando el material capa por capa.</a:t>
            </a:r>
            <a:endParaRPr lang="es-ES" dirty="0">
              <a:solidFill>
                <a:srgbClr val="8F919B"/>
              </a:solidFill>
              <a:latin typeface="Work Sans"/>
            </a:endParaRPr>
          </a:p>
          <a:p>
            <a:pPr algn="just"/>
            <a:r>
              <a:rPr lang="es-ES" dirty="0">
                <a:solidFill>
                  <a:srgbClr val="292B37"/>
                </a:solidFill>
                <a:latin typeface="Work Sans"/>
              </a:rPr>
              <a:t>Ideal para piezas resistentes, de gran tamaño y con características de resistencia mecánica y térmica. FDM es una tecnología avanzada y que contiene muchos controles y sensores que permiten fabricar piezas muy precisas y para diferentes sectores industriales. </a:t>
            </a:r>
            <a:endParaRPr lang="es-ES" dirty="0">
              <a:solidFill>
                <a:srgbClr val="8F919B"/>
              </a:solidFill>
              <a:latin typeface="Work Sans"/>
            </a:endParaRPr>
          </a:p>
          <a:p>
            <a:pPr algn="just"/>
            <a:r>
              <a:rPr lang="es-ES" b="1" dirty="0">
                <a:solidFill>
                  <a:srgbClr val="292B37"/>
                </a:solidFill>
                <a:latin typeface="Work Sans"/>
              </a:rPr>
              <a:t>Hoy en día es la única tecnología que puede fabricar termoplásticos de alta ingeniería y alto impacto sin necesidad de post procesos al material</a:t>
            </a:r>
            <a:r>
              <a:rPr lang="es-ES" dirty="0">
                <a:solidFill>
                  <a:srgbClr val="292B37"/>
                </a:solidFill>
                <a:latin typeface="Work Sans"/>
              </a:rPr>
              <a:t>.</a:t>
            </a:r>
            <a:endParaRPr lang="es-ES" b="0" i="0" dirty="0">
              <a:solidFill>
                <a:srgbClr val="8F919B"/>
              </a:solidFill>
              <a:effectLst/>
              <a:latin typeface="Work Sans"/>
            </a:endParaRPr>
          </a:p>
        </p:txBody>
      </p:sp>
      <p:pic>
        <p:nvPicPr>
          <p:cNvPr id="6" name="Imagen 5">
            <a:extLst>
              <a:ext uri="{FF2B5EF4-FFF2-40B4-BE49-F238E27FC236}">
                <a16:creationId xmlns:a16="http://schemas.microsoft.com/office/drawing/2014/main" id="{5F326CEE-4864-400F-8271-EE51E0BEB1F2}"/>
              </a:ext>
            </a:extLst>
          </p:cNvPr>
          <p:cNvPicPr>
            <a:picLocks noChangeAspect="1"/>
          </p:cNvPicPr>
          <p:nvPr/>
        </p:nvPicPr>
        <p:blipFill>
          <a:blip r:embed="rId2"/>
          <a:stretch>
            <a:fillRect/>
          </a:stretch>
        </p:blipFill>
        <p:spPr>
          <a:xfrm>
            <a:off x="7593412" y="501770"/>
            <a:ext cx="4158628" cy="3146695"/>
          </a:xfrm>
          <a:prstGeom prst="rect">
            <a:avLst/>
          </a:prstGeom>
        </p:spPr>
      </p:pic>
      <p:sp>
        <p:nvSpPr>
          <p:cNvPr id="8" name="Rectángulo 7">
            <a:extLst>
              <a:ext uri="{FF2B5EF4-FFF2-40B4-BE49-F238E27FC236}">
                <a16:creationId xmlns:a16="http://schemas.microsoft.com/office/drawing/2014/main" id="{FBB075A7-F3E3-4DEE-848B-E24194CE34E2}"/>
              </a:ext>
            </a:extLst>
          </p:cNvPr>
          <p:cNvSpPr/>
          <p:nvPr/>
        </p:nvSpPr>
        <p:spPr>
          <a:xfrm>
            <a:off x="7960568" y="5763161"/>
            <a:ext cx="3333157" cy="369332"/>
          </a:xfrm>
          <a:prstGeom prst="rect">
            <a:avLst/>
          </a:prstGeom>
        </p:spPr>
        <p:txBody>
          <a:bodyPr wrap="none">
            <a:spAutoFit/>
          </a:bodyPr>
          <a:lstStyle/>
          <a:p>
            <a:r>
              <a:rPr lang="es-PE" dirty="0"/>
              <a:t>https://youtu.be/NX700aWDaqQ</a:t>
            </a:r>
          </a:p>
        </p:txBody>
      </p:sp>
      <p:sp>
        <p:nvSpPr>
          <p:cNvPr id="9" name="Rectángulo 8">
            <a:extLst>
              <a:ext uri="{FF2B5EF4-FFF2-40B4-BE49-F238E27FC236}">
                <a16:creationId xmlns:a16="http://schemas.microsoft.com/office/drawing/2014/main" id="{9A5A4010-962C-4735-85B1-091FA7BFB173}"/>
              </a:ext>
            </a:extLst>
          </p:cNvPr>
          <p:cNvSpPr/>
          <p:nvPr/>
        </p:nvSpPr>
        <p:spPr>
          <a:xfrm>
            <a:off x="7996336" y="5986898"/>
            <a:ext cx="3071867" cy="369332"/>
          </a:xfrm>
          <a:prstGeom prst="rect">
            <a:avLst/>
          </a:prstGeom>
        </p:spPr>
        <p:txBody>
          <a:bodyPr wrap="none">
            <a:spAutoFit/>
          </a:bodyPr>
          <a:lstStyle/>
          <a:p>
            <a:r>
              <a:rPr lang="es-PE" dirty="0"/>
              <a:t>https://youtu.be/8_vloWVgf0o</a:t>
            </a:r>
          </a:p>
        </p:txBody>
      </p:sp>
      <p:sp>
        <p:nvSpPr>
          <p:cNvPr id="3" name="CuadroTexto 2">
            <a:extLst>
              <a:ext uri="{FF2B5EF4-FFF2-40B4-BE49-F238E27FC236}">
                <a16:creationId xmlns:a16="http://schemas.microsoft.com/office/drawing/2014/main" id="{B1B932BA-7C5F-4331-8D63-7612A06ADDBE}"/>
              </a:ext>
            </a:extLst>
          </p:cNvPr>
          <p:cNvSpPr txBox="1"/>
          <p:nvPr/>
        </p:nvSpPr>
        <p:spPr>
          <a:xfrm>
            <a:off x="4139595" y="-56314"/>
            <a:ext cx="5494261" cy="646331"/>
          </a:xfrm>
          <a:prstGeom prst="rect">
            <a:avLst/>
          </a:prstGeom>
          <a:noFill/>
        </p:spPr>
        <p:txBody>
          <a:bodyPr wrap="none" rtlCol="0">
            <a:spAutoFit/>
          </a:bodyPr>
          <a:lstStyle/>
          <a:p>
            <a:r>
              <a:rPr lang="es-ES" sz="3600" dirty="0"/>
              <a:t>AM por extrusión de material</a:t>
            </a:r>
            <a:endParaRPr lang="es-PE" sz="3600" dirty="0"/>
          </a:p>
        </p:txBody>
      </p:sp>
      <p:sp>
        <p:nvSpPr>
          <p:cNvPr id="5" name="Rectángulo 4">
            <a:extLst>
              <a:ext uri="{FF2B5EF4-FFF2-40B4-BE49-F238E27FC236}">
                <a16:creationId xmlns:a16="http://schemas.microsoft.com/office/drawing/2014/main" id="{74BA5628-688F-433B-B205-934BBD2A7AB4}"/>
              </a:ext>
            </a:extLst>
          </p:cNvPr>
          <p:cNvSpPr/>
          <p:nvPr/>
        </p:nvSpPr>
        <p:spPr>
          <a:xfrm>
            <a:off x="776392" y="730559"/>
            <a:ext cx="7040617" cy="1477328"/>
          </a:xfrm>
          <a:prstGeom prst="rect">
            <a:avLst/>
          </a:prstGeom>
        </p:spPr>
        <p:txBody>
          <a:bodyPr wrap="square">
            <a:spAutoFit/>
          </a:bodyPr>
          <a:lstStyle/>
          <a:p>
            <a:r>
              <a:rPr lang="es-ES" dirty="0">
                <a:latin typeface="Calibri" panose="020F0502020204030204" pitchFamily="34" charset="0"/>
                <a:cs typeface="Calibri" panose="020F0502020204030204" pitchFamily="34" charset="0"/>
              </a:rPr>
              <a:t>Es la tecnología de impresión 3D o AM más difundida entre el público general en las conocidas como “impresoras 3D de escritorio”, por su flexibilidad de uso y su relativa facilidad de construcción. La gran mayoría de impresoras que podemos encontrar en el mercado, entre otras) utilizan esta tecnología. </a:t>
            </a:r>
          </a:p>
        </p:txBody>
      </p:sp>
      <p:sp>
        <p:nvSpPr>
          <p:cNvPr id="11" name="Rectángulo 10">
            <a:extLst>
              <a:ext uri="{FF2B5EF4-FFF2-40B4-BE49-F238E27FC236}">
                <a16:creationId xmlns:a16="http://schemas.microsoft.com/office/drawing/2014/main" id="{FCE19AAE-1956-4194-8BEB-BCE4F80CF7AB}"/>
              </a:ext>
            </a:extLst>
          </p:cNvPr>
          <p:cNvSpPr/>
          <p:nvPr/>
        </p:nvSpPr>
        <p:spPr>
          <a:xfrm>
            <a:off x="776392" y="5474872"/>
            <a:ext cx="6512605" cy="646331"/>
          </a:xfrm>
          <a:prstGeom prst="rect">
            <a:avLst/>
          </a:prstGeom>
        </p:spPr>
        <p:txBody>
          <a:bodyPr wrap="square">
            <a:spAutoFit/>
          </a:bodyPr>
          <a:lstStyle/>
          <a:p>
            <a:pPr fontAlgn="base"/>
            <a:r>
              <a:rPr lang="es-ES" dirty="0">
                <a:latin typeface="Open Sans"/>
              </a:rPr>
              <a:t>Se pueden construir piezas totalmente funcionales en plástico estándar. Muy útil para utillaje (</a:t>
            </a:r>
            <a:r>
              <a:rPr lang="es-ES" dirty="0" err="1">
                <a:latin typeface="Open Sans"/>
              </a:rPr>
              <a:t>tooling</a:t>
            </a:r>
            <a:r>
              <a:rPr lang="es-ES" dirty="0">
                <a:latin typeface="Open Sans"/>
              </a:rPr>
              <a:t>) y prototipado rápido. </a:t>
            </a:r>
          </a:p>
        </p:txBody>
      </p:sp>
    </p:spTree>
    <p:extLst>
      <p:ext uri="{BB962C8B-B14F-4D97-AF65-F5344CB8AC3E}">
        <p14:creationId xmlns:p14="http://schemas.microsoft.com/office/powerpoint/2010/main" val="4001093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F6BAB35-45D6-449C-8E51-86028D60109E}"/>
              </a:ext>
            </a:extLst>
          </p:cNvPr>
          <p:cNvSpPr/>
          <p:nvPr/>
        </p:nvSpPr>
        <p:spPr>
          <a:xfrm>
            <a:off x="781878" y="1166842"/>
            <a:ext cx="5049080" cy="4247317"/>
          </a:xfrm>
          <a:prstGeom prst="rect">
            <a:avLst/>
          </a:prstGeom>
        </p:spPr>
        <p:txBody>
          <a:bodyPr wrap="square">
            <a:spAutoFit/>
          </a:bodyPr>
          <a:lstStyle/>
          <a:p>
            <a:r>
              <a:rPr lang="es-ES" b="1" dirty="0">
                <a:solidFill>
                  <a:srgbClr val="292B37"/>
                </a:solidFill>
                <a:latin typeface="Work Sans"/>
              </a:rPr>
              <a:t>Extrusión de materiales (</a:t>
            </a:r>
            <a:r>
              <a:rPr lang="es-ES" b="1" dirty="0" err="1">
                <a:solidFill>
                  <a:srgbClr val="292B37"/>
                </a:solidFill>
                <a:latin typeface="Work Sans"/>
              </a:rPr>
              <a:t>Fused</a:t>
            </a:r>
            <a:r>
              <a:rPr lang="es-ES" b="1" dirty="0">
                <a:solidFill>
                  <a:srgbClr val="292B37"/>
                </a:solidFill>
                <a:latin typeface="Work Sans"/>
              </a:rPr>
              <a:t> </a:t>
            </a:r>
            <a:r>
              <a:rPr lang="es-ES" b="1" dirty="0" err="1">
                <a:solidFill>
                  <a:srgbClr val="292B37"/>
                </a:solidFill>
                <a:latin typeface="Work Sans"/>
              </a:rPr>
              <a:t>Filament</a:t>
            </a:r>
            <a:r>
              <a:rPr lang="es-ES" b="1" dirty="0">
                <a:solidFill>
                  <a:srgbClr val="292B37"/>
                </a:solidFill>
                <a:latin typeface="Work Sans"/>
              </a:rPr>
              <a:t> </a:t>
            </a:r>
            <a:r>
              <a:rPr lang="es-ES" b="1" dirty="0" err="1">
                <a:solidFill>
                  <a:srgbClr val="292B37"/>
                </a:solidFill>
                <a:latin typeface="Work Sans"/>
              </a:rPr>
              <a:t>Fabrication</a:t>
            </a:r>
            <a:r>
              <a:rPr lang="es-ES" b="1" dirty="0">
                <a:solidFill>
                  <a:srgbClr val="292B37"/>
                </a:solidFill>
                <a:latin typeface="Work Sans"/>
              </a:rPr>
              <a:t>-FFF)</a:t>
            </a:r>
          </a:p>
          <a:p>
            <a:endParaRPr lang="es-ES" dirty="0">
              <a:solidFill>
                <a:srgbClr val="292B37"/>
              </a:solidFill>
              <a:latin typeface="Work Sans"/>
            </a:endParaRPr>
          </a:p>
          <a:p>
            <a:pPr algn="just"/>
            <a:r>
              <a:rPr lang="es-ES" dirty="0">
                <a:solidFill>
                  <a:srgbClr val="292B37"/>
                </a:solidFill>
                <a:latin typeface="Work Sans"/>
              </a:rPr>
              <a:t>Funciona bajo el mismo principio de la tecnología FDM, se inserta un carrete de filamento de plástico en la máquina, en donde un motor irá jalando o empujando el filamento a través de una boquilla caliente de extrusión. Tal como una pistola de silicón.</a:t>
            </a:r>
          </a:p>
          <a:p>
            <a:pPr algn="just"/>
            <a:endParaRPr lang="es-ES" dirty="0">
              <a:solidFill>
                <a:srgbClr val="8F919B"/>
              </a:solidFill>
              <a:latin typeface="Work Sans"/>
            </a:endParaRPr>
          </a:p>
          <a:p>
            <a:pPr algn="just"/>
            <a:r>
              <a:rPr lang="es-ES" dirty="0">
                <a:solidFill>
                  <a:srgbClr val="292B37"/>
                </a:solidFill>
                <a:latin typeface="Work Sans"/>
              </a:rPr>
              <a:t>Encontramos una gran diferencia en tamaño máximo de fabricación de una pieza en comparación con la impresión industrial de FDM, </a:t>
            </a:r>
            <a:r>
              <a:rPr lang="es-ES" b="1" dirty="0">
                <a:solidFill>
                  <a:srgbClr val="292B37"/>
                </a:solidFill>
                <a:latin typeface="Work Sans"/>
              </a:rPr>
              <a:t>este tipo de impresión 3D es la mejor para fabricaciones rápidas</a:t>
            </a:r>
            <a:r>
              <a:rPr lang="es-ES" dirty="0">
                <a:solidFill>
                  <a:srgbClr val="292B37"/>
                </a:solidFill>
                <a:latin typeface="Work Sans"/>
              </a:rPr>
              <a:t>.</a:t>
            </a:r>
          </a:p>
        </p:txBody>
      </p:sp>
      <p:pic>
        <p:nvPicPr>
          <p:cNvPr id="1026" name="Picture 2" descr="Cómo funciona una impresora 3D FFF">
            <a:extLst>
              <a:ext uri="{FF2B5EF4-FFF2-40B4-BE49-F238E27FC236}">
                <a16:creationId xmlns:a16="http://schemas.microsoft.com/office/drawing/2014/main" id="{0643E404-7A96-4278-9777-835A9E3B92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6199" y="1670395"/>
            <a:ext cx="6025544" cy="3126892"/>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3185DDCE-669F-4395-8899-CE4C978CD3CF}"/>
              </a:ext>
            </a:extLst>
          </p:cNvPr>
          <p:cNvSpPr txBox="1"/>
          <p:nvPr/>
        </p:nvSpPr>
        <p:spPr>
          <a:xfrm>
            <a:off x="4139595" y="-56314"/>
            <a:ext cx="5494261" cy="646331"/>
          </a:xfrm>
          <a:prstGeom prst="rect">
            <a:avLst/>
          </a:prstGeom>
          <a:noFill/>
        </p:spPr>
        <p:txBody>
          <a:bodyPr wrap="none" rtlCol="0">
            <a:spAutoFit/>
          </a:bodyPr>
          <a:lstStyle/>
          <a:p>
            <a:r>
              <a:rPr lang="es-ES" sz="3600" dirty="0"/>
              <a:t>AM por extrusión de material</a:t>
            </a:r>
            <a:endParaRPr lang="es-PE" sz="3600" dirty="0"/>
          </a:p>
        </p:txBody>
      </p:sp>
      <p:sp>
        <p:nvSpPr>
          <p:cNvPr id="6" name="Rectángulo 5">
            <a:extLst>
              <a:ext uri="{FF2B5EF4-FFF2-40B4-BE49-F238E27FC236}">
                <a16:creationId xmlns:a16="http://schemas.microsoft.com/office/drawing/2014/main" id="{D95DEAAD-8C48-4A5D-9CE1-E55D6127C9A9}"/>
              </a:ext>
            </a:extLst>
          </p:cNvPr>
          <p:cNvSpPr/>
          <p:nvPr/>
        </p:nvSpPr>
        <p:spPr>
          <a:xfrm>
            <a:off x="1909832" y="6488668"/>
            <a:ext cx="4339650" cy="369332"/>
          </a:xfrm>
          <a:prstGeom prst="rect">
            <a:avLst/>
          </a:prstGeom>
        </p:spPr>
        <p:txBody>
          <a:bodyPr wrap="none">
            <a:spAutoFit/>
          </a:bodyPr>
          <a:lstStyle/>
          <a:p>
            <a:r>
              <a:rPr lang="es-PE" dirty="0">
                <a:hlinkClick r:id="rId3">
                  <a:extLst>
                    <a:ext uri="{A12FA001-AC4F-418D-AE19-62706E023703}">
                      <ahyp:hlinkClr xmlns:ahyp="http://schemas.microsoft.com/office/drawing/2018/hyperlinkcolor" val="tx"/>
                    </a:ext>
                  </a:extLst>
                </a:hlinkClick>
              </a:rPr>
              <a:t>https://youtu.be/FqQAjkZOBeY</a:t>
            </a:r>
            <a:r>
              <a:rPr lang="es-PE" dirty="0"/>
              <a:t>			</a:t>
            </a:r>
          </a:p>
        </p:txBody>
      </p:sp>
      <p:sp>
        <p:nvSpPr>
          <p:cNvPr id="7" name="CuadroTexto 6">
            <a:extLst>
              <a:ext uri="{FF2B5EF4-FFF2-40B4-BE49-F238E27FC236}">
                <a16:creationId xmlns:a16="http://schemas.microsoft.com/office/drawing/2014/main" id="{0A3296F1-ABB9-490A-9433-DD6D8928B771}"/>
              </a:ext>
            </a:extLst>
          </p:cNvPr>
          <p:cNvSpPr txBox="1"/>
          <p:nvPr/>
        </p:nvSpPr>
        <p:spPr>
          <a:xfrm>
            <a:off x="5628350" y="6467691"/>
            <a:ext cx="1242263" cy="369332"/>
          </a:xfrm>
          <a:prstGeom prst="rect">
            <a:avLst/>
          </a:prstGeom>
          <a:noFill/>
        </p:spPr>
        <p:txBody>
          <a:bodyPr wrap="none" rtlCol="0">
            <a:spAutoFit/>
          </a:bodyPr>
          <a:lstStyle/>
          <a:p>
            <a:r>
              <a:rPr lang="es-ES" dirty="0"/>
              <a:t>Torre Eiffel</a:t>
            </a:r>
            <a:endParaRPr lang="es-PE" dirty="0"/>
          </a:p>
        </p:txBody>
      </p:sp>
    </p:spTree>
    <p:extLst>
      <p:ext uri="{BB962C8B-B14F-4D97-AF65-F5344CB8AC3E}">
        <p14:creationId xmlns:p14="http://schemas.microsoft.com/office/powerpoint/2010/main" val="1488827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35F418DA-8879-4BA1-9519-D1A34FB15D1C}"/>
              </a:ext>
            </a:extLst>
          </p:cNvPr>
          <p:cNvGraphicFramePr/>
          <p:nvPr/>
        </p:nvGraphicFramePr>
        <p:xfrm>
          <a:off x="1006867" y="441789"/>
          <a:ext cx="10479641" cy="5696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ángulo: esquinas redondeadas 1">
            <a:extLst>
              <a:ext uri="{FF2B5EF4-FFF2-40B4-BE49-F238E27FC236}">
                <a16:creationId xmlns:a16="http://schemas.microsoft.com/office/drawing/2014/main" id="{A237F551-4BA8-4087-97C5-564518BFF274}"/>
              </a:ext>
            </a:extLst>
          </p:cNvPr>
          <p:cNvSpPr/>
          <p:nvPr/>
        </p:nvSpPr>
        <p:spPr>
          <a:xfrm>
            <a:off x="596348" y="2531165"/>
            <a:ext cx="3366052" cy="329979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961889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88329-F1B6-459F-BB49-B703B447C761}"/>
              </a:ext>
            </a:extLst>
          </p:cNvPr>
          <p:cNvSpPr>
            <a:spLocks noGrp="1"/>
          </p:cNvSpPr>
          <p:nvPr>
            <p:ph type="title"/>
          </p:nvPr>
        </p:nvSpPr>
        <p:spPr>
          <a:xfrm>
            <a:off x="2968487" y="697947"/>
            <a:ext cx="6761920" cy="568372"/>
          </a:xfrm>
        </p:spPr>
        <p:txBody>
          <a:bodyPr>
            <a:noAutofit/>
          </a:bodyPr>
          <a:lstStyle/>
          <a:p>
            <a:r>
              <a:rPr lang="es-ES" sz="5400" dirty="0">
                <a:latin typeface="Calibri" panose="020F0502020204030204" pitchFamily="34" charset="0"/>
                <a:cs typeface="Calibri" panose="020F0502020204030204" pitchFamily="34" charset="0"/>
              </a:rPr>
              <a:t>Foto polimerización</a:t>
            </a:r>
            <a:endParaRPr lang="es-PE" sz="5400" dirty="0">
              <a:latin typeface="Calibri" panose="020F0502020204030204" pitchFamily="34" charset="0"/>
              <a:cs typeface="Calibri" panose="020F0502020204030204" pitchFamily="34" charset="0"/>
            </a:endParaRPr>
          </a:p>
        </p:txBody>
      </p:sp>
      <p:pic>
        <p:nvPicPr>
          <p:cNvPr id="4" name="Imagen 3">
            <a:extLst>
              <a:ext uri="{FF2B5EF4-FFF2-40B4-BE49-F238E27FC236}">
                <a16:creationId xmlns:a16="http://schemas.microsoft.com/office/drawing/2014/main" id="{2A48E3BC-6421-44F1-AAF5-C481034ED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7862" y="1630170"/>
            <a:ext cx="7217686" cy="4245697"/>
          </a:xfrm>
          <a:prstGeom prst="rect">
            <a:avLst/>
          </a:prstGeom>
        </p:spPr>
      </p:pic>
    </p:spTree>
    <p:extLst>
      <p:ext uri="{BB962C8B-B14F-4D97-AF65-F5344CB8AC3E}">
        <p14:creationId xmlns:p14="http://schemas.microsoft.com/office/powerpoint/2010/main" val="2928775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B5643B4F-9D75-4EBC-AC51-EC0F64AAE1FD}"/>
              </a:ext>
            </a:extLst>
          </p:cNvPr>
          <p:cNvSpPr/>
          <p:nvPr/>
        </p:nvSpPr>
        <p:spPr>
          <a:xfrm>
            <a:off x="8541419" y="0"/>
            <a:ext cx="3478837" cy="523220"/>
          </a:xfrm>
          <a:prstGeom prst="rect">
            <a:avLst/>
          </a:prstGeom>
        </p:spPr>
        <p:txBody>
          <a:bodyPr wrap="none">
            <a:spAutoFit/>
          </a:bodyPr>
          <a:lstStyle/>
          <a:p>
            <a:r>
              <a:rPr lang="es-PE" sz="2800" b="1" u="sng" dirty="0">
                <a:solidFill>
                  <a:srgbClr val="444444"/>
                </a:solidFill>
                <a:latin typeface="arial" panose="020B0604020202020204" pitchFamily="34" charset="0"/>
              </a:rPr>
              <a:t>Fotopolimerización</a:t>
            </a:r>
            <a:endParaRPr lang="es-PE" sz="2800" dirty="0"/>
          </a:p>
        </p:txBody>
      </p:sp>
      <p:sp>
        <p:nvSpPr>
          <p:cNvPr id="7" name="Rectángulo 6">
            <a:extLst>
              <a:ext uri="{FF2B5EF4-FFF2-40B4-BE49-F238E27FC236}">
                <a16:creationId xmlns:a16="http://schemas.microsoft.com/office/drawing/2014/main" id="{B55F217D-9E0F-4535-9CD0-2BC26D92DE96}"/>
              </a:ext>
            </a:extLst>
          </p:cNvPr>
          <p:cNvSpPr/>
          <p:nvPr/>
        </p:nvSpPr>
        <p:spPr>
          <a:xfrm>
            <a:off x="5317067" y="3697674"/>
            <a:ext cx="2619022" cy="954107"/>
          </a:xfrm>
          <a:prstGeom prst="rect">
            <a:avLst/>
          </a:prstGeom>
        </p:spPr>
        <p:txBody>
          <a:bodyPr wrap="square">
            <a:spAutoFit/>
          </a:bodyPr>
          <a:lstStyle/>
          <a:p>
            <a:pPr algn="just"/>
            <a:r>
              <a:rPr lang="es-ES" sz="1400" dirty="0">
                <a:latin typeface="arial" panose="020B0604020202020204" pitchFamily="34" charset="0"/>
              </a:rPr>
              <a:t>Ventajas</a:t>
            </a:r>
          </a:p>
          <a:p>
            <a:pPr algn="just"/>
            <a:r>
              <a:rPr lang="es-ES" sz="1400" dirty="0">
                <a:latin typeface="arial" panose="020B0604020202020204" pitchFamily="34" charset="0"/>
              </a:rPr>
              <a:t>Alta precisión y permite realizar figuras complejas con un acabado superficial suave. </a:t>
            </a:r>
          </a:p>
        </p:txBody>
      </p:sp>
      <p:sp>
        <p:nvSpPr>
          <p:cNvPr id="8" name="Rectángulo 7">
            <a:extLst>
              <a:ext uri="{FF2B5EF4-FFF2-40B4-BE49-F238E27FC236}">
                <a16:creationId xmlns:a16="http://schemas.microsoft.com/office/drawing/2014/main" id="{53C513AD-A22D-45F0-9A21-ED44BC9A5C0F}"/>
              </a:ext>
            </a:extLst>
          </p:cNvPr>
          <p:cNvSpPr/>
          <p:nvPr/>
        </p:nvSpPr>
        <p:spPr>
          <a:xfrm>
            <a:off x="662134" y="4112876"/>
            <a:ext cx="3695377" cy="954107"/>
          </a:xfrm>
          <a:prstGeom prst="rect">
            <a:avLst/>
          </a:prstGeom>
        </p:spPr>
        <p:txBody>
          <a:bodyPr wrap="square">
            <a:spAutoFit/>
          </a:bodyPr>
          <a:lstStyle/>
          <a:p>
            <a:r>
              <a:rPr lang="es-ES" sz="1400" b="1" dirty="0">
                <a:latin typeface="arial" panose="020B0604020202020204" pitchFamily="34" charset="0"/>
              </a:rPr>
              <a:t>Tipos de polimerización</a:t>
            </a:r>
          </a:p>
          <a:p>
            <a:r>
              <a:rPr lang="es-ES" sz="1400" b="1" dirty="0">
                <a:latin typeface="arial" panose="020B0604020202020204" pitchFamily="34" charset="0"/>
              </a:rPr>
              <a:t>SLA</a:t>
            </a:r>
            <a:r>
              <a:rPr lang="es-ES" sz="1400" dirty="0">
                <a:latin typeface="arial" panose="020B0604020202020204" pitchFamily="34" charset="0"/>
              </a:rPr>
              <a:t>: Sistema de estereolitografía.</a:t>
            </a:r>
            <a:endParaRPr lang="es-ES" sz="1400" dirty="0"/>
          </a:p>
          <a:p>
            <a:r>
              <a:rPr lang="es-ES" sz="1400" b="1" dirty="0">
                <a:latin typeface="arial" panose="020B0604020202020204" pitchFamily="34" charset="0"/>
              </a:rPr>
              <a:t>DLP</a:t>
            </a:r>
            <a:r>
              <a:rPr lang="es-ES" sz="1400" dirty="0">
                <a:latin typeface="arial" panose="020B0604020202020204" pitchFamily="34" charset="0"/>
              </a:rPr>
              <a:t>: Fotopolimerización por luz UV.</a:t>
            </a:r>
          </a:p>
          <a:p>
            <a:r>
              <a:rPr lang="es-ES" sz="1400" dirty="0">
                <a:latin typeface="arial" panose="020B0604020202020204" pitchFamily="34" charset="0"/>
              </a:rPr>
              <a:t>Fotopolimerización por absorción de fotones</a:t>
            </a:r>
            <a:endParaRPr lang="es-ES" sz="1400" dirty="0"/>
          </a:p>
        </p:txBody>
      </p:sp>
      <p:sp>
        <p:nvSpPr>
          <p:cNvPr id="2" name="Rectangle 1">
            <a:extLst>
              <a:ext uri="{FF2B5EF4-FFF2-40B4-BE49-F238E27FC236}">
                <a16:creationId xmlns:a16="http://schemas.microsoft.com/office/drawing/2014/main" id="{1D6BF03E-B0C5-43A3-879C-D21CAFAB9336}"/>
              </a:ext>
            </a:extLst>
          </p:cNvPr>
          <p:cNvSpPr>
            <a:spLocks noChangeArrowheads="1"/>
          </p:cNvSpPr>
          <p:nvPr/>
        </p:nvSpPr>
        <p:spPr bwMode="auto">
          <a:xfrm>
            <a:off x="5317067" y="1044415"/>
            <a:ext cx="5524982" cy="20928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300" b="0" i="0" u="none" strike="noStrike" cap="none" normalizeH="0" baseline="0" dirty="0">
                <a:ln>
                  <a:noFill/>
                </a:ln>
                <a:effectLst/>
                <a:latin typeface="PT Sans"/>
              </a:rPr>
              <a:t>Sistema de impresión 3D más antiguo.</a:t>
            </a:r>
          </a:p>
          <a:p>
            <a:pPr marL="0" marR="0" lvl="0" indent="0" algn="l" defTabSz="914400" rtl="0" eaLnBrk="0" fontAlgn="base" latinLnBrk="0" hangingPunct="0">
              <a:lnSpc>
                <a:spcPct val="100000"/>
              </a:lnSpc>
              <a:spcBef>
                <a:spcPct val="0"/>
              </a:spcBef>
              <a:spcAft>
                <a:spcPct val="0"/>
              </a:spcAft>
              <a:buClrTx/>
              <a:buSzTx/>
              <a:buFontTx/>
              <a:buNone/>
              <a:tabLst/>
            </a:pPr>
            <a:endParaRPr lang="es-PE" altLang="es-PE" sz="1300" dirty="0">
              <a:latin typeface="PT Sans"/>
            </a:endParaRPr>
          </a:p>
          <a:p>
            <a:pPr marL="0" marR="0" lvl="0" indent="0" algn="l" defTabSz="914400" rtl="0" eaLnBrk="0" fontAlgn="base" latinLnBrk="0" hangingPunct="0">
              <a:lnSpc>
                <a:spcPct val="100000"/>
              </a:lnSpc>
              <a:spcBef>
                <a:spcPct val="0"/>
              </a:spcBef>
              <a:spcAft>
                <a:spcPct val="0"/>
              </a:spcAft>
              <a:buClrTx/>
              <a:buSzTx/>
              <a:buFontTx/>
              <a:buNone/>
              <a:tabLst/>
            </a:pPr>
            <a:r>
              <a:rPr lang="es-PE" altLang="es-PE" sz="1300" dirty="0">
                <a:latin typeface="PT Sans"/>
              </a:rPr>
              <a:t>C</a:t>
            </a:r>
            <a:r>
              <a:rPr kumimoji="0" lang="es-PE" altLang="es-PE" sz="1300" b="0" i="0" u="none" strike="noStrike" cap="none" normalizeH="0" baseline="0" dirty="0">
                <a:ln>
                  <a:noFill/>
                </a:ln>
                <a:effectLst/>
                <a:latin typeface="PT Sans"/>
              </a:rPr>
              <a:t>onsiste en el endurecimiento(curado o solidificación) selectivo de una resina líquida  </a:t>
            </a:r>
            <a:r>
              <a:rPr kumimoji="0" lang="es-PE" altLang="es-PE" sz="1300" b="0" i="0" u="none" strike="noStrike" cap="none" normalizeH="0" baseline="0" dirty="0" err="1">
                <a:ln>
                  <a:noFill/>
                </a:ln>
                <a:effectLst/>
                <a:latin typeface="PT Sans"/>
              </a:rPr>
              <a:t>fotopolimérica</a:t>
            </a:r>
            <a:r>
              <a:rPr kumimoji="0" lang="es-PE" altLang="es-PE" sz="1300" b="0" i="0" u="none" strike="noStrike" cap="none" normalizeH="0" baseline="0" dirty="0">
                <a:ln>
                  <a:noFill/>
                </a:ln>
                <a:effectLst/>
                <a:latin typeface="PT Sans"/>
              </a:rPr>
              <a:t> contenida en una cubeta</a:t>
            </a:r>
          </a:p>
          <a:p>
            <a:pPr marL="0" marR="0" lvl="0" indent="0" algn="l" defTabSz="914400" rtl="0" eaLnBrk="0" fontAlgn="base" latinLnBrk="0" hangingPunct="0">
              <a:lnSpc>
                <a:spcPct val="100000"/>
              </a:lnSpc>
              <a:spcBef>
                <a:spcPct val="0"/>
              </a:spcBef>
              <a:spcAft>
                <a:spcPct val="0"/>
              </a:spcAft>
              <a:buClrTx/>
              <a:buSzTx/>
              <a:buFontTx/>
              <a:buNone/>
              <a:tabLst/>
            </a:pPr>
            <a:r>
              <a:rPr lang="es-PE" altLang="es-PE" sz="1300" dirty="0">
                <a:latin typeface="PT Sans"/>
              </a:rPr>
              <a:t>El endurecimiento se consigue</a:t>
            </a:r>
            <a:r>
              <a:rPr kumimoji="0" lang="es-PE" altLang="es-PE" sz="1300" b="0" i="0" u="none" strike="noStrike" cap="none" normalizeH="0" baseline="0" dirty="0">
                <a:ln>
                  <a:noFill/>
                </a:ln>
                <a:effectLst/>
                <a:latin typeface="PT Sans"/>
              </a:rPr>
              <a:t> mediante exposición selectiva  a la luz, la cual inicia el proceso de polimerización.</a:t>
            </a:r>
          </a:p>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300" b="0" i="0" u="none" strike="noStrike" cap="none" normalizeH="0" baseline="0" dirty="0">
                <a:ln>
                  <a:noFill/>
                </a:ln>
                <a:effectLst/>
                <a:latin typeface="PT Sans"/>
              </a:rPr>
              <a:t>.</a:t>
            </a:r>
            <a:endParaRPr kumimoji="0" lang="es-PE" altLang="es-PE" sz="11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300" b="0" i="0" u="none" strike="noStrike" cap="none" normalizeH="0" baseline="0" dirty="0">
                <a:ln>
                  <a:noFill/>
                </a:ln>
                <a:effectLst/>
                <a:latin typeface="PT Sans"/>
              </a:rPr>
              <a:t>Las tecnologías de impresión 3D cuentan con infinidad de aplicaciones dependiendo del sector al que se destinen, aunque las puedo resumir, según el uso de las piezas fabricadas mediante esta técnica, como</a:t>
            </a:r>
            <a:endParaRPr kumimoji="0" lang="es-PE" altLang="es-PE" sz="1800" b="0" i="0" u="none" strike="noStrike" cap="none" normalizeH="0" baseline="0" dirty="0">
              <a:ln>
                <a:noFill/>
              </a:ln>
              <a:effectLst/>
            </a:endParaRPr>
          </a:p>
        </p:txBody>
      </p:sp>
      <p:sp>
        <p:nvSpPr>
          <p:cNvPr id="3" name="Rectángulo 2">
            <a:extLst>
              <a:ext uri="{FF2B5EF4-FFF2-40B4-BE49-F238E27FC236}">
                <a16:creationId xmlns:a16="http://schemas.microsoft.com/office/drawing/2014/main" id="{63A61CC5-26FA-4585-8281-EC49C57B7785}"/>
              </a:ext>
            </a:extLst>
          </p:cNvPr>
          <p:cNvSpPr/>
          <p:nvPr/>
        </p:nvSpPr>
        <p:spPr>
          <a:xfrm>
            <a:off x="8541419" y="4420652"/>
            <a:ext cx="2818943" cy="646331"/>
          </a:xfrm>
          <a:prstGeom prst="rect">
            <a:avLst/>
          </a:prstGeom>
        </p:spPr>
        <p:txBody>
          <a:bodyPr wrap="square">
            <a:spAutoFit/>
          </a:bodyPr>
          <a:lstStyle/>
          <a:p>
            <a:pPr algn="just"/>
            <a:r>
              <a:rPr lang="es-ES" dirty="0">
                <a:latin typeface="arial" panose="020B0604020202020204" pitchFamily="34" charset="0"/>
              </a:rPr>
              <a:t>Material utilizado:</a:t>
            </a:r>
          </a:p>
          <a:p>
            <a:pPr algn="just"/>
            <a:r>
              <a:rPr lang="es-ES" dirty="0">
                <a:latin typeface="arial" panose="020B0604020202020204" pitchFamily="34" charset="0"/>
              </a:rPr>
              <a:t>Resinas </a:t>
            </a:r>
            <a:r>
              <a:rPr lang="es-ES" dirty="0" err="1">
                <a:latin typeface="arial" panose="020B0604020202020204" pitchFamily="34" charset="0"/>
              </a:rPr>
              <a:t>fotocurables</a:t>
            </a:r>
            <a:r>
              <a:rPr lang="es-ES" dirty="0">
                <a:latin typeface="arial" panose="020B0604020202020204" pitchFamily="34" charset="0"/>
              </a:rPr>
              <a:t> UV.</a:t>
            </a:r>
            <a:endParaRPr lang="es-ES" dirty="0"/>
          </a:p>
        </p:txBody>
      </p:sp>
      <p:sp>
        <p:nvSpPr>
          <p:cNvPr id="4" name="Rectángulo 3">
            <a:extLst>
              <a:ext uri="{FF2B5EF4-FFF2-40B4-BE49-F238E27FC236}">
                <a16:creationId xmlns:a16="http://schemas.microsoft.com/office/drawing/2014/main" id="{1F752465-00E4-476C-B7BE-83532EB6A6B6}"/>
              </a:ext>
            </a:extLst>
          </p:cNvPr>
          <p:cNvSpPr/>
          <p:nvPr/>
        </p:nvSpPr>
        <p:spPr>
          <a:xfrm>
            <a:off x="4357511" y="6456082"/>
            <a:ext cx="3251403" cy="369332"/>
          </a:xfrm>
          <a:prstGeom prst="rect">
            <a:avLst/>
          </a:prstGeom>
        </p:spPr>
        <p:txBody>
          <a:bodyPr wrap="none">
            <a:spAutoFit/>
          </a:bodyPr>
          <a:lstStyle/>
          <a:p>
            <a:r>
              <a:rPr lang="es-PE" dirty="0"/>
              <a:t>https://youtu.be/Z3KZUwn_7ns</a:t>
            </a:r>
          </a:p>
        </p:txBody>
      </p:sp>
    </p:spTree>
    <p:extLst>
      <p:ext uri="{BB962C8B-B14F-4D97-AF65-F5344CB8AC3E}">
        <p14:creationId xmlns:p14="http://schemas.microsoft.com/office/powerpoint/2010/main" val="1647979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FD9D08B-4BA9-40AB-A34F-BB115B5A94E2}"/>
              </a:ext>
            </a:extLst>
          </p:cNvPr>
          <p:cNvSpPr/>
          <p:nvPr/>
        </p:nvSpPr>
        <p:spPr>
          <a:xfrm>
            <a:off x="980660" y="538689"/>
            <a:ext cx="10442713" cy="2123658"/>
          </a:xfrm>
          <a:prstGeom prst="rect">
            <a:avLst/>
          </a:prstGeom>
        </p:spPr>
        <p:txBody>
          <a:bodyPr wrap="square">
            <a:spAutoFit/>
          </a:bodyPr>
          <a:lstStyle/>
          <a:p>
            <a:r>
              <a:rPr lang="es-ES" sz="2200" b="1" dirty="0">
                <a:solidFill>
                  <a:srgbClr val="292B37"/>
                </a:solidFill>
                <a:latin typeface="Work Sans"/>
              </a:rPr>
              <a:t>Estereolitografía – SLA y </a:t>
            </a:r>
            <a:r>
              <a:rPr lang="es-ES" sz="2200" b="1" dirty="0" err="1">
                <a:solidFill>
                  <a:srgbClr val="292B37"/>
                </a:solidFill>
                <a:latin typeface="Work Sans"/>
              </a:rPr>
              <a:t>Selective</a:t>
            </a:r>
            <a:r>
              <a:rPr lang="es-ES" sz="2200" b="1" dirty="0">
                <a:solidFill>
                  <a:srgbClr val="292B37"/>
                </a:solidFill>
                <a:latin typeface="Work Sans"/>
              </a:rPr>
              <a:t> Láser </a:t>
            </a:r>
            <a:r>
              <a:rPr lang="es-ES" sz="2200" b="1" dirty="0" err="1">
                <a:solidFill>
                  <a:srgbClr val="292B37"/>
                </a:solidFill>
                <a:latin typeface="Work Sans"/>
              </a:rPr>
              <a:t>Sintering</a:t>
            </a:r>
            <a:r>
              <a:rPr lang="es-ES" sz="2200" b="1" dirty="0">
                <a:solidFill>
                  <a:srgbClr val="292B37"/>
                </a:solidFill>
                <a:latin typeface="Work Sans"/>
              </a:rPr>
              <a:t> - SLS</a:t>
            </a:r>
            <a:endParaRPr lang="es-ES" sz="2400" dirty="0">
              <a:solidFill>
                <a:srgbClr val="292B37"/>
              </a:solidFill>
              <a:latin typeface="Work Sans"/>
            </a:endParaRPr>
          </a:p>
          <a:p>
            <a:pPr algn="just"/>
            <a:endParaRPr lang="es-ES" dirty="0">
              <a:solidFill>
                <a:srgbClr val="292B37"/>
              </a:solidFill>
              <a:latin typeface="Work Sans"/>
            </a:endParaRPr>
          </a:p>
          <a:p>
            <a:pPr algn="just"/>
            <a:r>
              <a:rPr lang="es-ES" dirty="0">
                <a:solidFill>
                  <a:srgbClr val="292B37"/>
                </a:solidFill>
                <a:latin typeface="Work Sans"/>
              </a:rPr>
              <a:t>La fotopolimerización ocurre cuando expones una resina líquida fotosensible a una fuente de luz. Cuando la fuente de luz es controlada, puedes dar forma a un objeto.</a:t>
            </a:r>
            <a:endParaRPr lang="es-ES" dirty="0">
              <a:solidFill>
                <a:srgbClr val="8F919B"/>
              </a:solidFill>
              <a:latin typeface="Work Sans"/>
            </a:endParaRPr>
          </a:p>
          <a:p>
            <a:pPr algn="just"/>
            <a:r>
              <a:rPr lang="es-ES" dirty="0">
                <a:solidFill>
                  <a:srgbClr val="292B37"/>
                </a:solidFill>
                <a:latin typeface="Work Sans"/>
              </a:rPr>
              <a:t>Esta tecnología contiene resina líquida dentro de un tanque y mediante el movimiento de una plataforma que sube y baja, va solidificando una capa de material a la vez con ayuda de un láser (SLA).</a:t>
            </a:r>
            <a:endParaRPr lang="es-ES" dirty="0">
              <a:solidFill>
                <a:srgbClr val="8F919B"/>
              </a:solidFill>
              <a:latin typeface="Work Sans"/>
            </a:endParaRPr>
          </a:p>
          <a:p>
            <a:pPr algn="just"/>
            <a:r>
              <a:rPr lang="es-ES" b="1" dirty="0">
                <a:solidFill>
                  <a:srgbClr val="292B37"/>
                </a:solidFill>
                <a:latin typeface="Work Sans"/>
              </a:rPr>
              <a:t>Ideal para hacer pequeños detalles o acabados superficiales muy lisos e incluso transparentes.</a:t>
            </a:r>
            <a:endParaRPr lang="es-ES" b="0" i="0" dirty="0">
              <a:solidFill>
                <a:srgbClr val="8F919B"/>
              </a:solidFill>
              <a:effectLst/>
              <a:latin typeface="Work Sans"/>
            </a:endParaRPr>
          </a:p>
        </p:txBody>
      </p:sp>
      <p:sp>
        <p:nvSpPr>
          <p:cNvPr id="5" name="Rectángulo 4">
            <a:extLst>
              <a:ext uri="{FF2B5EF4-FFF2-40B4-BE49-F238E27FC236}">
                <a16:creationId xmlns:a16="http://schemas.microsoft.com/office/drawing/2014/main" id="{9E81E4C3-9123-4B3F-A1E9-44A2E4F7D6E8}"/>
              </a:ext>
            </a:extLst>
          </p:cNvPr>
          <p:cNvSpPr/>
          <p:nvPr/>
        </p:nvSpPr>
        <p:spPr>
          <a:xfrm>
            <a:off x="980660" y="3138006"/>
            <a:ext cx="6069496" cy="3139321"/>
          </a:xfrm>
          <a:prstGeom prst="rect">
            <a:avLst/>
          </a:prstGeom>
        </p:spPr>
        <p:txBody>
          <a:bodyPr wrap="square">
            <a:spAutoFit/>
          </a:bodyPr>
          <a:lstStyle/>
          <a:p>
            <a:pPr algn="just"/>
            <a:r>
              <a:rPr lang="es-ES" dirty="0">
                <a:solidFill>
                  <a:srgbClr val="333333"/>
                </a:solidFill>
                <a:latin typeface="Charter"/>
              </a:rPr>
              <a:t>Se consigue mayor precisión de las piezas imprimidas y un ahorro en tiempo de impresión.</a:t>
            </a:r>
          </a:p>
          <a:p>
            <a:pPr algn="just"/>
            <a:r>
              <a:rPr lang="es-ES" dirty="0">
                <a:solidFill>
                  <a:srgbClr val="333333"/>
                </a:solidFill>
                <a:latin typeface="Charter"/>
              </a:rPr>
              <a:t>La tecnología SLA o </a:t>
            </a:r>
            <a:r>
              <a:rPr lang="es-ES" b="1" dirty="0">
                <a:solidFill>
                  <a:srgbClr val="333333"/>
                </a:solidFill>
                <a:latin typeface="Charter"/>
              </a:rPr>
              <a:t>estereolitografía</a:t>
            </a:r>
            <a:r>
              <a:rPr lang="es-ES" dirty="0">
                <a:solidFill>
                  <a:srgbClr val="333333"/>
                </a:solidFill>
                <a:latin typeface="Charter"/>
              </a:rPr>
              <a:t> nació antes que la tecnología FDM y FFF de la mano de Charles Hull. </a:t>
            </a:r>
          </a:p>
          <a:p>
            <a:pPr algn="just"/>
            <a:r>
              <a:rPr lang="es-ES" dirty="0">
                <a:solidFill>
                  <a:srgbClr val="333333"/>
                </a:solidFill>
                <a:latin typeface="Charter"/>
              </a:rPr>
              <a:t>Una impresora de SLA tiene un funcionamiento también capa a capa pero a diferencia del método anterior en esta ocasión se parte de una base que se va sumergiendo (o saliendo) capa a capa en un baño de resina </a:t>
            </a:r>
            <a:r>
              <a:rPr lang="es-ES" dirty="0" err="1">
                <a:solidFill>
                  <a:srgbClr val="333333"/>
                </a:solidFill>
                <a:latin typeface="Charter"/>
              </a:rPr>
              <a:t>fotocurable</a:t>
            </a:r>
            <a:r>
              <a:rPr lang="es-ES" dirty="0">
                <a:solidFill>
                  <a:srgbClr val="333333"/>
                </a:solidFill>
                <a:latin typeface="Charter"/>
              </a:rPr>
              <a:t>. El láser de luz ultravioleta activa la curación de la resina líquida, solidificándola. En ese momento la base se desplaza hacia abajo para que el láser vuelva a ejercer su acción.</a:t>
            </a:r>
            <a:r>
              <a:rPr lang="es-ES" dirty="0"/>
              <a:t> </a:t>
            </a:r>
            <a:endParaRPr lang="es-ES" b="0" i="0" dirty="0">
              <a:solidFill>
                <a:srgbClr val="333333"/>
              </a:solidFill>
              <a:effectLst/>
              <a:latin typeface="Charter"/>
            </a:endParaRPr>
          </a:p>
        </p:txBody>
      </p:sp>
      <p:pic>
        <p:nvPicPr>
          <p:cNvPr id="2" name="Imagen 1">
            <a:extLst>
              <a:ext uri="{FF2B5EF4-FFF2-40B4-BE49-F238E27FC236}">
                <a16:creationId xmlns:a16="http://schemas.microsoft.com/office/drawing/2014/main" id="{5A482E42-D794-4149-9EFD-BF550ED51512}"/>
              </a:ext>
            </a:extLst>
          </p:cNvPr>
          <p:cNvPicPr>
            <a:picLocks noChangeAspect="1"/>
          </p:cNvPicPr>
          <p:nvPr/>
        </p:nvPicPr>
        <p:blipFill>
          <a:blip r:embed="rId2"/>
          <a:stretch>
            <a:fillRect/>
          </a:stretch>
        </p:blipFill>
        <p:spPr>
          <a:xfrm>
            <a:off x="7474226" y="2907218"/>
            <a:ext cx="3737114" cy="3329429"/>
          </a:xfrm>
          <a:prstGeom prst="rect">
            <a:avLst/>
          </a:prstGeom>
        </p:spPr>
      </p:pic>
      <p:sp>
        <p:nvSpPr>
          <p:cNvPr id="3" name="Rectángulo 2">
            <a:extLst>
              <a:ext uri="{FF2B5EF4-FFF2-40B4-BE49-F238E27FC236}">
                <a16:creationId xmlns:a16="http://schemas.microsoft.com/office/drawing/2014/main" id="{DBBC06B1-A104-44E2-92BD-E627AB143AE5}"/>
              </a:ext>
            </a:extLst>
          </p:cNvPr>
          <p:cNvSpPr/>
          <p:nvPr/>
        </p:nvSpPr>
        <p:spPr>
          <a:xfrm>
            <a:off x="4824429" y="63030"/>
            <a:ext cx="4250266" cy="523220"/>
          </a:xfrm>
          <a:prstGeom prst="rect">
            <a:avLst/>
          </a:prstGeom>
        </p:spPr>
        <p:txBody>
          <a:bodyPr wrap="none">
            <a:spAutoFit/>
          </a:bodyPr>
          <a:lstStyle/>
          <a:p>
            <a:r>
              <a:rPr lang="es-ES" sz="2800" b="1" dirty="0">
                <a:solidFill>
                  <a:srgbClr val="292B37"/>
                </a:solidFill>
                <a:latin typeface="Work Sans"/>
              </a:rPr>
              <a:t>AM por Fotopolimerización</a:t>
            </a:r>
            <a:endParaRPr lang="es-PE" sz="2800" dirty="0"/>
          </a:p>
        </p:txBody>
      </p:sp>
    </p:spTree>
    <p:extLst>
      <p:ext uri="{BB962C8B-B14F-4D97-AF65-F5344CB8AC3E}">
        <p14:creationId xmlns:p14="http://schemas.microsoft.com/office/powerpoint/2010/main" val="3665031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719D4B8-16A1-4D9A-8A09-F711115E1F6C}"/>
              </a:ext>
            </a:extLst>
          </p:cNvPr>
          <p:cNvSpPr/>
          <p:nvPr/>
        </p:nvSpPr>
        <p:spPr>
          <a:xfrm>
            <a:off x="1020416" y="843677"/>
            <a:ext cx="6096000" cy="2585323"/>
          </a:xfrm>
          <a:prstGeom prst="rect">
            <a:avLst/>
          </a:prstGeom>
        </p:spPr>
        <p:txBody>
          <a:bodyPr>
            <a:spAutoFit/>
          </a:bodyPr>
          <a:lstStyle/>
          <a:p>
            <a:pPr algn="just"/>
            <a:r>
              <a:rPr lang="es-ES" b="1" dirty="0">
                <a:solidFill>
                  <a:srgbClr val="292B37"/>
                </a:solidFill>
                <a:latin typeface="Work Sans"/>
              </a:rPr>
              <a:t>Ideal para fabricar prototipos</a:t>
            </a:r>
            <a:r>
              <a:rPr lang="es-ES" dirty="0">
                <a:solidFill>
                  <a:srgbClr val="292B37"/>
                </a:solidFill>
                <a:latin typeface="Work Sans"/>
              </a:rPr>
              <a:t>. La tecnología hace uso principalmente de resinas </a:t>
            </a:r>
            <a:r>
              <a:rPr lang="es-ES" dirty="0" err="1">
                <a:solidFill>
                  <a:srgbClr val="292B37"/>
                </a:solidFill>
                <a:latin typeface="Work Sans"/>
              </a:rPr>
              <a:t>fotocurables</a:t>
            </a:r>
            <a:r>
              <a:rPr lang="es-ES" dirty="0">
                <a:solidFill>
                  <a:srgbClr val="292B37"/>
                </a:solidFill>
                <a:latin typeface="Work Sans"/>
              </a:rPr>
              <a:t> que son depositadas por medio de goteo a través de cabezales de inyección (parecidas a la de una impresora de tinta) en lugares específicos y que se va solidificando una capa a la vez.</a:t>
            </a:r>
            <a:endParaRPr lang="es-ES" dirty="0">
              <a:solidFill>
                <a:srgbClr val="8F919B"/>
              </a:solidFill>
              <a:latin typeface="Work Sans"/>
            </a:endParaRPr>
          </a:p>
          <a:p>
            <a:pPr algn="just"/>
            <a:r>
              <a:rPr lang="es-ES" dirty="0">
                <a:solidFill>
                  <a:srgbClr val="292B37"/>
                </a:solidFill>
                <a:latin typeface="Work Sans"/>
              </a:rPr>
              <a:t>La naturaleza de este proceso, permite fabricar piezas en </a:t>
            </a:r>
            <a:r>
              <a:rPr lang="es-ES" dirty="0" err="1">
                <a:solidFill>
                  <a:srgbClr val="292B37"/>
                </a:solidFill>
                <a:latin typeface="Work Sans"/>
              </a:rPr>
              <a:t>multimateriales</a:t>
            </a:r>
            <a:r>
              <a:rPr lang="es-ES" dirty="0">
                <a:solidFill>
                  <a:srgbClr val="292B37"/>
                </a:solidFill>
                <a:latin typeface="Work Sans"/>
              </a:rPr>
              <a:t> y multicolores, combinando materiales sólidos, con flexibles y transparentes. La tecnología </a:t>
            </a:r>
            <a:r>
              <a:rPr lang="es-ES" dirty="0" err="1">
                <a:solidFill>
                  <a:srgbClr val="292B37"/>
                </a:solidFill>
                <a:latin typeface="Work Sans"/>
              </a:rPr>
              <a:t>Polyjet</a:t>
            </a:r>
            <a:r>
              <a:rPr lang="es-ES" dirty="0">
                <a:solidFill>
                  <a:srgbClr val="292B37"/>
                </a:solidFill>
                <a:latin typeface="Work Sans"/>
              </a:rPr>
              <a:t> (PJ) va colocando las gotas y solidificando.</a:t>
            </a:r>
            <a:endParaRPr lang="es-ES" b="0" i="0" dirty="0">
              <a:solidFill>
                <a:srgbClr val="8F919B"/>
              </a:solidFill>
              <a:effectLst/>
              <a:latin typeface="Work Sans"/>
            </a:endParaRPr>
          </a:p>
        </p:txBody>
      </p:sp>
      <p:sp>
        <p:nvSpPr>
          <p:cNvPr id="5" name="Rectángulo 4">
            <a:extLst>
              <a:ext uri="{FF2B5EF4-FFF2-40B4-BE49-F238E27FC236}">
                <a16:creationId xmlns:a16="http://schemas.microsoft.com/office/drawing/2014/main" id="{B2F376F9-79AC-4C0D-B50A-EA13D60B1D0A}"/>
              </a:ext>
            </a:extLst>
          </p:cNvPr>
          <p:cNvSpPr/>
          <p:nvPr/>
        </p:nvSpPr>
        <p:spPr>
          <a:xfrm>
            <a:off x="1020416" y="3928840"/>
            <a:ext cx="6096000" cy="2031325"/>
          </a:xfrm>
          <a:prstGeom prst="rect">
            <a:avLst/>
          </a:prstGeom>
        </p:spPr>
        <p:txBody>
          <a:bodyPr>
            <a:spAutoFit/>
          </a:bodyPr>
          <a:lstStyle/>
          <a:p>
            <a:r>
              <a:rPr lang="es-ES" dirty="0">
                <a:solidFill>
                  <a:srgbClr val="333333"/>
                </a:solidFill>
                <a:latin typeface="Charter"/>
              </a:rPr>
              <a:t>La primera de ellas es </a:t>
            </a:r>
            <a:r>
              <a:rPr lang="es-ES" b="1" dirty="0" err="1">
                <a:solidFill>
                  <a:srgbClr val="333333"/>
                </a:solidFill>
                <a:latin typeface="Charter"/>
              </a:rPr>
              <a:t>PolyJet</a:t>
            </a:r>
            <a:r>
              <a:rPr lang="es-ES" b="1" dirty="0">
                <a:solidFill>
                  <a:srgbClr val="333333"/>
                </a:solidFill>
                <a:latin typeface="Charter"/>
              </a:rPr>
              <a:t> </a:t>
            </a:r>
            <a:r>
              <a:rPr lang="es-ES" b="1" dirty="0" err="1">
                <a:solidFill>
                  <a:srgbClr val="333333"/>
                </a:solidFill>
                <a:latin typeface="Charter"/>
              </a:rPr>
              <a:t>photopolymer</a:t>
            </a:r>
            <a:r>
              <a:rPr lang="es-ES" dirty="0">
                <a:solidFill>
                  <a:srgbClr val="333333"/>
                </a:solidFill>
                <a:latin typeface="Charter"/>
              </a:rPr>
              <a:t>, desarrollada por </a:t>
            </a:r>
            <a:r>
              <a:rPr lang="es-ES" dirty="0" err="1">
                <a:solidFill>
                  <a:srgbClr val="333333"/>
                </a:solidFill>
                <a:latin typeface="Charter"/>
              </a:rPr>
              <a:t>Objet</a:t>
            </a:r>
            <a:r>
              <a:rPr lang="es-ES" dirty="0">
                <a:solidFill>
                  <a:srgbClr val="333333"/>
                </a:solidFill>
                <a:latin typeface="Charter"/>
              </a:rPr>
              <a:t> (adquirida por </a:t>
            </a:r>
            <a:r>
              <a:rPr lang="es-ES" dirty="0" err="1">
                <a:solidFill>
                  <a:srgbClr val="333333"/>
                </a:solidFill>
                <a:latin typeface="Charter"/>
              </a:rPr>
              <a:t>Stratasys</a:t>
            </a:r>
            <a:r>
              <a:rPr lang="es-ES" dirty="0">
                <a:solidFill>
                  <a:srgbClr val="333333"/>
                </a:solidFill>
                <a:latin typeface="Charter"/>
              </a:rPr>
              <a:t>) y que se asemeja a la manera en la que las impresoras de tinta depositan la tinta. Un fotopolímero líquido se expulsa y entonces se solidifica gracias a una luz ultravioleta. La impresión se realiza capa a capa.</a:t>
            </a:r>
            <a:r>
              <a:rPr lang="es-ES" dirty="0"/>
              <a:t> En teoría esta tecnología permitiría hacer uso de distintos materiales y colores de manera simultánea capa a capa.</a:t>
            </a:r>
            <a:endParaRPr lang="es-ES" b="0" i="0" dirty="0">
              <a:solidFill>
                <a:srgbClr val="333333"/>
              </a:solidFill>
              <a:effectLst/>
              <a:latin typeface="Charter"/>
            </a:endParaRPr>
          </a:p>
        </p:txBody>
      </p:sp>
      <p:sp>
        <p:nvSpPr>
          <p:cNvPr id="6" name="Rectángulo 5">
            <a:extLst>
              <a:ext uri="{FF2B5EF4-FFF2-40B4-BE49-F238E27FC236}">
                <a16:creationId xmlns:a16="http://schemas.microsoft.com/office/drawing/2014/main" id="{0DEFC6D8-DDD9-4372-A460-587720F8D7C3}"/>
              </a:ext>
            </a:extLst>
          </p:cNvPr>
          <p:cNvSpPr/>
          <p:nvPr/>
        </p:nvSpPr>
        <p:spPr>
          <a:xfrm>
            <a:off x="8138909" y="5775499"/>
            <a:ext cx="3414909" cy="369332"/>
          </a:xfrm>
          <a:prstGeom prst="rect">
            <a:avLst/>
          </a:prstGeom>
        </p:spPr>
        <p:txBody>
          <a:bodyPr wrap="none">
            <a:spAutoFit/>
          </a:bodyPr>
          <a:lstStyle/>
          <a:p>
            <a:r>
              <a:rPr lang="es-PE" dirty="0"/>
              <a:t>https://youtu.be/MuDDBqmxO3o</a:t>
            </a:r>
          </a:p>
        </p:txBody>
      </p:sp>
      <p:sp>
        <p:nvSpPr>
          <p:cNvPr id="2" name="Rectángulo 1">
            <a:extLst>
              <a:ext uri="{FF2B5EF4-FFF2-40B4-BE49-F238E27FC236}">
                <a16:creationId xmlns:a16="http://schemas.microsoft.com/office/drawing/2014/main" id="{6395763F-DB00-4721-AB9D-04DDC4187406}"/>
              </a:ext>
            </a:extLst>
          </p:cNvPr>
          <p:cNvSpPr/>
          <p:nvPr/>
        </p:nvSpPr>
        <p:spPr>
          <a:xfrm>
            <a:off x="8472012" y="-1757"/>
            <a:ext cx="3081806" cy="646331"/>
          </a:xfrm>
          <a:prstGeom prst="rect">
            <a:avLst/>
          </a:prstGeom>
        </p:spPr>
        <p:txBody>
          <a:bodyPr wrap="none">
            <a:spAutoFit/>
          </a:bodyPr>
          <a:lstStyle/>
          <a:p>
            <a:r>
              <a:rPr lang="es-ES" sz="3600" b="1" dirty="0" err="1">
                <a:solidFill>
                  <a:srgbClr val="292B37"/>
                </a:solidFill>
                <a:latin typeface="Work Sans"/>
              </a:rPr>
              <a:t>PolyJet</a:t>
            </a:r>
            <a:r>
              <a:rPr lang="es-ES" sz="3600" b="1" dirty="0">
                <a:solidFill>
                  <a:srgbClr val="292B37"/>
                </a:solidFill>
                <a:latin typeface="Work Sans"/>
              </a:rPr>
              <a:t> (PJ, MJ)</a:t>
            </a:r>
            <a:endParaRPr lang="es-ES" sz="3600" dirty="0">
              <a:solidFill>
                <a:srgbClr val="292B37"/>
              </a:solidFill>
              <a:latin typeface="Work Sans"/>
            </a:endParaRPr>
          </a:p>
        </p:txBody>
      </p:sp>
      <p:sp>
        <p:nvSpPr>
          <p:cNvPr id="3" name="Rectángulo 2">
            <a:extLst>
              <a:ext uri="{FF2B5EF4-FFF2-40B4-BE49-F238E27FC236}">
                <a16:creationId xmlns:a16="http://schemas.microsoft.com/office/drawing/2014/main" id="{F0D170F4-3653-4971-8322-985A58228BBC}"/>
              </a:ext>
            </a:extLst>
          </p:cNvPr>
          <p:cNvSpPr/>
          <p:nvPr/>
        </p:nvSpPr>
        <p:spPr>
          <a:xfrm>
            <a:off x="8138909" y="5469263"/>
            <a:ext cx="3383042" cy="369332"/>
          </a:xfrm>
          <a:prstGeom prst="rect">
            <a:avLst/>
          </a:prstGeom>
        </p:spPr>
        <p:txBody>
          <a:bodyPr wrap="none">
            <a:spAutoFit/>
          </a:bodyPr>
          <a:lstStyle/>
          <a:p>
            <a:r>
              <a:rPr lang="es-PE" dirty="0"/>
              <a:t>https://youtu.be/Ce_wNOkoHVY</a:t>
            </a:r>
          </a:p>
        </p:txBody>
      </p:sp>
      <p:sp>
        <p:nvSpPr>
          <p:cNvPr id="7" name="Rectángulo 6">
            <a:extLst>
              <a:ext uri="{FF2B5EF4-FFF2-40B4-BE49-F238E27FC236}">
                <a16:creationId xmlns:a16="http://schemas.microsoft.com/office/drawing/2014/main" id="{CED526D9-E05F-4570-B837-47DE997D0A6F}"/>
              </a:ext>
            </a:extLst>
          </p:cNvPr>
          <p:cNvSpPr/>
          <p:nvPr/>
        </p:nvSpPr>
        <p:spPr>
          <a:xfrm>
            <a:off x="3970867" y="59799"/>
            <a:ext cx="4250266" cy="523220"/>
          </a:xfrm>
          <a:prstGeom prst="rect">
            <a:avLst/>
          </a:prstGeom>
        </p:spPr>
        <p:txBody>
          <a:bodyPr wrap="none">
            <a:spAutoFit/>
          </a:bodyPr>
          <a:lstStyle/>
          <a:p>
            <a:r>
              <a:rPr lang="es-ES" sz="2800" b="1" dirty="0">
                <a:solidFill>
                  <a:srgbClr val="292B37"/>
                </a:solidFill>
                <a:latin typeface="Work Sans"/>
              </a:rPr>
              <a:t>AM por Fotopolimerización</a:t>
            </a:r>
            <a:endParaRPr lang="es-PE" sz="2800" dirty="0"/>
          </a:p>
        </p:txBody>
      </p:sp>
    </p:spTree>
    <p:extLst>
      <p:ext uri="{BB962C8B-B14F-4D97-AF65-F5344CB8AC3E}">
        <p14:creationId xmlns:p14="http://schemas.microsoft.com/office/powerpoint/2010/main" val="3652744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ECBC0C13-2941-415D-B432-6E1959C3EA49}"/>
              </a:ext>
            </a:extLst>
          </p:cNvPr>
          <p:cNvSpPr/>
          <p:nvPr/>
        </p:nvSpPr>
        <p:spPr>
          <a:xfrm>
            <a:off x="994712" y="1440310"/>
            <a:ext cx="5326576" cy="3693319"/>
          </a:xfrm>
          <a:prstGeom prst="rect">
            <a:avLst/>
          </a:prstGeom>
        </p:spPr>
        <p:txBody>
          <a:bodyPr wrap="square">
            <a:spAutoFit/>
          </a:bodyPr>
          <a:lstStyle/>
          <a:p>
            <a:pPr algn="just"/>
            <a:r>
              <a:rPr lang="es-ES" b="1" dirty="0">
                <a:solidFill>
                  <a:srgbClr val="292B37"/>
                </a:solidFill>
                <a:latin typeface="Work Sans"/>
              </a:rPr>
              <a:t>Esta tecnología es capaz de fabricar piezas completamente sólidas</a:t>
            </a:r>
            <a:r>
              <a:rPr lang="es-ES" dirty="0">
                <a:solidFill>
                  <a:srgbClr val="292B37"/>
                </a:solidFill>
                <a:latin typeface="Work Sans"/>
              </a:rPr>
              <a:t> mediante la sinterización o fundición de partículas de polvo plástico. Va dosificando un polvo muy fino de material en una cama plana que se funde por un láser y se solidifica el material necesario para ser cubierto después con una nueva capa de polvo.</a:t>
            </a:r>
            <a:endParaRPr lang="es-ES" dirty="0">
              <a:solidFill>
                <a:srgbClr val="8F919B"/>
              </a:solidFill>
              <a:latin typeface="Work Sans"/>
            </a:endParaRPr>
          </a:p>
          <a:p>
            <a:pPr algn="just"/>
            <a:endParaRPr lang="es-ES" dirty="0">
              <a:solidFill>
                <a:srgbClr val="292B37"/>
              </a:solidFill>
              <a:latin typeface="Work Sans"/>
            </a:endParaRPr>
          </a:p>
          <a:p>
            <a:pPr algn="just"/>
            <a:r>
              <a:rPr lang="es-ES" dirty="0">
                <a:solidFill>
                  <a:srgbClr val="292B37"/>
                </a:solidFill>
                <a:latin typeface="Work Sans"/>
              </a:rPr>
              <a:t>Existen 2 variaciones con plásticos:</a:t>
            </a:r>
          </a:p>
          <a:p>
            <a:pPr algn="just"/>
            <a:r>
              <a:rPr lang="es-ES" dirty="0">
                <a:solidFill>
                  <a:srgbClr val="292B37"/>
                </a:solidFill>
                <a:latin typeface="Work Sans"/>
              </a:rPr>
              <a:t>1era, comúnmente Nylon 12, que funde el material con un láser (SLS), </a:t>
            </a:r>
          </a:p>
          <a:p>
            <a:pPr algn="just"/>
            <a:r>
              <a:rPr lang="es-ES" dirty="0">
                <a:solidFill>
                  <a:srgbClr val="292B37"/>
                </a:solidFill>
                <a:latin typeface="Work Sans"/>
              </a:rPr>
              <a:t>2da, usa un aglutinante para pegar el material y con calor fundirlo después (Multi Jet </a:t>
            </a:r>
            <a:r>
              <a:rPr lang="es-ES" dirty="0" err="1">
                <a:solidFill>
                  <a:srgbClr val="292B37"/>
                </a:solidFill>
                <a:latin typeface="Work Sans"/>
              </a:rPr>
              <a:t>Fusion</a:t>
            </a:r>
            <a:r>
              <a:rPr lang="es-ES" dirty="0">
                <a:solidFill>
                  <a:srgbClr val="292B37"/>
                </a:solidFill>
                <a:latin typeface="Work Sans"/>
              </a:rPr>
              <a:t> - MJF).</a:t>
            </a:r>
            <a:endParaRPr lang="es-ES" b="0" i="0" dirty="0">
              <a:solidFill>
                <a:srgbClr val="8F919B"/>
              </a:solidFill>
              <a:effectLst/>
              <a:latin typeface="Work Sans"/>
            </a:endParaRPr>
          </a:p>
        </p:txBody>
      </p:sp>
      <p:sp>
        <p:nvSpPr>
          <p:cNvPr id="13" name="Rectángulo 12">
            <a:extLst>
              <a:ext uri="{FF2B5EF4-FFF2-40B4-BE49-F238E27FC236}">
                <a16:creationId xmlns:a16="http://schemas.microsoft.com/office/drawing/2014/main" id="{413AD2D0-558B-47C2-BA96-EF3485293499}"/>
              </a:ext>
            </a:extLst>
          </p:cNvPr>
          <p:cNvSpPr/>
          <p:nvPr/>
        </p:nvSpPr>
        <p:spPr>
          <a:xfrm>
            <a:off x="7103964" y="1070978"/>
            <a:ext cx="3205429" cy="369332"/>
          </a:xfrm>
          <a:prstGeom prst="rect">
            <a:avLst/>
          </a:prstGeom>
        </p:spPr>
        <p:txBody>
          <a:bodyPr wrap="none">
            <a:spAutoFit/>
          </a:bodyPr>
          <a:lstStyle/>
          <a:p>
            <a:r>
              <a:rPr lang="es-PE" dirty="0"/>
              <a:t>https://youtu.be/9E5MfBAV_tA</a:t>
            </a:r>
          </a:p>
        </p:txBody>
      </p:sp>
      <p:pic>
        <p:nvPicPr>
          <p:cNvPr id="2050" name="Picture 2" descr="Better for Business: FDM 3D Printing over SLS 3D Printing | CADimensions">
            <a:extLst>
              <a:ext uri="{FF2B5EF4-FFF2-40B4-BE49-F238E27FC236}">
                <a16:creationId xmlns:a16="http://schemas.microsoft.com/office/drawing/2014/main" id="{70953460-AAB0-4FA1-9851-D5859BAE50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1132" y="1828800"/>
            <a:ext cx="5070940" cy="4109624"/>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DFB475CB-FC8A-433E-B6A1-7EE0F58C16BB}"/>
              </a:ext>
            </a:extLst>
          </p:cNvPr>
          <p:cNvSpPr/>
          <p:nvPr/>
        </p:nvSpPr>
        <p:spPr>
          <a:xfrm>
            <a:off x="3782859" y="0"/>
            <a:ext cx="5331268" cy="523220"/>
          </a:xfrm>
          <a:prstGeom prst="rect">
            <a:avLst/>
          </a:prstGeom>
        </p:spPr>
        <p:txBody>
          <a:bodyPr wrap="none">
            <a:spAutoFit/>
          </a:bodyPr>
          <a:lstStyle/>
          <a:p>
            <a:r>
              <a:rPr lang="es-ES" sz="2800" b="1" dirty="0">
                <a:solidFill>
                  <a:srgbClr val="292B37"/>
                </a:solidFill>
                <a:latin typeface="Work Sans"/>
              </a:rPr>
              <a:t>Fusión de capa de polvo (SLS, MJF)</a:t>
            </a:r>
          </a:p>
        </p:txBody>
      </p:sp>
    </p:spTree>
    <p:extLst>
      <p:ext uri="{BB962C8B-B14F-4D97-AF65-F5344CB8AC3E}">
        <p14:creationId xmlns:p14="http://schemas.microsoft.com/office/powerpoint/2010/main" val="2251477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23C6F60-20CC-4010-B1B2-53ECE1CDE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282" y="1299321"/>
            <a:ext cx="5452717" cy="3162829"/>
          </a:xfrm>
          <a:prstGeom prst="rect">
            <a:avLst/>
          </a:prstGeom>
        </p:spPr>
      </p:pic>
      <p:sp>
        <p:nvSpPr>
          <p:cNvPr id="6" name="Rectángulo 5">
            <a:extLst>
              <a:ext uri="{FF2B5EF4-FFF2-40B4-BE49-F238E27FC236}">
                <a16:creationId xmlns:a16="http://schemas.microsoft.com/office/drawing/2014/main" id="{9953FF0C-497D-4AB7-A3DE-4BBD64E429FD}"/>
              </a:ext>
            </a:extLst>
          </p:cNvPr>
          <p:cNvSpPr/>
          <p:nvPr/>
        </p:nvSpPr>
        <p:spPr>
          <a:xfrm>
            <a:off x="6281530" y="615434"/>
            <a:ext cx="4429418" cy="369332"/>
          </a:xfrm>
          <a:prstGeom prst="rect">
            <a:avLst/>
          </a:prstGeom>
        </p:spPr>
        <p:txBody>
          <a:bodyPr wrap="none">
            <a:spAutoFit/>
          </a:bodyPr>
          <a:lstStyle/>
          <a:p>
            <a:r>
              <a:rPr lang="es-ES" b="1" u="sng" dirty="0">
                <a:latin typeface="arial" panose="020B0604020202020204" pitchFamily="34" charset="0"/>
              </a:rPr>
              <a:t>Inyección de Material (Material </a:t>
            </a:r>
            <a:r>
              <a:rPr lang="es-ES" b="1" u="sng" dirty="0" err="1">
                <a:latin typeface="arial" panose="020B0604020202020204" pitchFamily="34" charset="0"/>
              </a:rPr>
              <a:t>Jetting</a:t>
            </a:r>
            <a:r>
              <a:rPr lang="es-ES" b="1" u="sng" dirty="0">
                <a:latin typeface="arial" panose="020B0604020202020204" pitchFamily="34" charset="0"/>
              </a:rPr>
              <a:t>)</a:t>
            </a:r>
            <a:endParaRPr lang="es-PE" dirty="0"/>
          </a:p>
        </p:txBody>
      </p:sp>
      <p:sp>
        <p:nvSpPr>
          <p:cNvPr id="7" name="Rectángulo 6">
            <a:extLst>
              <a:ext uri="{FF2B5EF4-FFF2-40B4-BE49-F238E27FC236}">
                <a16:creationId xmlns:a16="http://schemas.microsoft.com/office/drawing/2014/main" id="{2223FE80-5185-48C9-A5C5-978C978770CD}"/>
              </a:ext>
            </a:extLst>
          </p:cNvPr>
          <p:cNvSpPr/>
          <p:nvPr/>
        </p:nvSpPr>
        <p:spPr>
          <a:xfrm>
            <a:off x="6281530" y="1419632"/>
            <a:ext cx="5134665" cy="3416320"/>
          </a:xfrm>
          <a:prstGeom prst="rect">
            <a:avLst/>
          </a:prstGeom>
        </p:spPr>
        <p:txBody>
          <a:bodyPr wrap="square">
            <a:spAutoFit/>
          </a:bodyPr>
          <a:lstStyle/>
          <a:p>
            <a:pPr algn="just"/>
            <a:r>
              <a:rPr lang="es-ES" dirty="0">
                <a:latin typeface="arial" panose="020B0604020202020204" pitchFamily="34" charset="0"/>
              </a:rPr>
              <a:t>Consiste en un inyector que deposita gotas de material, capa por capa hasta fabricar la pieza. En algunos casos el inyector aplica también chorros de resina </a:t>
            </a:r>
            <a:r>
              <a:rPr lang="es-ES" dirty="0" err="1">
                <a:latin typeface="arial" panose="020B0604020202020204" pitchFamily="34" charset="0"/>
              </a:rPr>
              <a:t>fotocurable</a:t>
            </a:r>
            <a:r>
              <a:rPr lang="es-ES" dirty="0">
                <a:latin typeface="arial" panose="020B0604020202020204" pitchFamily="34" charset="0"/>
              </a:rPr>
              <a:t> y curado con rayos UV, así como chorros de materiales fundidos que luego se solidifican a temperatura ambiente. Permite la impresión de piezas a todo color y permite la incorporación de varios materiales en una misma pieza sin embargo, los materiales se ven limitados a polímeros, fotopolímeros y ceras. En esta categoría se agrupan los siguientes procesos:</a:t>
            </a:r>
            <a:endParaRPr lang="es-ES" dirty="0">
              <a:effectLst/>
            </a:endParaRPr>
          </a:p>
        </p:txBody>
      </p:sp>
      <p:sp>
        <p:nvSpPr>
          <p:cNvPr id="8" name="Rectángulo 7">
            <a:extLst>
              <a:ext uri="{FF2B5EF4-FFF2-40B4-BE49-F238E27FC236}">
                <a16:creationId xmlns:a16="http://schemas.microsoft.com/office/drawing/2014/main" id="{922F97A2-C60E-4AE9-9CEC-DDDF39EAB089}"/>
              </a:ext>
            </a:extLst>
          </p:cNvPr>
          <p:cNvSpPr/>
          <p:nvPr/>
        </p:nvSpPr>
        <p:spPr>
          <a:xfrm>
            <a:off x="1692568" y="4835952"/>
            <a:ext cx="4060532" cy="923330"/>
          </a:xfrm>
          <a:prstGeom prst="rect">
            <a:avLst/>
          </a:prstGeom>
        </p:spPr>
        <p:txBody>
          <a:bodyPr wrap="square">
            <a:spAutoFit/>
          </a:bodyPr>
          <a:lstStyle/>
          <a:p>
            <a:pPr algn="just"/>
            <a:r>
              <a:rPr lang="es-PE" b="1" dirty="0" err="1">
                <a:latin typeface="arial" panose="020B0604020202020204" pitchFamily="34" charset="0"/>
              </a:rPr>
              <a:t>Polyjet</a:t>
            </a:r>
            <a:r>
              <a:rPr lang="es-PE" dirty="0">
                <a:latin typeface="arial" panose="020B0604020202020204" pitchFamily="34" charset="0"/>
              </a:rPr>
              <a:t>.</a:t>
            </a:r>
            <a:endParaRPr lang="es-PE" dirty="0"/>
          </a:p>
          <a:p>
            <a:pPr algn="just"/>
            <a:r>
              <a:rPr lang="es-PE" b="1" dirty="0">
                <a:latin typeface="arial" panose="020B0604020202020204" pitchFamily="34" charset="0"/>
              </a:rPr>
              <a:t>SCP</a:t>
            </a:r>
            <a:r>
              <a:rPr lang="es-PE" dirty="0">
                <a:latin typeface="arial" panose="020B0604020202020204" pitchFamily="34" charset="0"/>
              </a:rPr>
              <a:t>: Impresión de curvatura suave.</a:t>
            </a:r>
            <a:endParaRPr lang="es-PE" dirty="0"/>
          </a:p>
          <a:p>
            <a:pPr algn="just"/>
            <a:r>
              <a:rPr lang="es-PE" b="1" dirty="0">
                <a:latin typeface="arial" panose="020B0604020202020204" pitchFamily="34" charset="0"/>
              </a:rPr>
              <a:t>MJM</a:t>
            </a:r>
            <a:r>
              <a:rPr lang="es-PE" dirty="0">
                <a:latin typeface="arial" panose="020B0604020202020204" pitchFamily="34" charset="0"/>
              </a:rPr>
              <a:t>: Multi-Jet </a:t>
            </a:r>
            <a:r>
              <a:rPr lang="es-PE" dirty="0" err="1">
                <a:latin typeface="arial" panose="020B0604020202020204" pitchFamily="34" charset="0"/>
              </a:rPr>
              <a:t>Modelling</a:t>
            </a:r>
            <a:r>
              <a:rPr lang="es-PE" dirty="0">
                <a:latin typeface="arial" panose="020B0604020202020204" pitchFamily="34" charset="0"/>
              </a:rPr>
              <a:t> </a:t>
            </a:r>
            <a:r>
              <a:rPr lang="es-PE" dirty="0" err="1">
                <a:latin typeface="arial" panose="020B0604020202020204" pitchFamily="34" charset="0"/>
              </a:rPr>
              <a:t>Projet</a:t>
            </a:r>
            <a:endParaRPr lang="es-PE" dirty="0">
              <a:effectLst/>
            </a:endParaRPr>
          </a:p>
        </p:txBody>
      </p:sp>
    </p:spTree>
    <p:extLst>
      <p:ext uri="{BB962C8B-B14F-4D97-AF65-F5344CB8AC3E}">
        <p14:creationId xmlns:p14="http://schemas.microsoft.com/office/powerpoint/2010/main" val="1041068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35F418DA-8879-4BA1-9519-D1A34FB15D1C}"/>
              </a:ext>
            </a:extLst>
          </p:cNvPr>
          <p:cNvGraphicFramePr/>
          <p:nvPr/>
        </p:nvGraphicFramePr>
        <p:xfrm>
          <a:off x="1006867" y="441789"/>
          <a:ext cx="10479641" cy="5696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ángulo: esquinas redondeadas 2">
            <a:extLst>
              <a:ext uri="{FF2B5EF4-FFF2-40B4-BE49-F238E27FC236}">
                <a16:creationId xmlns:a16="http://schemas.microsoft.com/office/drawing/2014/main" id="{82CBC035-1FDA-4E10-B6FB-BBDC6E877D8D}"/>
              </a:ext>
            </a:extLst>
          </p:cNvPr>
          <p:cNvSpPr/>
          <p:nvPr/>
        </p:nvSpPr>
        <p:spPr>
          <a:xfrm>
            <a:off x="5830957" y="2584174"/>
            <a:ext cx="3352800" cy="269019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5948208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6EE090E4-67EE-4A98-8F9F-CE42926F1BC3}"/>
              </a:ext>
            </a:extLst>
          </p:cNvPr>
          <p:cNvSpPr/>
          <p:nvPr/>
        </p:nvSpPr>
        <p:spPr>
          <a:xfrm>
            <a:off x="1232452" y="2488170"/>
            <a:ext cx="6255026" cy="2585323"/>
          </a:xfrm>
          <a:prstGeom prst="rect">
            <a:avLst/>
          </a:prstGeom>
        </p:spPr>
        <p:txBody>
          <a:bodyPr wrap="square">
            <a:spAutoFit/>
          </a:bodyPr>
          <a:lstStyle/>
          <a:p>
            <a:pPr algn="just"/>
            <a:r>
              <a:rPr lang="es-ES" dirty="0">
                <a:solidFill>
                  <a:srgbClr val="292B37"/>
                </a:solidFill>
                <a:latin typeface="Work Sans"/>
              </a:rPr>
              <a:t>Es una variación de la tecnología de fusión de capa de polvo, su origen se da de la energía que funde y el material a utilizar. Sinteriza partículas de polvo metálico, las cuales son dosificadas en una cama plana y se funden mediante un láser, formando varias capas hasta obtener una pieza metálica final.</a:t>
            </a:r>
            <a:endParaRPr lang="es-ES" dirty="0">
              <a:solidFill>
                <a:srgbClr val="8F919B"/>
              </a:solidFill>
              <a:latin typeface="Work Sans"/>
            </a:endParaRPr>
          </a:p>
          <a:p>
            <a:pPr algn="just"/>
            <a:r>
              <a:rPr lang="es-ES" dirty="0">
                <a:solidFill>
                  <a:srgbClr val="292B37"/>
                </a:solidFill>
                <a:latin typeface="Work Sans"/>
              </a:rPr>
              <a:t>Existen un par de variaciones en impresión 3D de metal mediante esta tecnología, siendo la más importante, DMLS. </a:t>
            </a:r>
            <a:r>
              <a:rPr lang="es-ES" b="1" dirty="0">
                <a:solidFill>
                  <a:srgbClr val="292B37"/>
                </a:solidFill>
                <a:latin typeface="Work Sans"/>
              </a:rPr>
              <a:t>Impresión 3D en metal de piezas con formas complejas en bajos volúmenes, tecnología DMLS es la mejor opción.</a:t>
            </a:r>
            <a:endParaRPr lang="es-ES" b="0" i="0" dirty="0">
              <a:solidFill>
                <a:srgbClr val="8F919B"/>
              </a:solidFill>
              <a:effectLst/>
              <a:latin typeface="Work Sans"/>
            </a:endParaRPr>
          </a:p>
        </p:txBody>
      </p:sp>
      <p:sp>
        <p:nvSpPr>
          <p:cNvPr id="3" name="Rectángulo 2">
            <a:extLst>
              <a:ext uri="{FF2B5EF4-FFF2-40B4-BE49-F238E27FC236}">
                <a16:creationId xmlns:a16="http://schemas.microsoft.com/office/drawing/2014/main" id="{95208934-D308-4FC7-9084-B68C7B8E61AB}"/>
              </a:ext>
            </a:extLst>
          </p:cNvPr>
          <p:cNvSpPr/>
          <p:nvPr/>
        </p:nvSpPr>
        <p:spPr>
          <a:xfrm>
            <a:off x="3782859" y="0"/>
            <a:ext cx="5021888" cy="523220"/>
          </a:xfrm>
          <a:prstGeom prst="rect">
            <a:avLst/>
          </a:prstGeom>
        </p:spPr>
        <p:txBody>
          <a:bodyPr wrap="none">
            <a:spAutoFit/>
          </a:bodyPr>
          <a:lstStyle/>
          <a:p>
            <a:r>
              <a:rPr lang="es-ES" sz="2800" b="1" dirty="0">
                <a:solidFill>
                  <a:srgbClr val="292B37"/>
                </a:solidFill>
                <a:latin typeface="Work Sans"/>
              </a:rPr>
              <a:t>Fusión de capa de polvo (DMLS)</a:t>
            </a:r>
          </a:p>
        </p:txBody>
      </p:sp>
      <p:sp>
        <p:nvSpPr>
          <p:cNvPr id="2" name="CuadroTexto 1">
            <a:extLst>
              <a:ext uri="{FF2B5EF4-FFF2-40B4-BE49-F238E27FC236}">
                <a16:creationId xmlns:a16="http://schemas.microsoft.com/office/drawing/2014/main" id="{A2E15112-6B0B-4F7D-8A48-58744F44E390}"/>
              </a:ext>
            </a:extLst>
          </p:cNvPr>
          <p:cNvSpPr txBox="1"/>
          <p:nvPr/>
        </p:nvSpPr>
        <p:spPr>
          <a:xfrm>
            <a:off x="1417983" y="1113183"/>
            <a:ext cx="3890617" cy="461665"/>
          </a:xfrm>
          <a:prstGeom prst="rect">
            <a:avLst/>
          </a:prstGeom>
          <a:noFill/>
        </p:spPr>
        <p:txBody>
          <a:bodyPr wrap="none" rtlCol="0">
            <a:spAutoFit/>
          </a:bodyPr>
          <a:lstStyle/>
          <a:p>
            <a:r>
              <a:rPr lang="es-ES" sz="2400" b="1" dirty="0"/>
              <a:t>Direct Metal Laser </a:t>
            </a:r>
            <a:r>
              <a:rPr lang="es-ES" sz="2400" b="1" dirty="0" err="1"/>
              <a:t>Sintering</a:t>
            </a:r>
            <a:endParaRPr lang="es-PE" sz="2400" b="1" dirty="0"/>
          </a:p>
        </p:txBody>
      </p:sp>
    </p:spTree>
    <p:extLst>
      <p:ext uri="{BB962C8B-B14F-4D97-AF65-F5344CB8AC3E}">
        <p14:creationId xmlns:p14="http://schemas.microsoft.com/office/powerpoint/2010/main" val="996014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57E6655-7E48-4BD5-8772-825987972F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578" y="1673016"/>
            <a:ext cx="4058655" cy="1767694"/>
          </a:xfrm>
          <a:prstGeom prst="rect">
            <a:avLst/>
          </a:prstGeom>
        </p:spPr>
      </p:pic>
      <p:sp>
        <p:nvSpPr>
          <p:cNvPr id="6" name="Rectángulo 5">
            <a:extLst>
              <a:ext uri="{FF2B5EF4-FFF2-40B4-BE49-F238E27FC236}">
                <a16:creationId xmlns:a16="http://schemas.microsoft.com/office/drawing/2014/main" id="{7339CCFE-9A73-487E-A870-5DF26C5CC319}"/>
              </a:ext>
            </a:extLst>
          </p:cNvPr>
          <p:cNvSpPr/>
          <p:nvPr/>
        </p:nvSpPr>
        <p:spPr>
          <a:xfrm>
            <a:off x="775134" y="662893"/>
            <a:ext cx="2954655" cy="646331"/>
          </a:xfrm>
          <a:prstGeom prst="rect">
            <a:avLst/>
          </a:prstGeom>
        </p:spPr>
        <p:txBody>
          <a:bodyPr wrap="none">
            <a:spAutoFit/>
          </a:bodyPr>
          <a:lstStyle/>
          <a:p>
            <a:r>
              <a:rPr lang="es-ES" b="1" u="sng" dirty="0">
                <a:latin typeface="arial" panose="020B0604020202020204" pitchFamily="34" charset="0"/>
              </a:rPr>
              <a:t>Fusión de lecho de polvo</a:t>
            </a:r>
          </a:p>
          <a:p>
            <a:r>
              <a:rPr lang="es-ES" b="1" u="sng" dirty="0">
                <a:latin typeface="arial" panose="020B0604020202020204" pitchFamily="34" charset="0"/>
              </a:rPr>
              <a:t>(</a:t>
            </a:r>
            <a:r>
              <a:rPr lang="es-ES" b="1" u="sng" dirty="0" err="1">
                <a:latin typeface="arial" panose="020B0604020202020204" pitchFamily="34" charset="0"/>
              </a:rPr>
              <a:t>Powder</a:t>
            </a:r>
            <a:r>
              <a:rPr lang="es-ES" b="1" u="sng" dirty="0">
                <a:latin typeface="arial" panose="020B0604020202020204" pitchFamily="34" charset="0"/>
              </a:rPr>
              <a:t> </a:t>
            </a:r>
            <a:r>
              <a:rPr lang="es-ES" b="1" u="sng" dirty="0" err="1">
                <a:latin typeface="arial" panose="020B0604020202020204" pitchFamily="34" charset="0"/>
              </a:rPr>
              <a:t>Bed</a:t>
            </a:r>
            <a:r>
              <a:rPr lang="es-ES" b="1" u="sng" dirty="0">
                <a:latin typeface="arial" panose="020B0604020202020204" pitchFamily="34" charset="0"/>
              </a:rPr>
              <a:t> </a:t>
            </a:r>
            <a:r>
              <a:rPr lang="es-ES" b="1" u="sng" dirty="0" err="1">
                <a:latin typeface="arial" panose="020B0604020202020204" pitchFamily="34" charset="0"/>
              </a:rPr>
              <a:t>Fusion</a:t>
            </a:r>
            <a:r>
              <a:rPr lang="es-ES" b="1" u="sng" dirty="0">
                <a:latin typeface="arial" panose="020B0604020202020204" pitchFamily="34" charset="0"/>
              </a:rPr>
              <a:t>)</a:t>
            </a:r>
            <a:endParaRPr lang="es-PE" dirty="0"/>
          </a:p>
        </p:txBody>
      </p:sp>
      <p:sp>
        <p:nvSpPr>
          <p:cNvPr id="7" name="Rectángulo 6">
            <a:extLst>
              <a:ext uri="{FF2B5EF4-FFF2-40B4-BE49-F238E27FC236}">
                <a16:creationId xmlns:a16="http://schemas.microsoft.com/office/drawing/2014/main" id="{EB7786BE-0A0E-47AB-8A0D-17954733EE63}"/>
              </a:ext>
            </a:extLst>
          </p:cNvPr>
          <p:cNvSpPr/>
          <p:nvPr/>
        </p:nvSpPr>
        <p:spPr>
          <a:xfrm>
            <a:off x="6288507" y="877378"/>
            <a:ext cx="5229726" cy="2677656"/>
          </a:xfrm>
          <a:prstGeom prst="rect">
            <a:avLst/>
          </a:prstGeom>
        </p:spPr>
        <p:txBody>
          <a:bodyPr wrap="square">
            <a:spAutoFit/>
          </a:bodyPr>
          <a:lstStyle/>
          <a:p>
            <a:pPr algn="just"/>
            <a:r>
              <a:rPr lang="es-ES" sz="1400" dirty="0">
                <a:latin typeface="arial" panose="020B0604020202020204" pitchFamily="34" charset="0"/>
              </a:rPr>
              <a:t>Consiste generalmente un depósito de material pulverulento(con el que se desea fabricar) al cual se le aplica una fuente de energía térmica (láser o rayo de electrones) que lo funde selectivamente según un programa capa a capa </a:t>
            </a:r>
            <a:r>
              <a:rPr lang="es-ES" sz="1400" dirty="0" err="1">
                <a:latin typeface="arial" panose="020B0604020202020204" pitchFamily="34" charset="0"/>
              </a:rPr>
              <a:t>hssta</a:t>
            </a:r>
            <a:r>
              <a:rPr lang="es-ES" sz="1400" dirty="0">
                <a:latin typeface="arial" panose="020B0604020202020204" pitchFamily="34" charset="0"/>
              </a:rPr>
              <a:t> formar el objeto deseado</a:t>
            </a:r>
          </a:p>
          <a:p>
            <a:pPr algn="just"/>
            <a:endParaRPr lang="es-ES" sz="1400" dirty="0">
              <a:latin typeface="arial" panose="020B0604020202020204" pitchFamily="34" charset="0"/>
            </a:endParaRPr>
          </a:p>
          <a:p>
            <a:pPr algn="just"/>
            <a:r>
              <a:rPr lang="es-ES" sz="1400" dirty="0">
                <a:latin typeface="arial" panose="020B0604020202020204" pitchFamily="34" charset="0"/>
              </a:rPr>
              <a:t>El polvo que no se funde, rodea la pieza y funge como material de soporte para características adicionales. </a:t>
            </a:r>
          </a:p>
          <a:p>
            <a:pPr algn="just"/>
            <a:endParaRPr lang="es-ES" sz="1400" dirty="0">
              <a:latin typeface="arial" panose="020B0604020202020204" pitchFamily="34" charset="0"/>
            </a:endParaRPr>
          </a:p>
          <a:p>
            <a:pPr algn="just"/>
            <a:r>
              <a:rPr lang="es-ES" sz="1400" dirty="0">
                <a:latin typeface="arial" panose="020B0604020202020204" pitchFamily="34" charset="0"/>
              </a:rPr>
              <a:t>Contempla un amplio rango de materiales como plásticos, metales, cerámicos y arena. Esta categoría contempla los siguientes procesos:</a:t>
            </a:r>
            <a:endParaRPr lang="es-ES" sz="1400" dirty="0">
              <a:effectLst/>
            </a:endParaRPr>
          </a:p>
        </p:txBody>
      </p:sp>
      <p:sp>
        <p:nvSpPr>
          <p:cNvPr id="8" name="Rectángulo 7">
            <a:extLst>
              <a:ext uri="{FF2B5EF4-FFF2-40B4-BE49-F238E27FC236}">
                <a16:creationId xmlns:a16="http://schemas.microsoft.com/office/drawing/2014/main" id="{C773B4A2-BF8F-4406-AC00-254A689353C1}"/>
              </a:ext>
            </a:extLst>
          </p:cNvPr>
          <p:cNvSpPr/>
          <p:nvPr/>
        </p:nvSpPr>
        <p:spPr>
          <a:xfrm>
            <a:off x="5863686" y="3769212"/>
            <a:ext cx="4491791" cy="2308324"/>
          </a:xfrm>
          <a:prstGeom prst="rect">
            <a:avLst/>
          </a:prstGeom>
        </p:spPr>
        <p:txBody>
          <a:bodyPr wrap="square">
            <a:spAutoFit/>
          </a:bodyPr>
          <a:lstStyle/>
          <a:p>
            <a:r>
              <a:rPr lang="es-ES" sz="1600" b="1" dirty="0">
                <a:latin typeface="arial" panose="020B0604020202020204" pitchFamily="34" charset="0"/>
              </a:rPr>
              <a:t>SLS (</a:t>
            </a:r>
            <a:r>
              <a:rPr lang="es-ES" sz="1600" b="1" dirty="0" err="1">
                <a:latin typeface="arial" panose="020B0604020202020204" pitchFamily="34" charset="0"/>
              </a:rPr>
              <a:t>Selective</a:t>
            </a:r>
            <a:r>
              <a:rPr lang="es-ES" sz="1600" b="1" dirty="0">
                <a:latin typeface="arial" panose="020B0604020202020204" pitchFamily="34" charset="0"/>
              </a:rPr>
              <a:t> Laser </a:t>
            </a:r>
            <a:r>
              <a:rPr lang="es-ES" sz="1600" b="1" dirty="0" err="1">
                <a:latin typeface="arial" panose="020B0604020202020204" pitchFamily="34" charset="0"/>
              </a:rPr>
              <a:t>Sintering</a:t>
            </a:r>
            <a:r>
              <a:rPr lang="es-ES" sz="1600" b="1" dirty="0">
                <a:latin typeface="arial" panose="020B0604020202020204" pitchFamily="34" charset="0"/>
              </a:rPr>
              <a:t>)</a:t>
            </a:r>
            <a:r>
              <a:rPr lang="es-ES" sz="1600" dirty="0">
                <a:latin typeface="arial" panose="020B0604020202020204" pitchFamily="34" charset="0"/>
              </a:rPr>
              <a:t>: Sinterización selectiva por láser.</a:t>
            </a:r>
            <a:endParaRPr lang="es-ES" sz="1600" dirty="0"/>
          </a:p>
          <a:p>
            <a:r>
              <a:rPr lang="es-ES" sz="1600" b="1" dirty="0">
                <a:latin typeface="arial" panose="020B0604020202020204" pitchFamily="34" charset="0"/>
              </a:rPr>
              <a:t>DMLS(Direct Metal Laser </a:t>
            </a:r>
            <a:r>
              <a:rPr lang="es-ES" sz="1600" b="1" dirty="0" err="1">
                <a:latin typeface="arial" panose="020B0604020202020204" pitchFamily="34" charset="0"/>
              </a:rPr>
              <a:t>Sintering</a:t>
            </a:r>
            <a:r>
              <a:rPr lang="es-ES" sz="1600" b="1" dirty="0">
                <a:latin typeface="arial" panose="020B0604020202020204" pitchFamily="34" charset="0"/>
              </a:rPr>
              <a:t>)</a:t>
            </a:r>
            <a:r>
              <a:rPr lang="es-ES" sz="1600" dirty="0">
                <a:latin typeface="arial" panose="020B0604020202020204" pitchFamily="34" charset="0"/>
              </a:rPr>
              <a:t>: Sinterización directa de metal por láser.</a:t>
            </a:r>
            <a:endParaRPr lang="es-ES" sz="1600" dirty="0"/>
          </a:p>
          <a:p>
            <a:r>
              <a:rPr lang="es-ES" sz="1600" b="1" dirty="0">
                <a:latin typeface="arial" panose="020B0604020202020204" pitchFamily="34" charset="0"/>
              </a:rPr>
              <a:t>EBM(</a:t>
            </a:r>
            <a:r>
              <a:rPr lang="es-ES" sz="1600" b="1" dirty="0" err="1">
                <a:latin typeface="arial" panose="020B0604020202020204" pitchFamily="34" charset="0"/>
              </a:rPr>
              <a:t>Electron</a:t>
            </a:r>
            <a:r>
              <a:rPr lang="es-ES" sz="1600" b="1" dirty="0">
                <a:latin typeface="arial" panose="020B0604020202020204" pitchFamily="34" charset="0"/>
              </a:rPr>
              <a:t> Beam </a:t>
            </a:r>
            <a:r>
              <a:rPr lang="es-ES" sz="1600" b="1" dirty="0" err="1">
                <a:latin typeface="arial" panose="020B0604020202020204" pitchFamily="34" charset="0"/>
              </a:rPr>
              <a:t>Melting</a:t>
            </a:r>
            <a:r>
              <a:rPr lang="es-ES" sz="1600" b="1" dirty="0">
                <a:latin typeface="arial" panose="020B0604020202020204" pitchFamily="34" charset="0"/>
              </a:rPr>
              <a:t>)</a:t>
            </a:r>
            <a:r>
              <a:rPr lang="es-ES" sz="1600" dirty="0">
                <a:latin typeface="arial" panose="020B0604020202020204" pitchFamily="34" charset="0"/>
              </a:rPr>
              <a:t>: Fusión por rayo de electrones.</a:t>
            </a:r>
            <a:endParaRPr lang="es-ES" sz="1600" dirty="0"/>
          </a:p>
          <a:p>
            <a:r>
              <a:rPr lang="es-ES" sz="1600" b="1" dirty="0">
                <a:latin typeface="arial" panose="020B0604020202020204" pitchFamily="34" charset="0"/>
              </a:rPr>
              <a:t>SHS(</a:t>
            </a:r>
            <a:r>
              <a:rPr lang="es-ES" sz="1600" b="1" dirty="0" err="1">
                <a:latin typeface="arial" panose="020B0604020202020204" pitchFamily="34" charset="0"/>
              </a:rPr>
              <a:t>Selective</a:t>
            </a:r>
            <a:r>
              <a:rPr lang="es-ES" sz="1600" b="1" dirty="0">
                <a:latin typeface="arial" panose="020B0604020202020204" pitchFamily="34" charset="0"/>
              </a:rPr>
              <a:t> </a:t>
            </a:r>
            <a:r>
              <a:rPr lang="es-ES" sz="1600" b="1" dirty="0" err="1">
                <a:latin typeface="arial" panose="020B0604020202020204" pitchFamily="34" charset="0"/>
              </a:rPr>
              <a:t>Heat</a:t>
            </a:r>
            <a:r>
              <a:rPr lang="es-ES" sz="1600" b="1" dirty="0">
                <a:latin typeface="arial" panose="020B0604020202020204" pitchFamily="34" charset="0"/>
              </a:rPr>
              <a:t> </a:t>
            </a:r>
            <a:r>
              <a:rPr lang="es-ES" sz="1600" b="1" dirty="0" err="1">
                <a:latin typeface="arial" panose="020B0604020202020204" pitchFamily="34" charset="0"/>
              </a:rPr>
              <a:t>Sintering</a:t>
            </a:r>
            <a:r>
              <a:rPr lang="es-ES" sz="1600" b="1" dirty="0">
                <a:latin typeface="arial" panose="020B0604020202020204" pitchFamily="34" charset="0"/>
              </a:rPr>
              <a:t>)</a:t>
            </a:r>
            <a:r>
              <a:rPr lang="es-ES" sz="1600" dirty="0">
                <a:latin typeface="arial" panose="020B0604020202020204" pitchFamily="34" charset="0"/>
              </a:rPr>
              <a:t>: Sinterización selectiva por calor.</a:t>
            </a:r>
            <a:endParaRPr lang="es-ES" sz="1600" dirty="0"/>
          </a:p>
          <a:p>
            <a:r>
              <a:rPr lang="es-ES" sz="1600" b="1" dirty="0">
                <a:latin typeface="arial" panose="020B0604020202020204" pitchFamily="34" charset="0"/>
              </a:rPr>
              <a:t>MJF</a:t>
            </a:r>
            <a:r>
              <a:rPr lang="es-ES" sz="1600" dirty="0">
                <a:latin typeface="arial" panose="020B0604020202020204" pitchFamily="34" charset="0"/>
              </a:rPr>
              <a:t>: Multi-Jet </a:t>
            </a:r>
            <a:r>
              <a:rPr lang="es-ES" sz="1600" dirty="0" err="1">
                <a:latin typeface="arial" panose="020B0604020202020204" pitchFamily="34" charset="0"/>
              </a:rPr>
              <a:t>Fusion</a:t>
            </a:r>
            <a:r>
              <a:rPr lang="es-ES" sz="1600" dirty="0">
                <a:latin typeface="arial" panose="020B0604020202020204" pitchFamily="34" charset="0"/>
              </a:rPr>
              <a:t>.</a:t>
            </a:r>
            <a:endParaRPr lang="es-ES" sz="1600" dirty="0">
              <a:effectLst/>
            </a:endParaRPr>
          </a:p>
        </p:txBody>
      </p:sp>
      <p:sp>
        <p:nvSpPr>
          <p:cNvPr id="2" name="Rectángulo 1">
            <a:extLst>
              <a:ext uri="{FF2B5EF4-FFF2-40B4-BE49-F238E27FC236}">
                <a16:creationId xmlns:a16="http://schemas.microsoft.com/office/drawing/2014/main" id="{5413AA98-EFFB-4482-8367-29EA0E1D35C4}"/>
              </a:ext>
            </a:extLst>
          </p:cNvPr>
          <p:cNvSpPr/>
          <p:nvPr/>
        </p:nvSpPr>
        <p:spPr>
          <a:xfrm>
            <a:off x="2252461" y="4289230"/>
            <a:ext cx="2813311" cy="1015663"/>
          </a:xfrm>
          <a:prstGeom prst="rect">
            <a:avLst/>
          </a:prstGeom>
        </p:spPr>
        <p:txBody>
          <a:bodyPr wrap="square">
            <a:spAutoFit/>
          </a:bodyPr>
          <a:lstStyle/>
          <a:p>
            <a:r>
              <a:rPr lang="es-ES" sz="2000" b="1" dirty="0">
                <a:latin typeface="PT Sans"/>
              </a:rPr>
              <a:t>Procesos</a:t>
            </a:r>
            <a:r>
              <a:rPr lang="es-ES" sz="2000" dirty="0">
                <a:latin typeface="PT Sans"/>
              </a:rPr>
              <a:t> que usan la tecnología de fusión de lecho de polvo:</a:t>
            </a:r>
          </a:p>
        </p:txBody>
      </p:sp>
      <p:sp>
        <p:nvSpPr>
          <p:cNvPr id="3" name="Rectángulo 2">
            <a:extLst>
              <a:ext uri="{FF2B5EF4-FFF2-40B4-BE49-F238E27FC236}">
                <a16:creationId xmlns:a16="http://schemas.microsoft.com/office/drawing/2014/main" id="{6D8A586D-139F-4A8D-BDE4-110395573A8F}"/>
              </a:ext>
            </a:extLst>
          </p:cNvPr>
          <p:cNvSpPr/>
          <p:nvPr/>
        </p:nvSpPr>
        <p:spPr>
          <a:xfrm>
            <a:off x="1089738" y="6488668"/>
            <a:ext cx="3017364" cy="369332"/>
          </a:xfrm>
          <a:prstGeom prst="rect">
            <a:avLst/>
          </a:prstGeom>
        </p:spPr>
        <p:txBody>
          <a:bodyPr wrap="none">
            <a:spAutoFit/>
          </a:bodyPr>
          <a:lstStyle/>
          <a:p>
            <a:r>
              <a:rPr lang="es-PE" dirty="0"/>
              <a:t>https://youtu.be/te9OaSZ0kf8</a:t>
            </a:r>
          </a:p>
        </p:txBody>
      </p:sp>
    </p:spTree>
    <p:extLst>
      <p:ext uri="{BB962C8B-B14F-4D97-AF65-F5344CB8AC3E}">
        <p14:creationId xmlns:p14="http://schemas.microsoft.com/office/powerpoint/2010/main" val="2242473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C123EDF9-92B8-4F12-8420-A33D34364C10}"/>
              </a:ext>
            </a:extLst>
          </p:cNvPr>
          <p:cNvSpPr/>
          <p:nvPr/>
        </p:nvSpPr>
        <p:spPr>
          <a:xfrm>
            <a:off x="1298713" y="1408766"/>
            <a:ext cx="6096000" cy="3416320"/>
          </a:xfrm>
          <a:prstGeom prst="rect">
            <a:avLst/>
          </a:prstGeom>
        </p:spPr>
        <p:txBody>
          <a:bodyPr>
            <a:spAutoFit/>
          </a:bodyPr>
          <a:lstStyle/>
          <a:p>
            <a:r>
              <a:rPr lang="es-ES" b="1" dirty="0" err="1">
                <a:solidFill>
                  <a:srgbClr val="292B37"/>
                </a:solidFill>
                <a:latin typeface="Work Sans"/>
              </a:rPr>
              <a:t>Binder</a:t>
            </a:r>
            <a:r>
              <a:rPr lang="es-ES" b="1" dirty="0">
                <a:solidFill>
                  <a:srgbClr val="292B37"/>
                </a:solidFill>
                <a:latin typeface="Work Sans"/>
              </a:rPr>
              <a:t> </a:t>
            </a:r>
            <a:r>
              <a:rPr lang="es-ES" b="1" dirty="0" err="1">
                <a:solidFill>
                  <a:srgbClr val="292B37"/>
                </a:solidFill>
                <a:latin typeface="Work Sans"/>
              </a:rPr>
              <a:t>Jetting</a:t>
            </a:r>
            <a:r>
              <a:rPr lang="es-ES" b="1" dirty="0">
                <a:solidFill>
                  <a:srgbClr val="292B37"/>
                </a:solidFill>
                <a:latin typeface="Work Sans"/>
              </a:rPr>
              <a:t> (BJ)</a:t>
            </a:r>
          </a:p>
          <a:p>
            <a:endParaRPr lang="es-ES" dirty="0">
              <a:solidFill>
                <a:srgbClr val="292B37"/>
              </a:solidFill>
              <a:latin typeface="Work Sans"/>
            </a:endParaRPr>
          </a:p>
          <a:p>
            <a:pPr algn="just"/>
            <a:r>
              <a:rPr lang="es-ES" dirty="0">
                <a:solidFill>
                  <a:srgbClr val="292B37"/>
                </a:solidFill>
                <a:latin typeface="Work Sans"/>
              </a:rPr>
              <a:t>Si combináramos el SLS con MJ obtendríamos </a:t>
            </a:r>
            <a:r>
              <a:rPr lang="es-ES" b="1" dirty="0">
                <a:solidFill>
                  <a:srgbClr val="292B37"/>
                </a:solidFill>
                <a:latin typeface="Work Sans"/>
              </a:rPr>
              <a:t>esta tecnología capaz de crear piezas de muy alto detalle, pero en totalidad de colores</a:t>
            </a:r>
            <a:r>
              <a:rPr lang="es-ES" dirty="0">
                <a:solidFill>
                  <a:srgbClr val="292B37"/>
                </a:solidFill>
                <a:latin typeface="Work Sans"/>
              </a:rPr>
              <a:t>.</a:t>
            </a:r>
            <a:endParaRPr lang="es-ES" dirty="0">
              <a:solidFill>
                <a:srgbClr val="8F919B"/>
              </a:solidFill>
              <a:latin typeface="Work Sans"/>
            </a:endParaRPr>
          </a:p>
          <a:p>
            <a:pPr algn="just"/>
            <a:r>
              <a:rPr lang="es-ES" dirty="0">
                <a:solidFill>
                  <a:srgbClr val="292B37"/>
                </a:solidFill>
                <a:latin typeface="Work Sans"/>
              </a:rPr>
              <a:t>La tecnología funciona al ir colocando capas completas de material en polvo (base calcio) y va depositando pequeñas gotas de aglutinante y tinta en lugares específicos, al terminar, la máquina coloca otra cama de polvo y repite el proceso.</a:t>
            </a:r>
            <a:endParaRPr lang="es-ES" dirty="0">
              <a:solidFill>
                <a:srgbClr val="8F919B"/>
              </a:solidFill>
              <a:latin typeface="Work Sans"/>
            </a:endParaRPr>
          </a:p>
          <a:p>
            <a:pPr algn="just"/>
            <a:r>
              <a:rPr lang="es-ES" dirty="0">
                <a:solidFill>
                  <a:srgbClr val="292B37"/>
                </a:solidFill>
                <a:latin typeface="Work Sans"/>
              </a:rPr>
              <a:t>La forma de imprimir es muy similar a la que una impresora de tinta funciona, pero repitiendo el proceso cientos de veces, como capas de una pieza.</a:t>
            </a:r>
            <a:endParaRPr lang="es-ES" b="0" i="0" dirty="0">
              <a:solidFill>
                <a:srgbClr val="8F919B"/>
              </a:solidFill>
              <a:effectLst/>
              <a:latin typeface="Work Sans"/>
            </a:endParaRPr>
          </a:p>
        </p:txBody>
      </p:sp>
      <p:sp>
        <p:nvSpPr>
          <p:cNvPr id="2" name="Rectángulo 1">
            <a:extLst>
              <a:ext uri="{FF2B5EF4-FFF2-40B4-BE49-F238E27FC236}">
                <a16:creationId xmlns:a16="http://schemas.microsoft.com/office/drawing/2014/main" id="{F3CD64C6-48C4-4A3F-B199-FA079DE25A58}"/>
              </a:ext>
            </a:extLst>
          </p:cNvPr>
          <p:cNvSpPr/>
          <p:nvPr/>
        </p:nvSpPr>
        <p:spPr>
          <a:xfrm>
            <a:off x="4352702" y="0"/>
            <a:ext cx="3832459" cy="523220"/>
          </a:xfrm>
          <a:prstGeom prst="rect">
            <a:avLst/>
          </a:prstGeom>
        </p:spPr>
        <p:txBody>
          <a:bodyPr wrap="none">
            <a:spAutoFit/>
          </a:bodyPr>
          <a:lstStyle/>
          <a:p>
            <a:r>
              <a:rPr lang="es-ES" sz="2800" b="1" dirty="0">
                <a:solidFill>
                  <a:srgbClr val="292B37"/>
                </a:solidFill>
                <a:latin typeface="Work Sans"/>
              </a:rPr>
              <a:t>Fusión de capa de polvo</a:t>
            </a:r>
            <a:endParaRPr lang="es-ES" b="1" dirty="0">
              <a:solidFill>
                <a:srgbClr val="292B37"/>
              </a:solidFill>
              <a:latin typeface="Work Sans"/>
            </a:endParaRPr>
          </a:p>
        </p:txBody>
      </p:sp>
    </p:spTree>
    <p:extLst>
      <p:ext uri="{BB962C8B-B14F-4D97-AF65-F5344CB8AC3E}">
        <p14:creationId xmlns:p14="http://schemas.microsoft.com/office/powerpoint/2010/main" val="1668747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E43738E4-48AB-4CD6-B150-76AD8F25715B}"/>
              </a:ext>
            </a:extLst>
          </p:cNvPr>
          <p:cNvSpPr/>
          <p:nvPr/>
        </p:nvSpPr>
        <p:spPr>
          <a:xfrm>
            <a:off x="2681175" y="699060"/>
            <a:ext cx="4647426" cy="369332"/>
          </a:xfrm>
          <a:prstGeom prst="rect">
            <a:avLst/>
          </a:prstGeom>
        </p:spPr>
        <p:txBody>
          <a:bodyPr wrap="none">
            <a:spAutoFit/>
          </a:bodyPr>
          <a:lstStyle/>
          <a:p>
            <a:r>
              <a:rPr lang="nb-NO" b="1" u="sng" dirty="0">
                <a:latin typeface="arial" panose="020B0604020202020204" pitchFamily="34" charset="0"/>
              </a:rPr>
              <a:t>Inyección de aglutinante (Binder Jetting)</a:t>
            </a:r>
            <a:endParaRPr lang="es-PE" dirty="0"/>
          </a:p>
        </p:txBody>
      </p:sp>
      <p:sp>
        <p:nvSpPr>
          <p:cNvPr id="7" name="Rectángulo 6">
            <a:extLst>
              <a:ext uri="{FF2B5EF4-FFF2-40B4-BE49-F238E27FC236}">
                <a16:creationId xmlns:a16="http://schemas.microsoft.com/office/drawing/2014/main" id="{01202E6E-F91C-4E8D-BE01-B936C7A72B2F}"/>
              </a:ext>
            </a:extLst>
          </p:cNvPr>
          <p:cNvSpPr/>
          <p:nvPr/>
        </p:nvSpPr>
        <p:spPr>
          <a:xfrm>
            <a:off x="609600" y="4589279"/>
            <a:ext cx="3411408" cy="1200329"/>
          </a:xfrm>
          <a:prstGeom prst="rect">
            <a:avLst/>
          </a:prstGeom>
        </p:spPr>
        <p:txBody>
          <a:bodyPr wrap="square">
            <a:spAutoFit/>
          </a:bodyPr>
          <a:lstStyle/>
          <a:p>
            <a:pPr algn="just"/>
            <a:r>
              <a:rPr lang="es-ES" dirty="0">
                <a:latin typeface="arial" panose="020B0604020202020204" pitchFamily="34" charset="0"/>
              </a:rPr>
              <a:t>. Por lo general las piezas metálicas o cerámicas son llevadas a un horno luego de ser impresas.</a:t>
            </a:r>
            <a:endParaRPr lang="es-ES" dirty="0">
              <a:effectLst/>
            </a:endParaRPr>
          </a:p>
        </p:txBody>
      </p:sp>
      <p:sp>
        <p:nvSpPr>
          <p:cNvPr id="8" name="Rectángulo 7">
            <a:extLst>
              <a:ext uri="{FF2B5EF4-FFF2-40B4-BE49-F238E27FC236}">
                <a16:creationId xmlns:a16="http://schemas.microsoft.com/office/drawing/2014/main" id="{BE3DE08C-426C-4377-A262-D75A29D376C2}"/>
              </a:ext>
            </a:extLst>
          </p:cNvPr>
          <p:cNvSpPr/>
          <p:nvPr/>
        </p:nvSpPr>
        <p:spPr>
          <a:xfrm>
            <a:off x="4542954" y="4333082"/>
            <a:ext cx="3822803" cy="646331"/>
          </a:xfrm>
          <a:prstGeom prst="rect">
            <a:avLst/>
          </a:prstGeom>
        </p:spPr>
        <p:txBody>
          <a:bodyPr wrap="square">
            <a:spAutoFit/>
          </a:bodyPr>
          <a:lstStyle/>
          <a:p>
            <a:r>
              <a:rPr lang="es-PE" b="1" dirty="0">
                <a:latin typeface="arial" panose="020B0604020202020204" pitchFamily="34" charset="0"/>
              </a:rPr>
              <a:t>PBIH: </a:t>
            </a:r>
            <a:r>
              <a:rPr lang="es-PE" dirty="0" err="1">
                <a:latin typeface="arial" panose="020B0604020202020204" pitchFamily="34" charset="0"/>
              </a:rPr>
              <a:t>Power</a:t>
            </a:r>
            <a:r>
              <a:rPr lang="es-PE" dirty="0">
                <a:latin typeface="arial" panose="020B0604020202020204" pitchFamily="34" charset="0"/>
              </a:rPr>
              <a:t> </a:t>
            </a:r>
            <a:r>
              <a:rPr lang="es-PE" dirty="0" err="1">
                <a:latin typeface="arial" panose="020B0604020202020204" pitchFamily="34" charset="0"/>
              </a:rPr>
              <a:t>Bed</a:t>
            </a:r>
            <a:r>
              <a:rPr lang="es-PE" dirty="0">
                <a:latin typeface="arial" panose="020B0604020202020204" pitchFamily="34" charset="0"/>
              </a:rPr>
              <a:t> and </a:t>
            </a:r>
            <a:r>
              <a:rPr lang="es-PE" dirty="0" err="1">
                <a:latin typeface="arial" panose="020B0604020202020204" pitchFamily="34" charset="0"/>
              </a:rPr>
              <a:t>Inker</a:t>
            </a:r>
            <a:r>
              <a:rPr lang="es-PE" dirty="0">
                <a:latin typeface="arial" panose="020B0604020202020204" pitchFamily="34" charset="0"/>
              </a:rPr>
              <a:t> Head</a:t>
            </a:r>
          </a:p>
          <a:p>
            <a:r>
              <a:rPr lang="es-ES" b="1" dirty="0">
                <a:effectLst/>
                <a:latin typeface="arial" panose="020B0604020202020204" pitchFamily="34" charset="0"/>
              </a:rPr>
              <a:t>P</a:t>
            </a:r>
            <a:r>
              <a:rPr lang="es-PE" b="1" dirty="0">
                <a:effectLst/>
                <a:latin typeface="arial" panose="020B0604020202020204" pitchFamily="34" charset="0"/>
              </a:rPr>
              <a:t>P: </a:t>
            </a:r>
            <a:r>
              <a:rPr lang="es-PE" dirty="0" err="1">
                <a:effectLst/>
                <a:latin typeface="arial" panose="020B0604020202020204" pitchFamily="34" charset="0"/>
              </a:rPr>
              <a:t>Plaster</a:t>
            </a:r>
            <a:r>
              <a:rPr lang="es-PE" dirty="0">
                <a:effectLst/>
                <a:latin typeface="arial" panose="020B0604020202020204" pitchFamily="34" charset="0"/>
              </a:rPr>
              <a:t> </a:t>
            </a:r>
            <a:r>
              <a:rPr lang="es-PE" dirty="0" err="1">
                <a:effectLst/>
                <a:latin typeface="arial" panose="020B0604020202020204" pitchFamily="34" charset="0"/>
              </a:rPr>
              <a:t>Based</a:t>
            </a:r>
            <a:r>
              <a:rPr lang="es-PE" dirty="0">
                <a:effectLst/>
                <a:latin typeface="arial" panose="020B0604020202020204" pitchFamily="34" charset="0"/>
              </a:rPr>
              <a:t> 3D </a:t>
            </a:r>
            <a:r>
              <a:rPr lang="es-PE" dirty="0" err="1">
                <a:effectLst/>
                <a:latin typeface="arial" panose="020B0604020202020204" pitchFamily="34" charset="0"/>
              </a:rPr>
              <a:t>Printing</a:t>
            </a:r>
            <a:endParaRPr lang="es-PE" dirty="0">
              <a:effectLst/>
              <a:latin typeface="arial" panose="020B0604020202020204" pitchFamily="34" charset="0"/>
            </a:endParaRPr>
          </a:p>
        </p:txBody>
      </p:sp>
      <p:pic>
        <p:nvPicPr>
          <p:cNvPr id="10" name="Imagen 9">
            <a:extLst>
              <a:ext uri="{FF2B5EF4-FFF2-40B4-BE49-F238E27FC236}">
                <a16:creationId xmlns:a16="http://schemas.microsoft.com/office/drawing/2014/main" id="{4DF518DD-F0C0-4396-AB3D-F494836EEA1D}"/>
              </a:ext>
            </a:extLst>
          </p:cNvPr>
          <p:cNvPicPr>
            <a:picLocks noChangeAspect="1"/>
          </p:cNvPicPr>
          <p:nvPr/>
        </p:nvPicPr>
        <p:blipFill rotWithShape="1">
          <a:blip r:embed="rId2">
            <a:extLst>
              <a:ext uri="{28A0092B-C50C-407E-A947-70E740481C1C}">
                <a14:useLocalDpi xmlns:a14="http://schemas.microsoft.com/office/drawing/2010/main" val="0"/>
              </a:ext>
            </a:extLst>
          </a:blip>
          <a:srcRect l="14114" r="12171"/>
          <a:stretch/>
        </p:blipFill>
        <p:spPr>
          <a:xfrm>
            <a:off x="8369196" y="589547"/>
            <a:ext cx="3822804" cy="2963414"/>
          </a:xfrm>
          <a:prstGeom prst="rect">
            <a:avLst/>
          </a:prstGeom>
        </p:spPr>
      </p:pic>
      <p:pic>
        <p:nvPicPr>
          <p:cNvPr id="12" name="Imagen 11">
            <a:extLst>
              <a:ext uri="{FF2B5EF4-FFF2-40B4-BE49-F238E27FC236}">
                <a16:creationId xmlns:a16="http://schemas.microsoft.com/office/drawing/2014/main" id="{51AB846C-FDBD-4D47-B990-588FAF0AB6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7702" y="3894586"/>
            <a:ext cx="3774298" cy="2963414"/>
          </a:xfrm>
          <a:prstGeom prst="rect">
            <a:avLst/>
          </a:prstGeom>
        </p:spPr>
      </p:pic>
      <p:sp>
        <p:nvSpPr>
          <p:cNvPr id="2" name="Rectángulo 1">
            <a:extLst>
              <a:ext uri="{FF2B5EF4-FFF2-40B4-BE49-F238E27FC236}">
                <a16:creationId xmlns:a16="http://schemas.microsoft.com/office/drawing/2014/main" id="{1C5D045B-B247-4FB5-972C-9C6ABFD3C34C}"/>
              </a:ext>
            </a:extLst>
          </p:cNvPr>
          <p:cNvSpPr/>
          <p:nvPr/>
        </p:nvSpPr>
        <p:spPr>
          <a:xfrm>
            <a:off x="609600" y="1068392"/>
            <a:ext cx="6248400" cy="2308324"/>
          </a:xfrm>
          <a:prstGeom prst="rect">
            <a:avLst/>
          </a:prstGeom>
        </p:spPr>
        <p:txBody>
          <a:bodyPr wrap="square">
            <a:spAutoFit/>
          </a:bodyPr>
          <a:lstStyle/>
          <a:p>
            <a:pPr algn="just"/>
            <a:r>
              <a:rPr lang="es-ES" dirty="0">
                <a:latin typeface="PT Sans"/>
              </a:rPr>
              <a:t>Consiste en la aplicación de aglutinantes líquidos orgánicos o inorgánicos) (pegamentos) sobre un lecho de polvo, que luego se solidifica en sección transversal.</a:t>
            </a:r>
          </a:p>
          <a:p>
            <a:pPr algn="just"/>
            <a:r>
              <a:rPr lang="es-ES" dirty="0">
                <a:latin typeface="PT Sans"/>
              </a:rPr>
              <a:t>Cada capa se imprime de una manera similar a como lo hacen las impresoras domésticas de chorro de tinta, con la diferencia de que, en este caso, la capa de tinta o aglutinante son aplicados sobre un lecho de polvo, capa a capa.</a:t>
            </a:r>
          </a:p>
        </p:txBody>
      </p:sp>
      <p:sp>
        <p:nvSpPr>
          <p:cNvPr id="3" name="Rectángulo 2">
            <a:extLst>
              <a:ext uri="{FF2B5EF4-FFF2-40B4-BE49-F238E27FC236}">
                <a16:creationId xmlns:a16="http://schemas.microsoft.com/office/drawing/2014/main" id="{9FC9BAF9-BDF4-4F16-AE98-797FC2AA946E}"/>
              </a:ext>
            </a:extLst>
          </p:cNvPr>
          <p:cNvSpPr/>
          <p:nvPr/>
        </p:nvSpPr>
        <p:spPr>
          <a:xfrm>
            <a:off x="609600" y="3517442"/>
            <a:ext cx="6248400" cy="923330"/>
          </a:xfrm>
          <a:prstGeom prst="rect">
            <a:avLst/>
          </a:prstGeom>
        </p:spPr>
        <p:txBody>
          <a:bodyPr wrap="square">
            <a:spAutoFit/>
          </a:bodyPr>
          <a:lstStyle/>
          <a:p>
            <a:r>
              <a:rPr lang="es-ES" dirty="0">
                <a:latin typeface="PT Sans"/>
              </a:rPr>
              <a:t>Materiales utilizados: cerámicos (composites), resinas, cristal, metal (aluminio, acero inoxidable y plata), termoplásticos y ceras.</a:t>
            </a:r>
          </a:p>
        </p:txBody>
      </p:sp>
      <p:sp>
        <p:nvSpPr>
          <p:cNvPr id="4" name="Rectángulo 3">
            <a:extLst>
              <a:ext uri="{FF2B5EF4-FFF2-40B4-BE49-F238E27FC236}">
                <a16:creationId xmlns:a16="http://schemas.microsoft.com/office/drawing/2014/main" id="{F14B9450-42BD-4052-B5F7-D790FDB3F667}"/>
              </a:ext>
            </a:extLst>
          </p:cNvPr>
          <p:cNvSpPr/>
          <p:nvPr/>
        </p:nvSpPr>
        <p:spPr>
          <a:xfrm>
            <a:off x="2496295" y="6394200"/>
            <a:ext cx="3049425" cy="369332"/>
          </a:xfrm>
          <a:prstGeom prst="rect">
            <a:avLst/>
          </a:prstGeom>
        </p:spPr>
        <p:txBody>
          <a:bodyPr wrap="none">
            <a:spAutoFit/>
          </a:bodyPr>
          <a:lstStyle/>
          <a:p>
            <a:r>
              <a:rPr lang="es-PE" dirty="0"/>
              <a:t>https://youtu.be/deA-7b3guT4</a:t>
            </a:r>
          </a:p>
        </p:txBody>
      </p:sp>
    </p:spTree>
    <p:extLst>
      <p:ext uri="{BB962C8B-B14F-4D97-AF65-F5344CB8AC3E}">
        <p14:creationId xmlns:p14="http://schemas.microsoft.com/office/powerpoint/2010/main" val="1213455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35F418DA-8879-4BA1-9519-D1A34FB15D1C}"/>
              </a:ext>
            </a:extLst>
          </p:cNvPr>
          <p:cNvGraphicFramePr/>
          <p:nvPr/>
        </p:nvGraphicFramePr>
        <p:xfrm>
          <a:off x="1006867" y="441789"/>
          <a:ext cx="10479641" cy="5696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1645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1EBA733-AC7B-4D49-A1E8-1074BE30BFB2}"/>
              </a:ext>
            </a:extLst>
          </p:cNvPr>
          <p:cNvSpPr/>
          <p:nvPr/>
        </p:nvSpPr>
        <p:spPr>
          <a:xfrm>
            <a:off x="1419661" y="2427550"/>
            <a:ext cx="5022574" cy="1754326"/>
          </a:xfrm>
          <a:prstGeom prst="rect">
            <a:avLst/>
          </a:prstGeom>
        </p:spPr>
        <p:txBody>
          <a:bodyPr wrap="square">
            <a:spAutoFit/>
          </a:bodyPr>
          <a:lstStyle/>
          <a:p>
            <a:pPr algn="just"/>
            <a:r>
              <a:rPr lang="es-ES" dirty="0">
                <a:solidFill>
                  <a:srgbClr val="333333"/>
                </a:solidFill>
                <a:latin typeface="Charter"/>
              </a:rPr>
              <a:t>Distintas capas de material (papel adhesivo, plástico o láminas de metal) son situadas una encima de otra y se pegan con resina/pegamento y son cortadas con la forma apropiada con láser. Este proceso recuerda en parte al modo de fabricación de la fibra de carbono.</a:t>
            </a:r>
            <a:endParaRPr lang="es-PE" dirty="0"/>
          </a:p>
        </p:txBody>
      </p:sp>
      <p:sp>
        <p:nvSpPr>
          <p:cNvPr id="3" name="Rectángulo 2">
            <a:extLst>
              <a:ext uri="{FF2B5EF4-FFF2-40B4-BE49-F238E27FC236}">
                <a16:creationId xmlns:a16="http://schemas.microsoft.com/office/drawing/2014/main" id="{D31460F9-AD44-4F73-AB18-C32886D8E4FA}"/>
              </a:ext>
            </a:extLst>
          </p:cNvPr>
          <p:cNvSpPr/>
          <p:nvPr/>
        </p:nvSpPr>
        <p:spPr>
          <a:xfrm>
            <a:off x="6904385" y="5808415"/>
            <a:ext cx="3091103" cy="369332"/>
          </a:xfrm>
          <a:prstGeom prst="rect">
            <a:avLst/>
          </a:prstGeom>
        </p:spPr>
        <p:txBody>
          <a:bodyPr wrap="none">
            <a:spAutoFit/>
          </a:bodyPr>
          <a:lstStyle/>
          <a:p>
            <a:r>
              <a:rPr lang="es-PE" dirty="0"/>
              <a:t>https://youtu.be/aAbBvrfS6TY</a:t>
            </a:r>
          </a:p>
        </p:txBody>
      </p:sp>
      <p:sp>
        <p:nvSpPr>
          <p:cNvPr id="2" name="Rectángulo 1">
            <a:extLst>
              <a:ext uri="{FF2B5EF4-FFF2-40B4-BE49-F238E27FC236}">
                <a16:creationId xmlns:a16="http://schemas.microsoft.com/office/drawing/2014/main" id="{936C5E4F-DD58-44A5-8490-27B2BA68C2D9}"/>
              </a:ext>
            </a:extLst>
          </p:cNvPr>
          <p:cNvSpPr/>
          <p:nvPr/>
        </p:nvSpPr>
        <p:spPr>
          <a:xfrm>
            <a:off x="3242419" y="868101"/>
            <a:ext cx="6099234" cy="523220"/>
          </a:xfrm>
          <a:prstGeom prst="rect">
            <a:avLst/>
          </a:prstGeom>
        </p:spPr>
        <p:txBody>
          <a:bodyPr wrap="none">
            <a:spAutoFit/>
          </a:bodyPr>
          <a:lstStyle/>
          <a:p>
            <a:r>
              <a:rPr lang="es-ES" sz="2800" b="1" dirty="0" err="1">
                <a:solidFill>
                  <a:srgbClr val="333333"/>
                </a:solidFill>
                <a:latin typeface="Charter"/>
              </a:rPr>
              <a:t>Laminated</a:t>
            </a:r>
            <a:r>
              <a:rPr lang="es-ES" sz="2800" b="1" dirty="0">
                <a:solidFill>
                  <a:srgbClr val="333333"/>
                </a:solidFill>
                <a:latin typeface="Charter"/>
              </a:rPr>
              <a:t> </a:t>
            </a:r>
            <a:r>
              <a:rPr lang="es-ES" sz="2800" b="1" dirty="0" err="1">
                <a:solidFill>
                  <a:srgbClr val="333333"/>
                </a:solidFill>
                <a:latin typeface="Charter"/>
              </a:rPr>
              <a:t>Object</a:t>
            </a:r>
            <a:r>
              <a:rPr lang="es-ES" sz="2800" b="1" dirty="0">
                <a:solidFill>
                  <a:srgbClr val="333333"/>
                </a:solidFill>
                <a:latin typeface="Charter"/>
              </a:rPr>
              <a:t> </a:t>
            </a:r>
            <a:r>
              <a:rPr lang="es-ES" sz="2800" b="1" dirty="0" err="1">
                <a:solidFill>
                  <a:srgbClr val="333333"/>
                </a:solidFill>
                <a:latin typeface="Charter"/>
              </a:rPr>
              <a:t>Manufacturing</a:t>
            </a:r>
            <a:r>
              <a:rPr lang="es-ES" sz="2800" dirty="0">
                <a:solidFill>
                  <a:srgbClr val="333333"/>
                </a:solidFill>
                <a:latin typeface="Charter"/>
              </a:rPr>
              <a:t> (LOM)</a:t>
            </a:r>
            <a:endParaRPr lang="es-PE" sz="2800" dirty="0"/>
          </a:p>
        </p:txBody>
      </p:sp>
    </p:spTree>
    <p:extLst>
      <p:ext uri="{BB962C8B-B14F-4D97-AF65-F5344CB8AC3E}">
        <p14:creationId xmlns:p14="http://schemas.microsoft.com/office/powerpoint/2010/main" val="2891886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C9B423F7-CE8C-4B92-9364-DFE93E420D57}"/>
              </a:ext>
            </a:extLst>
          </p:cNvPr>
          <p:cNvSpPr/>
          <p:nvPr/>
        </p:nvSpPr>
        <p:spPr>
          <a:xfrm>
            <a:off x="7274828" y="220093"/>
            <a:ext cx="3740126" cy="523220"/>
          </a:xfrm>
          <a:prstGeom prst="rect">
            <a:avLst/>
          </a:prstGeom>
        </p:spPr>
        <p:txBody>
          <a:bodyPr wrap="none">
            <a:spAutoFit/>
          </a:bodyPr>
          <a:lstStyle/>
          <a:p>
            <a:r>
              <a:rPr lang="es-PE" sz="2800" b="1" u="sng" dirty="0">
                <a:latin typeface="arial" panose="020B0604020202020204" pitchFamily="34" charset="0"/>
              </a:rPr>
              <a:t>Laminación de hojas</a:t>
            </a:r>
            <a:endParaRPr lang="es-PE" sz="2800" dirty="0"/>
          </a:p>
        </p:txBody>
      </p:sp>
      <p:sp>
        <p:nvSpPr>
          <p:cNvPr id="6" name="Rectángulo 5">
            <a:extLst>
              <a:ext uri="{FF2B5EF4-FFF2-40B4-BE49-F238E27FC236}">
                <a16:creationId xmlns:a16="http://schemas.microsoft.com/office/drawing/2014/main" id="{B4F8C98E-6A4A-43CA-8653-EF5530654740}"/>
              </a:ext>
            </a:extLst>
          </p:cNvPr>
          <p:cNvSpPr/>
          <p:nvPr/>
        </p:nvSpPr>
        <p:spPr>
          <a:xfrm>
            <a:off x="5404118" y="1189437"/>
            <a:ext cx="6096000" cy="3139321"/>
          </a:xfrm>
          <a:prstGeom prst="rect">
            <a:avLst/>
          </a:prstGeom>
        </p:spPr>
        <p:txBody>
          <a:bodyPr>
            <a:spAutoFit/>
          </a:bodyPr>
          <a:lstStyle/>
          <a:p>
            <a:pPr algn="just"/>
            <a:r>
              <a:rPr lang="es-ES" dirty="0">
                <a:latin typeface="arial" panose="020B0604020202020204" pitchFamily="34" charset="0"/>
              </a:rPr>
              <a:t>En este método, láminas de material son apiladas y laminadas en conjunto para formar un objeto. El proceso de laminación puede ser adhesivo o químico, soldadura ultrasónica o soldadura de bronce según el material que se está laminando. Posteriormente las zonas que no se necesitan son cortadas, capa por capa y eliminadas luego de que el objeto está concluido. Permite combinaciones de </a:t>
            </a:r>
            <a:r>
              <a:rPr lang="es-ES" dirty="0" err="1">
                <a:latin typeface="arial" panose="020B0604020202020204" pitchFamily="34" charset="0"/>
              </a:rPr>
              <a:t>foil</a:t>
            </a:r>
            <a:r>
              <a:rPr lang="es-ES" dirty="0">
                <a:latin typeface="arial" panose="020B0604020202020204" pitchFamily="34" charset="0"/>
              </a:rPr>
              <a:t> de metal incluyendo componentes embebidos y los costos son relativamente bajos. Se suele utilizar con papel, láminas de plástico y metal </a:t>
            </a:r>
            <a:r>
              <a:rPr lang="es-ES" dirty="0" err="1">
                <a:latin typeface="arial" panose="020B0604020202020204" pitchFamily="34" charset="0"/>
              </a:rPr>
              <a:t>foil</a:t>
            </a:r>
            <a:r>
              <a:rPr lang="es-ES" dirty="0">
                <a:latin typeface="arial" panose="020B0604020202020204" pitchFamily="34" charset="0"/>
              </a:rPr>
              <a:t>. Esta categoría contempla los siguientes procesos:</a:t>
            </a:r>
            <a:endParaRPr lang="es-ES" dirty="0">
              <a:effectLst/>
            </a:endParaRPr>
          </a:p>
        </p:txBody>
      </p:sp>
      <p:sp>
        <p:nvSpPr>
          <p:cNvPr id="7" name="Rectángulo 6">
            <a:extLst>
              <a:ext uri="{FF2B5EF4-FFF2-40B4-BE49-F238E27FC236}">
                <a16:creationId xmlns:a16="http://schemas.microsoft.com/office/drawing/2014/main" id="{CF59DFBD-1DE5-4D44-8E91-DF7A32809D3C}"/>
              </a:ext>
            </a:extLst>
          </p:cNvPr>
          <p:cNvSpPr/>
          <p:nvPr/>
        </p:nvSpPr>
        <p:spPr>
          <a:xfrm>
            <a:off x="7246620" y="4928770"/>
            <a:ext cx="4991100" cy="923330"/>
          </a:xfrm>
          <a:prstGeom prst="rect">
            <a:avLst/>
          </a:prstGeom>
        </p:spPr>
        <p:txBody>
          <a:bodyPr wrap="square">
            <a:spAutoFit/>
          </a:bodyPr>
          <a:lstStyle/>
          <a:p>
            <a:pPr algn="just"/>
            <a:r>
              <a:rPr lang="es-PE" b="1" dirty="0">
                <a:latin typeface="arial" panose="020B0604020202020204" pitchFamily="34" charset="0"/>
              </a:rPr>
              <a:t>LOM</a:t>
            </a:r>
            <a:r>
              <a:rPr lang="es-PE" dirty="0">
                <a:latin typeface="arial" panose="020B0604020202020204" pitchFamily="34" charset="0"/>
              </a:rPr>
              <a:t>: Manufactura de objetos laminados.</a:t>
            </a:r>
            <a:endParaRPr lang="es-PE" dirty="0"/>
          </a:p>
          <a:p>
            <a:pPr algn="just"/>
            <a:r>
              <a:rPr lang="es-PE" b="1" dirty="0">
                <a:latin typeface="arial" panose="020B0604020202020204" pitchFamily="34" charset="0"/>
              </a:rPr>
              <a:t>SDL</a:t>
            </a:r>
            <a:r>
              <a:rPr lang="es-PE" dirty="0">
                <a:latin typeface="arial" panose="020B0604020202020204" pitchFamily="34" charset="0"/>
              </a:rPr>
              <a:t>: Laminación por deposición selectiva.</a:t>
            </a:r>
            <a:endParaRPr lang="es-PE" dirty="0"/>
          </a:p>
          <a:p>
            <a:pPr algn="just"/>
            <a:r>
              <a:rPr lang="es-PE" b="1" dirty="0">
                <a:latin typeface="arial" panose="020B0604020202020204" pitchFamily="34" charset="0"/>
              </a:rPr>
              <a:t>UAM</a:t>
            </a:r>
            <a:r>
              <a:rPr lang="es-PE" dirty="0">
                <a:latin typeface="arial" panose="020B0604020202020204" pitchFamily="34" charset="0"/>
              </a:rPr>
              <a:t>: Manufactura aditiva ultrasónica.</a:t>
            </a:r>
            <a:endParaRPr lang="es-PE" dirty="0">
              <a:effectLst/>
            </a:endParaRPr>
          </a:p>
        </p:txBody>
      </p:sp>
      <p:sp>
        <p:nvSpPr>
          <p:cNvPr id="2" name="Rectángulo 1">
            <a:extLst>
              <a:ext uri="{FF2B5EF4-FFF2-40B4-BE49-F238E27FC236}">
                <a16:creationId xmlns:a16="http://schemas.microsoft.com/office/drawing/2014/main" id="{45F2E298-1FA2-46B3-8410-98746050446A}"/>
              </a:ext>
            </a:extLst>
          </p:cNvPr>
          <p:cNvSpPr/>
          <p:nvPr/>
        </p:nvSpPr>
        <p:spPr>
          <a:xfrm>
            <a:off x="859297" y="1189437"/>
            <a:ext cx="4377406" cy="2862322"/>
          </a:xfrm>
          <a:prstGeom prst="rect">
            <a:avLst/>
          </a:prstGeom>
        </p:spPr>
        <p:txBody>
          <a:bodyPr wrap="square">
            <a:spAutoFit/>
          </a:bodyPr>
          <a:lstStyle/>
          <a:p>
            <a:r>
              <a:rPr lang="es-ES" i="1" dirty="0">
                <a:solidFill>
                  <a:srgbClr val="333333"/>
                </a:solidFill>
                <a:latin typeface="Noto Serif"/>
              </a:rPr>
              <a:t>La </a:t>
            </a:r>
            <a:r>
              <a:rPr lang="es-ES" b="1" i="1" dirty="0">
                <a:solidFill>
                  <a:srgbClr val="333333"/>
                </a:solidFill>
                <a:latin typeface="inherit"/>
              </a:rPr>
              <a:t>Fabricación por corte y laminado</a:t>
            </a:r>
            <a:r>
              <a:rPr lang="es-ES" i="1" dirty="0">
                <a:solidFill>
                  <a:srgbClr val="333333"/>
                </a:solidFill>
                <a:latin typeface="Noto Serif"/>
              </a:rPr>
              <a:t>, conocida por las siglas </a:t>
            </a:r>
            <a:r>
              <a:rPr lang="es-ES" b="1" i="1" dirty="0">
                <a:solidFill>
                  <a:srgbClr val="333333"/>
                </a:solidFill>
                <a:latin typeface="inherit"/>
              </a:rPr>
              <a:t>LOM</a:t>
            </a:r>
            <a:r>
              <a:rPr lang="es-ES" i="1" dirty="0">
                <a:solidFill>
                  <a:srgbClr val="333333"/>
                </a:solidFill>
                <a:latin typeface="Noto Serif"/>
              </a:rPr>
              <a:t> (</a:t>
            </a:r>
            <a:r>
              <a:rPr lang="es-ES" i="1" dirty="0" err="1">
                <a:solidFill>
                  <a:srgbClr val="333333"/>
                </a:solidFill>
                <a:latin typeface="Noto Serif"/>
              </a:rPr>
              <a:t>laminated</a:t>
            </a:r>
            <a:r>
              <a:rPr lang="es-ES" i="1" dirty="0">
                <a:solidFill>
                  <a:srgbClr val="333333"/>
                </a:solidFill>
                <a:latin typeface="Noto Serif"/>
              </a:rPr>
              <a:t> </a:t>
            </a:r>
            <a:r>
              <a:rPr lang="es-ES" i="1" dirty="0" err="1">
                <a:solidFill>
                  <a:srgbClr val="333333"/>
                </a:solidFill>
                <a:latin typeface="Noto Serif"/>
              </a:rPr>
              <a:t>object</a:t>
            </a:r>
            <a:r>
              <a:rPr lang="es-ES" i="1" dirty="0">
                <a:solidFill>
                  <a:srgbClr val="333333"/>
                </a:solidFill>
                <a:latin typeface="Noto Serif"/>
              </a:rPr>
              <a:t> </a:t>
            </a:r>
            <a:r>
              <a:rPr lang="es-ES" i="1" dirty="0" err="1">
                <a:solidFill>
                  <a:srgbClr val="333333"/>
                </a:solidFill>
                <a:latin typeface="Noto Serif"/>
              </a:rPr>
              <a:t>manufacturing</a:t>
            </a:r>
            <a:r>
              <a:rPr lang="es-ES" i="1" dirty="0">
                <a:solidFill>
                  <a:srgbClr val="333333"/>
                </a:solidFill>
                <a:latin typeface="Noto Serif"/>
              </a:rPr>
              <a:t>): utiliza el </a:t>
            </a:r>
            <a:r>
              <a:rPr lang="es-ES" b="1" i="1" dirty="0">
                <a:solidFill>
                  <a:srgbClr val="333333"/>
                </a:solidFill>
                <a:latin typeface="inherit"/>
              </a:rPr>
              <a:t>material en estado sólido</a:t>
            </a:r>
            <a:r>
              <a:rPr lang="es-ES" i="1" dirty="0">
                <a:solidFill>
                  <a:srgbClr val="333333"/>
                </a:solidFill>
                <a:latin typeface="Noto Serif"/>
              </a:rPr>
              <a:t>. En lugar de partir de un líquido como vimos en la </a:t>
            </a:r>
            <a:r>
              <a:rPr lang="es-ES" b="1" i="1" dirty="0">
                <a:solidFill>
                  <a:srgbClr val="333333"/>
                </a:solidFill>
                <a:latin typeface="inherit"/>
              </a:rPr>
              <a:t>estereolitografía</a:t>
            </a:r>
            <a:r>
              <a:rPr lang="es-ES" i="1" dirty="0">
                <a:solidFill>
                  <a:srgbClr val="333333"/>
                </a:solidFill>
                <a:latin typeface="Noto Serif"/>
              </a:rPr>
              <a:t> , o de un material en polvo como en el </a:t>
            </a:r>
            <a:r>
              <a:rPr lang="es-ES" b="1" i="1" dirty="0">
                <a:solidFill>
                  <a:srgbClr val="333333"/>
                </a:solidFill>
                <a:latin typeface="inherit"/>
              </a:rPr>
              <a:t>sinterizado selectivo por láser</a:t>
            </a:r>
            <a:r>
              <a:rPr lang="es-ES" i="1" dirty="0">
                <a:solidFill>
                  <a:srgbClr val="333333"/>
                </a:solidFill>
                <a:latin typeface="Noto Serif"/>
              </a:rPr>
              <a:t> (SLS), en este caso se parte del material en estado sólido, en una pieza, a la cual se le va a mecanizar.</a:t>
            </a:r>
            <a:endParaRPr lang="es-PE" dirty="0"/>
          </a:p>
        </p:txBody>
      </p:sp>
      <p:sp>
        <p:nvSpPr>
          <p:cNvPr id="3" name="Rectángulo 2">
            <a:extLst>
              <a:ext uri="{FF2B5EF4-FFF2-40B4-BE49-F238E27FC236}">
                <a16:creationId xmlns:a16="http://schemas.microsoft.com/office/drawing/2014/main" id="{C9529068-0D38-40E8-A0EA-47D158DE0C84}"/>
              </a:ext>
            </a:extLst>
          </p:cNvPr>
          <p:cNvSpPr/>
          <p:nvPr/>
        </p:nvSpPr>
        <p:spPr>
          <a:xfrm>
            <a:off x="735119" y="5852100"/>
            <a:ext cx="3091103" cy="369332"/>
          </a:xfrm>
          <a:prstGeom prst="rect">
            <a:avLst/>
          </a:prstGeom>
        </p:spPr>
        <p:txBody>
          <a:bodyPr wrap="none">
            <a:spAutoFit/>
          </a:bodyPr>
          <a:lstStyle/>
          <a:p>
            <a:r>
              <a:rPr lang="es-PE" dirty="0"/>
              <a:t>https://youtu.be/aAbBvrfS6TY</a:t>
            </a:r>
          </a:p>
        </p:txBody>
      </p:sp>
    </p:spTree>
    <p:extLst>
      <p:ext uri="{BB962C8B-B14F-4D97-AF65-F5344CB8AC3E}">
        <p14:creationId xmlns:p14="http://schemas.microsoft.com/office/powerpoint/2010/main" val="3121577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35F418DA-8879-4BA1-9519-D1A34FB15D1C}"/>
              </a:ext>
            </a:extLst>
          </p:cNvPr>
          <p:cNvGraphicFramePr/>
          <p:nvPr/>
        </p:nvGraphicFramePr>
        <p:xfrm>
          <a:off x="1006867" y="441789"/>
          <a:ext cx="10479641" cy="5696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5493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F2DA942-2BF4-4284-A81A-2F530419B5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735" y="1604106"/>
            <a:ext cx="5381682" cy="3418467"/>
          </a:xfrm>
          <a:prstGeom prst="rect">
            <a:avLst/>
          </a:prstGeom>
        </p:spPr>
      </p:pic>
      <p:sp>
        <p:nvSpPr>
          <p:cNvPr id="6" name="Rectángulo 5">
            <a:extLst>
              <a:ext uri="{FF2B5EF4-FFF2-40B4-BE49-F238E27FC236}">
                <a16:creationId xmlns:a16="http://schemas.microsoft.com/office/drawing/2014/main" id="{66647F2B-D646-4B60-9F86-6461EE9F9D72}"/>
              </a:ext>
            </a:extLst>
          </p:cNvPr>
          <p:cNvSpPr/>
          <p:nvPr/>
        </p:nvSpPr>
        <p:spPr>
          <a:xfrm>
            <a:off x="1160472" y="725723"/>
            <a:ext cx="4224233" cy="369332"/>
          </a:xfrm>
          <a:prstGeom prst="rect">
            <a:avLst/>
          </a:prstGeom>
        </p:spPr>
        <p:txBody>
          <a:bodyPr wrap="none">
            <a:spAutoFit/>
          </a:bodyPr>
          <a:lstStyle/>
          <a:p>
            <a:r>
              <a:rPr lang="es-ES" b="1" u="sng" dirty="0">
                <a:latin typeface="arial" panose="020B0604020202020204" pitchFamily="34" charset="0"/>
              </a:rPr>
              <a:t>Deposición Directa de Energía (DED)</a:t>
            </a:r>
            <a:endParaRPr lang="es-PE" dirty="0"/>
          </a:p>
        </p:txBody>
      </p:sp>
      <p:sp>
        <p:nvSpPr>
          <p:cNvPr id="7" name="Rectángulo 6">
            <a:extLst>
              <a:ext uri="{FF2B5EF4-FFF2-40B4-BE49-F238E27FC236}">
                <a16:creationId xmlns:a16="http://schemas.microsoft.com/office/drawing/2014/main" id="{2D765923-C206-4E96-A222-4A6C831F0F3F}"/>
              </a:ext>
            </a:extLst>
          </p:cNvPr>
          <p:cNvSpPr/>
          <p:nvPr/>
        </p:nvSpPr>
        <p:spPr>
          <a:xfrm>
            <a:off x="5914792" y="1265585"/>
            <a:ext cx="5482134" cy="4524315"/>
          </a:xfrm>
          <a:prstGeom prst="rect">
            <a:avLst/>
          </a:prstGeom>
        </p:spPr>
        <p:txBody>
          <a:bodyPr wrap="square">
            <a:spAutoFit/>
          </a:bodyPr>
          <a:lstStyle/>
          <a:p>
            <a:pPr algn="just"/>
            <a:r>
              <a:rPr lang="es-ES" dirty="0">
                <a:latin typeface="arial" panose="020B0604020202020204" pitchFamily="34" charset="0"/>
              </a:rPr>
              <a:t>En esta categoría, materiales en forma de polvo o alambre son alimentados en una superficie donde se van adhiriendo mediante una fuente de energía como un rayo láser o un haz de electrones. Se puede decir que es una forma de soldadura. Una de sus principales características es que no tiene limitaciones de dirección o ejes, además que es efectivo para reparaciones o adiciones de material y se pueden trabajar múltiples materiales en una sola pieza. No obstante, los materiales con los que trabaja se limitan a metales (en polvo o alambre) y cerámicos. Esta categoría incluye las siguientes tecnologías:</a:t>
            </a:r>
            <a:endParaRPr lang="es-ES" dirty="0"/>
          </a:p>
          <a:p>
            <a:pPr algn="just"/>
            <a:r>
              <a:rPr lang="es-ES" b="1" dirty="0">
                <a:latin typeface="arial" panose="020B0604020202020204" pitchFamily="34" charset="0"/>
              </a:rPr>
              <a:t>LMD</a:t>
            </a:r>
            <a:r>
              <a:rPr lang="es-ES" dirty="0">
                <a:latin typeface="arial" panose="020B0604020202020204" pitchFamily="34" charset="0"/>
              </a:rPr>
              <a:t>: Deposición de Metal por Láser</a:t>
            </a:r>
            <a:endParaRPr lang="es-ES" dirty="0"/>
          </a:p>
          <a:p>
            <a:pPr algn="just"/>
            <a:r>
              <a:rPr lang="es-ES" b="1" dirty="0">
                <a:latin typeface="arial" panose="020B0604020202020204" pitchFamily="34" charset="0"/>
              </a:rPr>
              <a:t>DMD</a:t>
            </a:r>
            <a:r>
              <a:rPr lang="es-ES" dirty="0">
                <a:latin typeface="arial" panose="020B0604020202020204" pitchFamily="34" charset="0"/>
              </a:rPr>
              <a:t>: Deposición Directa de Metal</a:t>
            </a:r>
            <a:endParaRPr lang="es-ES" dirty="0"/>
          </a:p>
          <a:p>
            <a:pPr algn="just"/>
            <a:r>
              <a:rPr lang="es-ES" b="1" dirty="0">
                <a:latin typeface="arial" panose="020B0604020202020204" pitchFamily="34" charset="0"/>
              </a:rPr>
              <a:t>LENS</a:t>
            </a:r>
            <a:r>
              <a:rPr lang="es-ES" dirty="0">
                <a:latin typeface="arial" panose="020B0604020202020204" pitchFamily="34" charset="0"/>
              </a:rPr>
              <a:t>: Laser </a:t>
            </a:r>
            <a:r>
              <a:rPr lang="es-ES" dirty="0" err="1">
                <a:latin typeface="arial" panose="020B0604020202020204" pitchFamily="34" charset="0"/>
              </a:rPr>
              <a:t>Engineered</a:t>
            </a:r>
            <a:r>
              <a:rPr lang="es-ES" dirty="0">
                <a:latin typeface="arial" panose="020B0604020202020204" pitchFamily="34" charset="0"/>
              </a:rPr>
              <a:t> Net </a:t>
            </a:r>
            <a:r>
              <a:rPr lang="es-ES" dirty="0" err="1">
                <a:latin typeface="arial" panose="020B0604020202020204" pitchFamily="34" charset="0"/>
              </a:rPr>
              <a:t>Shaping</a:t>
            </a:r>
            <a:endParaRPr lang="es-ES" dirty="0">
              <a:effectLst/>
            </a:endParaRPr>
          </a:p>
        </p:txBody>
      </p:sp>
    </p:spTree>
    <p:extLst>
      <p:ext uri="{BB962C8B-B14F-4D97-AF65-F5344CB8AC3E}">
        <p14:creationId xmlns:p14="http://schemas.microsoft.com/office/powerpoint/2010/main" val="22801033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F1497C4-D1B0-4F1B-91B4-0771CB5E1F35}"/>
              </a:ext>
            </a:extLst>
          </p:cNvPr>
          <p:cNvSpPr/>
          <p:nvPr/>
        </p:nvSpPr>
        <p:spPr>
          <a:xfrm>
            <a:off x="1337533" y="2625852"/>
            <a:ext cx="3473006" cy="1477328"/>
          </a:xfrm>
          <a:prstGeom prst="rect">
            <a:avLst/>
          </a:prstGeom>
        </p:spPr>
        <p:txBody>
          <a:bodyPr wrap="square">
            <a:spAutoFit/>
          </a:bodyPr>
          <a:lstStyle/>
          <a:p>
            <a:pPr algn="just" fontAlgn="base"/>
            <a:r>
              <a:rPr lang="es-ES" dirty="0">
                <a:latin typeface="Open Sans"/>
              </a:rPr>
              <a:t>Esta tecnología presenta anisotropía en la dirección z (dirección vertical) y las capas suelen ser visibles (superficie rugosa).</a:t>
            </a:r>
          </a:p>
        </p:txBody>
      </p:sp>
      <p:sp>
        <p:nvSpPr>
          <p:cNvPr id="5" name="Rectángulo 4">
            <a:extLst>
              <a:ext uri="{FF2B5EF4-FFF2-40B4-BE49-F238E27FC236}">
                <a16:creationId xmlns:a16="http://schemas.microsoft.com/office/drawing/2014/main" id="{32A1FD88-7599-4A1B-A13D-988D7CD3E832}"/>
              </a:ext>
            </a:extLst>
          </p:cNvPr>
          <p:cNvSpPr/>
          <p:nvPr/>
        </p:nvSpPr>
        <p:spPr>
          <a:xfrm>
            <a:off x="4249638" y="0"/>
            <a:ext cx="6851812" cy="523220"/>
          </a:xfrm>
          <a:prstGeom prst="rect">
            <a:avLst/>
          </a:prstGeom>
        </p:spPr>
        <p:txBody>
          <a:bodyPr wrap="none">
            <a:spAutoFit/>
          </a:bodyPr>
          <a:lstStyle/>
          <a:p>
            <a:r>
              <a:rPr lang="es-ES" sz="2800" dirty="0">
                <a:latin typeface="Open Sans"/>
              </a:rPr>
              <a:t>Inconvenientes de la extrusión de material</a:t>
            </a:r>
            <a:endParaRPr lang="es-PE" sz="2800" dirty="0"/>
          </a:p>
        </p:txBody>
      </p:sp>
      <p:pic>
        <p:nvPicPr>
          <p:cNvPr id="1026" name="Picture 2" descr="Defectos en piezas fabricadas por impresión 3D FFF (IV)">
            <a:extLst>
              <a:ext uri="{FF2B5EF4-FFF2-40B4-BE49-F238E27FC236}">
                <a16:creationId xmlns:a16="http://schemas.microsoft.com/office/drawing/2014/main" id="{E03DDDA4-9634-42AA-9B1D-4AC9EE59CE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4111" y="1322736"/>
            <a:ext cx="6049819" cy="4026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619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D8EBFEC-3B1D-4225-B8A4-CE760ECA2479}"/>
              </a:ext>
            </a:extLst>
          </p:cNvPr>
          <p:cNvSpPr/>
          <p:nvPr/>
        </p:nvSpPr>
        <p:spPr>
          <a:xfrm>
            <a:off x="1121465" y="2631350"/>
            <a:ext cx="5835926" cy="2308324"/>
          </a:xfrm>
          <a:prstGeom prst="rect">
            <a:avLst/>
          </a:prstGeom>
        </p:spPr>
        <p:txBody>
          <a:bodyPr wrap="square">
            <a:spAutoFit/>
          </a:bodyPr>
          <a:lstStyle/>
          <a:p>
            <a:pPr algn="just"/>
            <a:r>
              <a:rPr lang="es-ES" dirty="0">
                <a:latin typeface="arial" panose="020B0604020202020204" pitchFamily="34" charset="0"/>
              </a:rPr>
              <a:t>Existe una gran cantidad de sistemas de Manufactura Aditiva y cada uno de estos sistemas responde a necesidades específicas de la industria. Además, las aplicaciones de la </a:t>
            </a:r>
            <a:r>
              <a:rPr lang="es-ES" b="1" dirty="0">
                <a:latin typeface="arial" panose="020B0604020202020204" pitchFamily="34" charset="0"/>
              </a:rPr>
              <a:t>MA </a:t>
            </a:r>
            <a:r>
              <a:rPr lang="es-ES" dirty="0">
                <a:latin typeface="arial" panose="020B0604020202020204" pitchFamily="34" charset="0"/>
              </a:rPr>
              <a:t>son casi ilimitadas gracias a que son sistemas altamente flexibles, y combinados con su contraparte, es decir los sistemas sustractivos se puede manufacturar prácticamente cualquier cosa que la imaginación conciba.</a:t>
            </a:r>
            <a:endParaRPr lang="es-PE" dirty="0"/>
          </a:p>
        </p:txBody>
      </p:sp>
      <p:sp>
        <p:nvSpPr>
          <p:cNvPr id="2" name="Rectángulo 1">
            <a:extLst>
              <a:ext uri="{FF2B5EF4-FFF2-40B4-BE49-F238E27FC236}">
                <a16:creationId xmlns:a16="http://schemas.microsoft.com/office/drawing/2014/main" id="{5CFC526A-8CFF-4AD8-BA11-1A8F6D3C1B32}"/>
              </a:ext>
            </a:extLst>
          </p:cNvPr>
          <p:cNvSpPr/>
          <p:nvPr/>
        </p:nvSpPr>
        <p:spPr>
          <a:xfrm>
            <a:off x="7340099" y="670468"/>
            <a:ext cx="1965603" cy="523220"/>
          </a:xfrm>
          <a:prstGeom prst="rect">
            <a:avLst/>
          </a:prstGeom>
        </p:spPr>
        <p:txBody>
          <a:bodyPr wrap="none">
            <a:spAutoFit/>
          </a:bodyPr>
          <a:lstStyle/>
          <a:p>
            <a:r>
              <a:rPr lang="es-ES" sz="2800" dirty="0">
                <a:latin typeface="arial" panose="020B0604020202020204" pitchFamily="34" charset="0"/>
              </a:rPr>
              <a:t>Conclusión</a:t>
            </a:r>
            <a:endParaRPr lang="es-PE" sz="2800" dirty="0"/>
          </a:p>
        </p:txBody>
      </p:sp>
    </p:spTree>
    <p:extLst>
      <p:ext uri="{BB962C8B-B14F-4D97-AF65-F5344CB8AC3E}">
        <p14:creationId xmlns:p14="http://schemas.microsoft.com/office/powerpoint/2010/main" val="347129773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ánico">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2256</TotalTime>
  <Words>4165</Words>
  <Application>Microsoft Office PowerPoint</Application>
  <PresentationFormat>Panorámica</PresentationFormat>
  <Paragraphs>445</Paragraphs>
  <Slides>35</Slides>
  <Notes>2</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35</vt:i4>
      </vt:variant>
    </vt:vector>
  </HeadingPairs>
  <TitlesOfParts>
    <vt:vector size="46" baseType="lpstr">
      <vt:lpstr>Arial</vt:lpstr>
      <vt:lpstr>Arial</vt:lpstr>
      <vt:lpstr>Calibri</vt:lpstr>
      <vt:lpstr>Charter</vt:lpstr>
      <vt:lpstr>Garamond</vt:lpstr>
      <vt:lpstr>inherit</vt:lpstr>
      <vt:lpstr>Noto Serif</vt:lpstr>
      <vt:lpstr>Open Sans</vt:lpstr>
      <vt:lpstr>PT Sans</vt:lpstr>
      <vt:lpstr>Work Sans</vt:lpstr>
      <vt:lpstr>Orgánico</vt:lpstr>
      <vt:lpstr>Manufactura aditiva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Foto polimerización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Manufactura aditiva</dc:title>
  <dc:creator>Jorge Yaksetig Castillo</dc:creator>
  <cp:lastModifiedBy>Perla Siri</cp:lastModifiedBy>
  <cp:revision>84</cp:revision>
  <dcterms:created xsi:type="dcterms:W3CDTF">2020-05-29T03:13:35Z</dcterms:created>
  <dcterms:modified xsi:type="dcterms:W3CDTF">2021-11-18T19:53:17Z</dcterms:modified>
</cp:coreProperties>
</file>