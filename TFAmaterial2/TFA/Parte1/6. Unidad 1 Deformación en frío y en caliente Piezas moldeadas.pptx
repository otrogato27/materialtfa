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4.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comment2.xml" ContentType="application/vnd.openxmlformats-officedocument.presentationml.comments+xml"/>
  <Override PartName="/ppt/notesSlides/notesSlide4.xml" ContentType="application/vnd.openxmlformats-officedocument.presentationml.notesSlide+xml"/>
  <Override PartName="/ppt/comments/comment3.xml" ContentType="application/vnd.openxmlformats-officedocument.presentationml.comments+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77" r:id="rId5"/>
    <p:sldMasterId id="2147483665" r:id="rId6"/>
    <p:sldMasterId id="2147483671" r:id="rId7"/>
    <p:sldMasterId id="2147483687" r:id="rId8"/>
  </p:sldMasterIdLst>
  <p:notesMasterIdLst>
    <p:notesMasterId r:id="rId17"/>
  </p:notesMasterIdLst>
  <p:handoutMasterIdLst>
    <p:handoutMasterId r:id="rId18"/>
  </p:handoutMasterIdLst>
  <p:sldIdLst>
    <p:sldId id="259" r:id="rId9"/>
    <p:sldId id="639" r:id="rId10"/>
    <p:sldId id="645" r:id="rId11"/>
    <p:sldId id="621" r:id="rId12"/>
    <p:sldId id="640" r:id="rId13"/>
    <p:sldId id="641" r:id="rId14"/>
    <p:sldId id="642" r:id="rId15"/>
    <p:sldId id="643" r:id="rId16"/>
  </p:sldIdLst>
  <p:sldSz cx="12192000" cy="6858000"/>
  <p:notesSz cx="6858000" cy="9144000"/>
  <p:defaultText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rla Siri Silva Ramos" initials="PSSR" lastIdx="10" clrIdx="0">
    <p:extLst>
      <p:ext uri="{19B8F6BF-5375-455C-9EA6-DF929625EA0E}">
        <p15:presenceInfo xmlns:p15="http://schemas.microsoft.com/office/powerpoint/2012/main" userId="Perla Siri Silva Ramo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9100F"/>
    <a:srgbClr val="8C1F1C"/>
    <a:srgbClr val="003863"/>
    <a:srgbClr val="00467A"/>
    <a:srgbClr val="6B3F74"/>
    <a:srgbClr val="502F57"/>
    <a:srgbClr val="F5F5F5"/>
    <a:srgbClr val="071321"/>
    <a:srgbClr val="2D2D2D"/>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52" autoAdjust="0"/>
    <p:restoredTop sz="75505" autoAdjust="0"/>
  </p:normalViewPr>
  <p:slideViewPr>
    <p:cSldViewPr snapToGrid="0" snapToObjects="1">
      <p:cViewPr varScale="1">
        <p:scale>
          <a:sx n="39" d="100"/>
          <a:sy n="39" d="100"/>
        </p:scale>
        <p:origin x="24" y="284"/>
      </p:cViewPr>
      <p:guideLst/>
    </p:cSldViewPr>
  </p:slideViewPr>
  <p:notesTextViewPr>
    <p:cViewPr>
      <p:scale>
        <a:sx n="1" d="1"/>
        <a:sy n="1" d="1"/>
      </p:scale>
      <p:origin x="0" y="0"/>
    </p:cViewPr>
  </p:notesTextViewPr>
  <p:notesViewPr>
    <p:cSldViewPr snapToGrid="0" snapToObjects="1">
      <p:cViewPr varScale="1">
        <p:scale>
          <a:sx n="135" d="100"/>
          <a:sy n="135" d="100"/>
        </p:scale>
        <p:origin x="4768" y="1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tableStyles" Target="tableStyles.xml"/><Relationship Id="rId10" Type="http://schemas.openxmlformats.org/officeDocument/2006/relationships/slide" Target="slides/slide2.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theme" Target="theme/theme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1-09-15T23:29:06.620" idx="5">
    <p:pos x="4540" y="2529"/>
    <p:text>el esfuerzo de efluencia depende de -&gt; de un esfuerzo inicial, una constante del material y la raíz de las densidad de dislocaciones</p:text>
    <p:extLst>
      <p:ext uri="{C676402C-5697-4E1C-873F-D02D1690AC5C}">
        <p15:threadingInfo xmlns:p15="http://schemas.microsoft.com/office/powerpoint/2012/main" timeZoneBias="30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1-09-15T23:23:41.404" idx="1">
    <p:pos x="205" y="2910"/>
    <p:text>0 -&gt; propiedades de mi material sin deformación</p:text>
    <p:extLst>
      <p:ext uri="{C676402C-5697-4E1C-873F-D02D1690AC5C}">
        <p15:threadingInfo xmlns:p15="http://schemas.microsoft.com/office/powerpoint/2012/main" timeZoneBias="300"/>
      </p:ext>
    </p:extLst>
  </p:cm>
  <p:cm authorId="1" dt="2021-09-15T23:25:00.797" idx="2">
    <p:pos x="1250" y="2275"/>
    <p:text>Cuando al conre se le aplica un grado de deformación del 25%, este aumenta su límite elástico</p:text>
    <p:extLst>
      <p:ext uri="{C676402C-5697-4E1C-873F-D02D1690AC5C}">
        <p15:threadingInfo xmlns:p15="http://schemas.microsoft.com/office/powerpoint/2012/main" timeZoneBias="300"/>
      </p:ext>
    </p:extLst>
  </p:cm>
  <p:cm authorId="1" dt="2021-09-15T23:25:54.600" idx="3">
    <p:pos x="3388" y="2265"/>
    <p:text>Respecto a su resistencia de tracción, esta también aiumenta, es más duro</p:text>
    <p:extLst>
      <p:ext uri="{C676402C-5697-4E1C-873F-D02D1690AC5C}">
        <p15:threadingInfo xmlns:p15="http://schemas.microsoft.com/office/powerpoint/2012/main" timeZoneBias="300"/>
      </p:ext>
    </p:extLst>
  </p:cm>
  <p:cm authorId="1" dt="2021-09-15T23:26:32.083" idx="4">
    <p:pos x="5506" y="2138"/>
    <p:text>Su ductilidad se reduce</p:text>
    <p:extLst>
      <p:ext uri="{C676402C-5697-4E1C-873F-D02D1690AC5C}">
        <p15:threadingInfo xmlns:p15="http://schemas.microsoft.com/office/powerpoint/2012/main" timeZoneBias="30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1-09-15T23:36:36.294" idx="6">
    <p:pos x="5145" y="1211"/>
    <p:text>Trex: temperatura de recristalización. Nos permite definir la temperatura en frío y en caliente.</p:text>
    <p:extLst>
      <p:ext uri="{C676402C-5697-4E1C-873F-D02D1690AC5C}">
        <p15:threadingInfo xmlns:p15="http://schemas.microsoft.com/office/powerpoint/2012/main" timeZoneBias="300"/>
      </p:ext>
    </p:extLst>
  </p:cm>
  <p:cm authorId="1" dt="2021-09-15T23:37:01.998" idx="7">
    <p:pos x="5145" y="1347"/>
    <p:text>Tf: temperatura de fusión</p:text>
    <p:extLst>
      <p:ext uri="{C676402C-5697-4E1C-873F-D02D1690AC5C}">
        <p15:threadingInfo xmlns:p15="http://schemas.microsoft.com/office/powerpoint/2012/main" timeZoneBias="300">
          <p15:parentCm authorId="1" idx="6"/>
        </p15:threadingInfo>
      </p:ext>
    </p:extLst>
  </p:cm>
  <p:cm authorId="1" dt="2021-09-15T23:37:58.324" idx="8">
    <p:pos x="166" y="2147"/>
    <p:text>No se produce acritud</p:text>
    <p:extLst>
      <p:ext uri="{C676402C-5697-4E1C-873F-D02D1690AC5C}">
        <p15:threadingInfo xmlns:p15="http://schemas.microsoft.com/office/powerpoint/2012/main" timeZoneBias="300"/>
      </p:ext>
    </p:extLst>
  </p:cm>
  <p:cm authorId="1" dt="2021-09-15T23:38:32.890" idx="9">
    <p:pos x="166" y="2283"/>
    <p:text>como estamos trabajando a temperaturas altas, da tiempo a que todo se recomponga internamente.</p:text>
    <p:extLst>
      <p:ext uri="{C676402C-5697-4E1C-873F-D02D1690AC5C}">
        <p15:threadingInfo xmlns:p15="http://schemas.microsoft.com/office/powerpoint/2012/main" timeZoneBias="300">
          <p15:parentCm authorId="1" idx="8"/>
        </p15:threadingInfo>
      </p:ext>
    </p:extLst>
  </p:cm>
  <p:cm authorId="1" dt="2021-09-15T23:40:01.541" idx="10">
    <p:pos x="10" y="10"/>
    <p:text>Las mejores propiedades de materiales metálicos se consigue de aquellas piezas que han pasado por un proceso de conformado mecánico.</p:text>
    <p:extLst>
      <p:ext uri="{C676402C-5697-4E1C-873F-D02D1690AC5C}">
        <p15:threadingInfo xmlns:p15="http://schemas.microsoft.com/office/powerpoint/2012/main" timeZoneBias="30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_tradnl"/>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DCE8EB5-DE48-F24A-B215-EF730B6D3427}" type="datetimeFigureOut">
              <a:rPr lang="es-ES_tradnl" smtClean="0"/>
              <a:t>15/09/2021</a:t>
            </a:fld>
            <a:endParaRPr lang="es-ES_tradnl"/>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s-ES_tradnl"/>
              <a:t>NOMBRE DEL CURSO</a:t>
            </a:r>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2EE056A-1C47-B447-B8E2-AF77A5E3D297}" type="slidenum">
              <a:rPr lang="es-ES_tradnl" smtClean="0"/>
              <a:t>‹Nº›</a:t>
            </a:fld>
            <a:endParaRPr lang="es-ES_tradnl"/>
          </a:p>
        </p:txBody>
      </p:sp>
    </p:spTree>
    <p:extLst>
      <p:ext uri="{BB962C8B-B14F-4D97-AF65-F5344CB8AC3E}">
        <p14:creationId xmlns:p14="http://schemas.microsoft.com/office/powerpoint/2010/main" val="117282308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_tradn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461A33-96CE-D140-AE12-CADEA53986D9}" type="datetimeFigureOut">
              <a:rPr lang="es-ES_tradnl" smtClean="0"/>
              <a:t>15/09/2021</a:t>
            </a:fld>
            <a:endParaRPr lang="es-ES_tradn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_tradn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s-ES_tradnl"/>
              <a:t>NOMBRE DEL CURSO</a:t>
            </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7BA044-50DB-F44C-B114-6D0E1C923AFF}" type="slidenum">
              <a:rPr lang="es-ES_tradnl" smtClean="0"/>
              <a:t>‹Nº›</a:t>
            </a:fld>
            <a:endParaRPr lang="es-ES_tradnl"/>
          </a:p>
        </p:txBody>
      </p:sp>
    </p:spTree>
    <p:extLst>
      <p:ext uri="{BB962C8B-B14F-4D97-AF65-F5344CB8AC3E}">
        <p14:creationId xmlns:p14="http://schemas.microsoft.com/office/powerpoint/2010/main" val="52290385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847BA044-50DB-F44C-B114-6D0E1C923AFF}" type="slidenum">
              <a:rPr lang="es-ES_tradnl" smtClean="0"/>
              <a:t>2</a:t>
            </a:fld>
            <a:endParaRPr lang="es-ES_tradnl"/>
          </a:p>
        </p:txBody>
      </p:sp>
    </p:spTree>
    <p:extLst>
      <p:ext uri="{BB962C8B-B14F-4D97-AF65-F5344CB8AC3E}">
        <p14:creationId xmlns:p14="http://schemas.microsoft.com/office/powerpoint/2010/main" val="25137966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dirty="0"/>
              <a:t>En la curva real se puede ver el fenómeno de acritud, es decir que a medida que voy deformando el esfuerzo que debo aplicar es mayor, por ello se percibe ese endurecimiento.</a:t>
            </a:r>
          </a:p>
        </p:txBody>
      </p:sp>
      <p:sp>
        <p:nvSpPr>
          <p:cNvPr id="4" name="Marcador de número de diapositiva 3"/>
          <p:cNvSpPr>
            <a:spLocks noGrp="1"/>
          </p:cNvSpPr>
          <p:nvPr>
            <p:ph type="sldNum" sz="quarter" idx="5"/>
          </p:nvPr>
        </p:nvSpPr>
        <p:spPr/>
        <p:txBody>
          <a:bodyPr/>
          <a:lstStyle/>
          <a:p>
            <a:fld id="{847BA044-50DB-F44C-B114-6D0E1C923AFF}" type="slidenum">
              <a:rPr lang="es-ES_tradnl" smtClean="0"/>
              <a:t>3</a:t>
            </a:fld>
            <a:endParaRPr lang="es-ES_tradnl"/>
          </a:p>
        </p:txBody>
      </p:sp>
    </p:spTree>
    <p:extLst>
      <p:ext uri="{BB962C8B-B14F-4D97-AF65-F5344CB8AC3E}">
        <p14:creationId xmlns:p14="http://schemas.microsoft.com/office/powerpoint/2010/main" val="22418271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dirty="0"/>
              <a:t>Diferencia de espesores. Para hallar el </a:t>
            </a:r>
            <a:r>
              <a:rPr lang="es-PE" b="1" dirty="0"/>
              <a:t>grado de deformación </a:t>
            </a:r>
            <a:r>
              <a:rPr lang="es-PE" dirty="0"/>
              <a:t>que se ha dado</a:t>
            </a:r>
          </a:p>
          <a:p>
            <a:endParaRPr lang="es-PE" dirty="0"/>
          </a:p>
          <a:p>
            <a:endParaRPr lang="es-PE" dirty="0"/>
          </a:p>
        </p:txBody>
      </p:sp>
      <p:sp>
        <p:nvSpPr>
          <p:cNvPr id="4" name="Marcador de número de diapositiva 3"/>
          <p:cNvSpPr>
            <a:spLocks noGrp="1"/>
          </p:cNvSpPr>
          <p:nvPr>
            <p:ph type="sldNum" sz="quarter" idx="5"/>
          </p:nvPr>
        </p:nvSpPr>
        <p:spPr/>
        <p:txBody>
          <a:bodyPr/>
          <a:lstStyle/>
          <a:p>
            <a:fld id="{847BA044-50DB-F44C-B114-6D0E1C923AFF}" type="slidenum">
              <a:rPr lang="es-ES_tradnl" smtClean="0"/>
              <a:t>4</a:t>
            </a:fld>
            <a:endParaRPr lang="es-ES_tradnl"/>
          </a:p>
        </p:txBody>
      </p:sp>
    </p:spTree>
    <p:extLst>
      <p:ext uri="{BB962C8B-B14F-4D97-AF65-F5344CB8AC3E}">
        <p14:creationId xmlns:p14="http://schemas.microsoft.com/office/powerpoint/2010/main" val="94335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dirty="0"/>
              <a:t>Se debe realizar a una temperatura crítica, por encima de ella no funciona.</a:t>
            </a:r>
          </a:p>
        </p:txBody>
      </p:sp>
      <p:sp>
        <p:nvSpPr>
          <p:cNvPr id="4" name="Marcador de número de diapositiva 3"/>
          <p:cNvSpPr>
            <a:spLocks noGrp="1"/>
          </p:cNvSpPr>
          <p:nvPr>
            <p:ph type="sldNum" sz="quarter" idx="5"/>
          </p:nvPr>
        </p:nvSpPr>
        <p:spPr/>
        <p:txBody>
          <a:bodyPr/>
          <a:lstStyle/>
          <a:p>
            <a:fld id="{847BA044-50DB-F44C-B114-6D0E1C923AFF}" type="slidenum">
              <a:rPr lang="es-ES_tradnl" smtClean="0"/>
              <a:t>5</a:t>
            </a:fld>
            <a:endParaRPr lang="es-ES_tradnl"/>
          </a:p>
        </p:txBody>
      </p:sp>
    </p:spTree>
    <p:extLst>
      <p:ext uri="{BB962C8B-B14F-4D97-AF65-F5344CB8AC3E}">
        <p14:creationId xmlns:p14="http://schemas.microsoft.com/office/powerpoint/2010/main" val="36756508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847BA044-50DB-F44C-B114-6D0E1C923AFF}" type="slidenum">
              <a:rPr lang="es-ES_tradnl" smtClean="0"/>
              <a:t>6</a:t>
            </a:fld>
            <a:endParaRPr lang="es-ES_tradnl"/>
          </a:p>
        </p:txBody>
      </p:sp>
    </p:spTree>
    <p:extLst>
      <p:ext uri="{BB962C8B-B14F-4D97-AF65-F5344CB8AC3E}">
        <p14:creationId xmlns:p14="http://schemas.microsoft.com/office/powerpoint/2010/main" val="19918139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rtada">
    <p:spTree>
      <p:nvGrpSpPr>
        <p:cNvPr id="1" name=""/>
        <p:cNvGrpSpPr/>
        <p:nvPr/>
      </p:nvGrpSpPr>
      <p:grpSpPr>
        <a:xfrm>
          <a:off x="0" y="0"/>
          <a:ext cx="0" cy="0"/>
          <a:chOff x="0" y="0"/>
          <a:chExt cx="0" cy="0"/>
        </a:xfrm>
      </p:grpSpPr>
      <p:pic>
        <p:nvPicPr>
          <p:cNvPr id="16" name="Imagen 1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2000" cy="6858000"/>
          </a:xfrm>
          <a:prstGeom prst="rect">
            <a:avLst/>
          </a:prstGeom>
        </p:spPr>
      </p:pic>
      <p:sp>
        <p:nvSpPr>
          <p:cNvPr id="13" name="Título 1"/>
          <p:cNvSpPr>
            <a:spLocks noGrp="1"/>
          </p:cNvSpPr>
          <p:nvPr>
            <p:ph type="ctrTitle" hasCustomPrompt="1"/>
          </p:nvPr>
        </p:nvSpPr>
        <p:spPr>
          <a:xfrm>
            <a:off x="611974" y="2388977"/>
            <a:ext cx="8024025" cy="2338544"/>
          </a:xfrm>
        </p:spPr>
        <p:txBody>
          <a:bodyPr anchor="b"/>
          <a:lstStyle>
            <a:lvl1pPr algn="l">
              <a:defRPr sz="6000">
                <a:solidFill>
                  <a:schemeClr val="bg1"/>
                </a:solidFill>
                <a:latin typeface="Georgia" charset="0"/>
                <a:ea typeface="Georgia" charset="0"/>
                <a:cs typeface="Georgia" charset="0"/>
              </a:defRPr>
            </a:lvl1pPr>
          </a:lstStyle>
          <a:p>
            <a:r>
              <a:rPr lang="es-ES_tradnl" dirty="0"/>
              <a:t>Título de portada</a:t>
            </a:r>
          </a:p>
        </p:txBody>
      </p:sp>
      <p:pic>
        <p:nvPicPr>
          <p:cNvPr id="17" name="Imagen 1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0587" y="527319"/>
            <a:ext cx="2051823" cy="738574"/>
          </a:xfrm>
          <a:prstGeom prst="rect">
            <a:avLst/>
          </a:prstGeom>
        </p:spPr>
      </p:pic>
      <p:sp>
        <p:nvSpPr>
          <p:cNvPr id="7" name="Subtítulo 2">
            <a:extLst>
              <a:ext uri="{FF2B5EF4-FFF2-40B4-BE49-F238E27FC236}">
                <a16:creationId xmlns:a16="http://schemas.microsoft.com/office/drawing/2014/main" id="{BA89B800-8001-774E-957C-AC625B32D680}"/>
              </a:ext>
            </a:extLst>
          </p:cNvPr>
          <p:cNvSpPr>
            <a:spLocks noGrp="1"/>
          </p:cNvSpPr>
          <p:nvPr>
            <p:ph type="subTitle" idx="1" hasCustomPrompt="1"/>
          </p:nvPr>
        </p:nvSpPr>
        <p:spPr>
          <a:xfrm>
            <a:off x="611975" y="4868652"/>
            <a:ext cx="6725171" cy="866465"/>
          </a:xfrm>
        </p:spPr>
        <p:txBody>
          <a:bodyPr/>
          <a:lstStyle>
            <a:lvl1pPr marL="0" indent="0" algn="l">
              <a:buFont typeface="Arial" panose="020B0604020202020204" pitchFamily="34" charset="0"/>
              <a:buNone/>
              <a:defRPr sz="2400">
                <a:solidFill>
                  <a:schemeClr val="bg1">
                    <a:lumMod val="85000"/>
                  </a:schemeClr>
                </a:solidFill>
                <a:latin typeface="Georgia" charset="0"/>
                <a:ea typeface="Georgia" charset="0"/>
                <a:cs typeface="Georgia"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_tradnl" dirty="0"/>
              <a:t>Subtítulo de portada</a:t>
            </a:r>
          </a:p>
          <a:p>
            <a:endParaRPr lang="es-ES_tradnl" dirty="0"/>
          </a:p>
        </p:txBody>
      </p:sp>
      <p:sp>
        <p:nvSpPr>
          <p:cNvPr id="8" name="Text Placeholder 3">
            <a:extLst>
              <a:ext uri="{FF2B5EF4-FFF2-40B4-BE49-F238E27FC236}">
                <a16:creationId xmlns:a16="http://schemas.microsoft.com/office/drawing/2014/main" id="{2C5C12C1-19D7-734A-8EC1-F26342F028B1}"/>
              </a:ext>
            </a:extLst>
          </p:cNvPr>
          <p:cNvSpPr>
            <a:spLocks noGrp="1"/>
          </p:cNvSpPr>
          <p:nvPr>
            <p:ph type="body" sz="quarter" idx="12" hasCustomPrompt="1"/>
          </p:nvPr>
        </p:nvSpPr>
        <p:spPr>
          <a:xfrm>
            <a:off x="611974" y="6129862"/>
            <a:ext cx="6725171" cy="401637"/>
          </a:xfrm>
        </p:spPr>
        <p:txBody>
          <a:bodyPr anchor="ctr">
            <a:normAutofit/>
          </a:bodyPr>
          <a:lstStyle>
            <a:lvl1pPr marL="0" indent="0">
              <a:buNone/>
              <a:defRPr sz="1600">
                <a:solidFill>
                  <a:srgbClr val="CFCFCF"/>
                </a:solidFill>
                <a:latin typeface="Arial" panose="020B0604020202020204" pitchFamily="34" charset="0"/>
                <a:cs typeface="Arial" panose="020B0604020202020204" pitchFamily="34" charset="0"/>
              </a:defRPr>
            </a:lvl1pPr>
          </a:lstStyle>
          <a:p>
            <a:pPr lvl="0"/>
            <a:r>
              <a:rPr lang="en-US" dirty="0" err="1"/>
              <a:t>Información</a:t>
            </a:r>
            <a:r>
              <a:rPr lang="en-US" dirty="0"/>
              <a:t> </a:t>
            </a:r>
            <a:r>
              <a:rPr lang="en-US" dirty="0" err="1"/>
              <a:t>adicional</a:t>
            </a:r>
            <a:r>
              <a:rPr lang="en-US" dirty="0"/>
              <a:t> de </a:t>
            </a:r>
            <a:r>
              <a:rPr lang="en-US" dirty="0" err="1"/>
              <a:t>portada</a:t>
            </a:r>
            <a:endParaRPr lang="en-PE" dirty="0"/>
          </a:p>
        </p:txBody>
      </p:sp>
      <p:sp>
        <p:nvSpPr>
          <p:cNvPr id="10" name="Triangle 9">
            <a:extLst>
              <a:ext uri="{FF2B5EF4-FFF2-40B4-BE49-F238E27FC236}">
                <a16:creationId xmlns:a16="http://schemas.microsoft.com/office/drawing/2014/main" id="{5B98496C-96FD-CC47-9A44-3FA071B821A8}"/>
              </a:ext>
            </a:extLst>
          </p:cNvPr>
          <p:cNvSpPr/>
          <p:nvPr userDrawn="1"/>
        </p:nvSpPr>
        <p:spPr>
          <a:xfrm>
            <a:off x="8895908" y="0"/>
            <a:ext cx="3296091" cy="6858000"/>
          </a:xfrm>
          <a:prstGeom prst="triangle">
            <a:avLst>
              <a:gd name="adj" fmla="val 100000"/>
            </a:avLst>
          </a:prstGeom>
          <a:solidFill>
            <a:srgbClr val="8C1F1C"/>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E"/>
          </a:p>
        </p:txBody>
      </p:sp>
      <p:sp>
        <p:nvSpPr>
          <p:cNvPr id="14" name="Paralelogramo 2">
            <a:extLst>
              <a:ext uri="{FF2B5EF4-FFF2-40B4-BE49-F238E27FC236}">
                <a16:creationId xmlns:a16="http://schemas.microsoft.com/office/drawing/2014/main" id="{D1B66DAF-BAB9-408F-978D-AC2DF62C28AE}"/>
              </a:ext>
            </a:extLst>
          </p:cNvPr>
          <p:cNvSpPr/>
          <p:nvPr userDrawn="1"/>
        </p:nvSpPr>
        <p:spPr>
          <a:xfrm flipV="1">
            <a:off x="8895908" y="6531492"/>
            <a:ext cx="3296093" cy="326491"/>
          </a:xfrm>
          <a:custGeom>
            <a:avLst/>
            <a:gdLst>
              <a:gd name="connsiteX0" fmla="*/ 0 w 3296093"/>
              <a:gd name="connsiteY0" fmla="*/ 613956 h 613956"/>
              <a:gd name="connsiteX1" fmla="*/ 153489 w 3296093"/>
              <a:gd name="connsiteY1" fmla="*/ 0 h 613956"/>
              <a:gd name="connsiteX2" fmla="*/ 3296093 w 3296093"/>
              <a:gd name="connsiteY2" fmla="*/ 0 h 613956"/>
              <a:gd name="connsiteX3" fmla="*/ 3142604 w 3296093"/>
              <a:gd name="connsiteY3" fmla="*/ 613956 h 613956"/>
              <a:gd name="connsiteX4" fmla="*/ 0 w 3296093"/>
              <a:gd name="connsiteY4" fmla="*/ 613956 h 613956"/>
              <a:gd name="connsiteX0" fmla="*/ 0 w 3296093"/>
              <a:gd name="connsiteY0" fmla="*/ 613956 h 623481"/>
              <a:gd name="connsiteX1" fmla="*/ 153489 w 3296093"/>
              <a:gd name="connsiteY1" fmla="*/ 0 h 623481"/>
              <a:gd name="connsiteX2" fmla="*/ 3296093 w 3296093"/>
              <a:gd name="connsiteY2" fmla="*/ 0 h 623481"/>
              <a:gd name="connsiteX3" fmla="*/ 3295004 w 3296093"/>
              <a:gd name="connsiteY3" fmla="*/ 623481 h 623481"/>
              <a:gd name="connsiteX4" fmla="*/ 0 w 3296093"/>
              <a:gd name="connsiteY4" fmla="*/ 613956 h 623481"/>
              <a:gd name="connsiteX0" fmla="*/ 0 w 3296093"/>
              <a:gd name="connsiteY0" fmla="*/ 613956 h 623481"/>
              <a:gd name="connsiteX1" fmla="*/ 296364 w 3296093"/>
              <a:gd name="connsiteY1" fmla="*/ 47625 h 623481"/>
              <a:gd name="connsiteX2" fmla="*/ 3296093 w 3296093"/>
              <a:gd name="connsiteY2" fmla="*/ 0 h 623481"/>
              <a:gd name="connsiteX3" fmla="*/ 3295004 w 3296093"/>
              <a:gd name="connsiteY3" fmla="*/ 623481 h 623481"/>
              <a:gd name="connsiteX4" fmla="*/ 0 w 3296093"/>
              <a:gd name="connsiteY4" fmla="*/ 613956 h 623481"/>
              <a:gd name="connsiteX0" fmla="*/ 0 w 3296093"/>
              <a:gd name="connsiteY0" fmla="*/ 613956 h 623481"/>
              <a:gd name="connsiteX1" fmla="*/ 258264 w 3296093"/>
              <a:gd name="connsiteY1" fmla="*/ 38100 h 623481"/>
              <a:gd name="connsiteX2" fmla="*/ 3296093 w 3296093"/>
              <a:gd name="connsiteY2" fmla="*/ 0 h 623481"/>
              <a:gd name="connsiteX3" fmla="*/ 3295004 w 3296093"/>
              <a:gd name="connsiteY3" fmla="*/ 623481 h 623481"/>
              <a:gd name="connsiteX4" fmla="*/ 0 w 3296093"/>
              <a:gd name="connsiteY4" fmla="*/ 613956 h 623481"/>
              <a:gd name="connsiteX0" fmla="*/ 0 w 3296093"/>
              <a:gd name="connsiteY0" fmla="*/ 613956 h 623481"/>
              <a:gd name="connsiteX1" fmla="*/ 267789 w 3296093"/>
              <a:gd name="connsiteY1" fmla="*/ 38100 h 623481"/>
              <a:gd name="connsiteX2" fmla="*/ 3296093 w 3296093"/>
              <a:gd name="connsiteY2" fmla="*/ 0 h 623481"/>
              <a:gd name="connsiteX3" fmla="*/ 3295004 w 3296093"/>
              <a:gd name="connsiteY3" fmla="*/ 623481 h 623481"/>
              <a:gd name="connsiteX4" fmla="*/ 0 w 3296093"/>
              <a:gd name="connsiteY4" fmla="*/ 613956 h 623481"/>
              <a:gd name="connsiteX0" fmla="*/ 0 w 3296093"/>
              <a:gd name="connsiteY0" fmla="*/ 613956 h 623481"/>
              <a:gd name="connsiteX1" fmla="*/ 296364 w 3296093"/>
              <a:gd name="connsiteY1" fmla="*/ 28575 h 623481"/>
              <a:gd name="connsiteX2" fmla="*/ 3296093 w 3296093"/>
              <a:gd name="connsiteY2" fmla="*/ 0 h 623481"/>
              <a:gd name="connsiteX3" fmla="*/ 3295004 w 3296093"/>
              <a:gd name="connsiteY3" fmla="*/ 623481 h 623481"/>
              <a:gd name="connsiteX4" fmla="*/ 0 w 3296093"/>
              <a:gd name="connsiteY4" fmla="*/ 613956 h 623481"/>
              <a:gd name="connsiteX0" fmla="*/ 0 w 3296093"/>
              <a:gd name="connsiteY0" fmla="*/ 633006 h 642531"/>
              <a:gd name="connsiteX1" fmla="*/ 124914 w 3296093"/>
              <a:gd name="connsiteY1" fmla="*/ 0 h 642531"/>
              <a:gd name="connsiteX2" fmla="*/ 3296093 w 3296093"/>
              <a:gd name="connsiteY2" fmla="*/ 19050 h 642531"/>
              <a:gd name="connsiteX3" fmla="*/ 3295004 w 3296093"/>
              <a:gd name="connsiteY3" fmla="*/ 642531 h 642531"/>
              <a:gd name="connsiteX4" fmla="*/ 0 w 3296093"/>
              <a:gd name="connsiteY4" fmla="*/ 633006 h 642531"/>
              <a:gd name="connsiteX0" fmla="*/ 113211 w 3171179"/>
              <a:gd name="connsiteY0" fmla="*/ 633006 h 642531"/>
              <a:gd name="connsiteX1" fmla="*/ 0 w 3171179"/>
              <a:gd name="connsiteY1" fmla="*/ 0 h 642531"/>
              <a:gd name="connsiteX2" fmla="*/ 3171179 w 3171179"/>
              <a:gd name="connsiteY2" fmla="*/ 19050 h 642531"/>
              <a:gd name="connsiteX3" fmla="*/ 3170090 w 3171179"/>
              <a:gd name="connsiteY3" fmla="*/ 642531 h 642531"/>
              <a:gd name="connsiteX4" fmla="*/ 113211 w 3171179"/>
              <a:gd name="connsiteY4" fmla="*/ 633006 h 642531"/>
              <a:gd name="connsiteX0" fmla="*/ 284661 w 3171179"/>
              <a:gd name="connsiteY0" fmla="*/ 623481 h 642531"/>
              <a:gd name="connsiteX1" fmla="*/ 0 w 3171179"/>
              <a:gd name="connsiteY1" fmla="*/ 0 h 642531"/>
              <a:gd name="connsiteX2" fmla="*/ 3171179 w 3171179"/>
              <a:gd name="connsiteY2" fmla="*/ 19050 h 642531"/>
              <a:gd name="connsiteX3" fmla="*/ 3170090 w 3171179"/>
              <a:gd name="connsiteY3" fmla="*/ 642531 h 642531"/>
              <a:gd name="connsiteX4" fmla="*/ 284661 w 3171179"/>
              <a:gd name="connsiteY4" fmla="*/ 623481 h 642531"/>
              <a:gd name="connsiteX0" fmla="*/ 466614 w 3353132"/>
              <a:gd name="connsiteY0" fmla="*/ 623481 h 642531"/>
              <a:gd name="connsiteX1" fmla="*/ 0 w 3353132"/>
              <a:gd name="connsiteY1" fmla="*/ 0 h 642531"/>
              <a:gd name="connsiteX2" fmla="*/ 3353132 w 3353132"/>
              <a:gd name="connsiteY2" fmla="*/ 19050 h 642531"/>
              <a:gd name="connsiteX3" fmla="*/ 3352043 w 3353132"/>
              <a:gd name="connsiteY3" fmla="*/ 642531 h 642531"/>
              <a:gd name="connsiteX4" fmla="*/ 466614 w 3353132"/>
              <a:gd name="connsiteY4" fmla="*/ 623481 h 642531"/>
              <a:gd name="connsiteX0" fmla="*/ 466614 w 3353132"/>
              <a:gd name="connsiteY0" fmla="*/ 623481 h 642531"/>
              <a:gd name="connsiteX1" fmla="*/ 0 w 3353132"/>
              <a:gd name="connsiteY1" fmla="*/ 0 h 642531"/>
              <a:gd name="connsiteX2" fmla="*/ 3353132 w 3353132"/>
              <a:gd name="connsiteY2" fmla="*/ 19050 h 642531"/>
              <a:gd name="connsiteX3" fmla="*/ 3352043 w 3353132"/>
              <a:gd name="connsiteY3" fmla="*/ 642531 h 642531"/>
              <a:gd name="connsiteX4" fmla="*/ 466614 w 3353132"/>
              <a:gd name="connsiteY4" fmla="*/ 623481 h 642531"/>
              <a:gd name="connsiteX0" fmla="*/ 509936 w 3353132"/>
              <a:gd name="connsiteY0" fmla="*/ 638719 h 642531"/>
              <a:gd name="connsiteX1" fmla="*/ 0 w 3353132"/>
              <a:gd name="connsiteY1" fmla="*/ 0 h 642531"/>
              <a:gd name="connsiteX2" fmla="*/ 3353132 w 3353132"/>
              <a:gd name="connsiteY2" fmla="*/ 19050 h 642531"/>
              <a:gd name="connsiteX3" fmla="*/ 3352043 w 3353132"/>
              <a:gd name="connsiteY3" fmla="*/ 642531 h 642531"/>
              <a:gd name="connsiteX4" fmla="*/ 509936 w 3353132"/>
              <a:gd name="connsiteY4" fmla="*/ 638719 h 642531"/>
              <a:gd name="connsiteX0" fmla="*/ 723113 w 3353132"/>
              <a:gd name="connsiteY0" fmla="*/ 638719 h 642531"/>
              <a:gd name="connsiteX1" fmla="*/ 0 w 3353132"/>
              <a:gd name="connsiteY1" fmla="*/ 0 h 642531"/>
              <a:gd name="connsiteX2" fmla="*/ 3353132 w 3353132"/>
              <a:gd name="connsiteY2" fmla="*/ 19050 h 642531"/>
              <a:gd name="connsiteX3" fmla="*/ 3352043 w 3353132"/>
              <a:gd name="connsiteY3" fmla="*/ 642531 h 642531"/>
              <a:gd name="connsiteX4" fmla="*/ 723113 w 3353132"/>
              <a:gd name="connsiteY4" fmla="*/ 638719 h 6425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3132" h="642531">
                <a:moveTo>
                  <a:pt x="723113" y="638719"/>
                </a:moveTo>
                <a:lnTo>
                  <a:pt x="0" y="0"/>
                </a:lnTo>
                <a:lnTo>
                  <a:pt x="3353132" y="19050"/>
                </a:lnTo>
                <a:lnTo>
                  <a:pt x="3352043" y="642531"/>
                </a:lnTo>
                <a:lnTo>
                  <a:pt x="723113" y="638719"/>
                </a:lnTo>
                <a:close/>
              </a:path>
            </a:pathLst>
          </a:custGeom>
          <a:solidFill>
            <a:srgbClr val="8C1F1C"/>
          </a:solidFill>
          <a:ln>
            <a:noFill/>
          </a:ln>
          <a:effectLst>
            <a:outerShdw blurRad="304800" dist="50800" dir="15120000" algn="ctr" rotWithShape="0">
              <a:schemeClr val="tx1">
                <a:alpha val="5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 name="CuadroTexto 13">
            <a:extLst>
              <a:ext uri="{FF2B5EF4-FFF2-40B4-BE49-F238E27FC236}">
                <a16:creationId xmlns:a16="http://schemas.microsoft.com/office/drawing/2014/main" id="{666E9AA8-EDD6-45ED-9A04-8FFA465576E8}"/>
              </a:ext>
            </a:extLst>
          </p:cNvPr>
          <p:cNvSpPr txBox="1"/>
          <p:nvPr userDrawn="1"/>
        </p:nvSpPr>
        <p:spPr>
          <a:xfrm>
            <a:off x="9591261" y="6531487"/>
            <a:ext cx="2600739" cy="307777"/>
          </a:xfrm>
          <a:prstGeom prst="rect">
            <a:avLst/>
          </a:prstGeom>
          <a:noFill/>
        </p:spPr>
        <p:txBody>
          <a:bodyPr wrap="square" rtlCol="0" anchor="ctr">
            <a:spAutoFit/>
          </a:bodyPr>
          <a:lstStyle/>
          <a:p>
            <a:pPr algn="ctr"/>
            <a:r>
              <a:rPr lang="es-MX" sz="1400" dirty="0">
                <a:solidFill>
                  <a:schemeClr val="bg1"/>
                </a:solidFill>
                <a:latin typeface="Arial" panose="020B0604020202020204" pitchFamily="34" charset="0"/>
                <a:cs typeface="Arial" panose="020B0604020202020204" pitchFamily="34" charset="0"/>
              </a:rPr>
              <a:t>Ingeniería Mecánico-Eléctrica</a:t>
            </a:r>
            <a:endParaRPr lang="es-PE" sz="1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449911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PE"/>
          </a:p>
        </p:txBody>
      </p:sp>
      <p:sp>
        <p:nvSpPr>
          <p:cNvPr id="3" name="2 Marcador de contenido"/>
          <p:cNvSpPr>
            <a:spLocks noGrp="1"/>
          </p:cNvSpPr>
          <p:nvPr>
            <p:ph idx="1"/>
          </p:nvPr>
        </p:nvSpPr>
        <p:spPr/>
        <p:txBody>
          <a:body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pic>
        <p:nvPicPr>
          <p:cNvPr id="4" name="5 Imagen" descr="logo blanco 1.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171517" y="41275"/>
            <a:ext cx="2616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30298758"/>
      </p:ext>
    </p:extLst>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Encabezado de sección">
    <p:spTree>
      <p:nvGrpSpPr>
        <p:cNvPr id="1" name=""/>
        <p:cNvGrpSpPr/>
        <p:nvPr/>
      </p:nvGrpSpPr>
      <p:grpSpPr>
        <a:xfrm>
          <a:off x="0" y="0"/>
          <a:ext cx="0" cy="0"/>
          <a:chOff x="0" y="0"/>
          <a:chExt cx="0" cy="0"/>
        </a:xfrm>
      </p:grpSpPr>
      <p:sp>
        <p:nvSpPr>
          <p:cNvPr id="3" name="2 Marcador de texto"/>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pic>
        <p:nvPicPr>
          <p:cNvPr id="4" name="5 Imagen" descr="logo blanco 1.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171517" y="41275"/>
            <a:ext cx="2616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6 Título"/>
          <p:cNvSpPr>
            <a:spLocks noGrp="1"/>
          </p:cNvSpPr>
          <p:nvPr>
            <p:ph type="title"/>
          </p:nvPr>
        </p:nvSpPr>
        <p:spPr/>
        <p:txBody>
          <a:bodyPr/>
          <a:lstStyle/>
          <a:p>
            <a:r>
              <a:rPr lang="es-ES"/>
              <a:t>Haga clic para modificar el estilo de título del patrón</a:t>
            </a:r>
            <a:endParaRPr lang="es-PE"/>
          </a:p>
        </p:txBody>
      </p:sp>
    </p:spTree>
    <p:extLst>
      <p:ext uri="{BB962C8B-B14F-4D97-AF65-F5344CB8AC3E}">
        <p14:creationId xmlns:p14="http://schemas.microsoft.com/office/powerpoint/2010/main" val="1204822890"/>
      </p:ext>
    </p:extLst>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Diseño personalizad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PE"/>
          </a:p>
        </p:txBody>
      </p:sp>
    </p:spTree>
    <p:extLst>
      <p:ext uri="{BB962C8B-B14F-4D97-AF65-F5344CB8AC3E}">
        <p14:creationId xmlns:p14="http://schemas.microsoft.com/office/powerpoint/2010/main" val="2385712417"/>
      </p:ext>
    </p:extLst>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En blanco">
    <p:spTree>
      <p:nvGrpSpPr>
        <p:cNvPr id="1" name=""/>
        <p:cNvGrpSpPr/>
        <p:nvPr/>
      </p:nvGrpSpPr>
      <p:grpSpPr>
        <a:xfrm>
          <a:off x="0" y="0"/>
          <a:ext cx="0" cy="0"/>
          <a:chOff x="0" y="0"/>
          <a:chExt cx="0" cy="0"/>
        </a:xfrm>
      </p:grpSpPr>
      <p:pic>
        <p:nvPicPr>
          <p:cNvPr id="2" name="5 Imagen" descr="logo blanco 1.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171517" y="41275"/>
            <a:ext cx="2616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83870061"/>
      </p:ext>
    </p:extLst>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fourObj">
  <p:cSld name="Título y 4 objetos">
    <p:spTree>
      <p:nvGrpSpPr>
        <p:cNvPr id="1" name=""/>
        <p:cNvGrpSpPr/>
        <p:nvPr/>
      </p:nvGrpSpPr>
      <p:grpSpPr>
        <a:xfrm>
          <a:off x="0" y="0"/>
          <a:ext cx="0" cy="0"/>
          <a:chOff x="0" y="0"/>
          <a:chExt cx="0" cy="0"/>
        </a:xfrm>
      </p:grpSpPr>
      <p:sp>
        <p:nvSpPr>
          <p:cNvPr id="2" name="1 Título"/>
          <p:cNvSpPr>
            <a:spLocks noGrp="1"/>
          </p:cNvSpPr>
          <p:nvPr>
            <p:ph type="title" sz="quarter"/>
          </p:nvPr>
        </p:nvSpPr>
        <p:spPr>
          <a:xfrm>
            <a:off x="419100" y="622301"/>
            <a:ext cx="11353800" cy="600075"/>
          </a:xfrm>
        </p:spPr>
        <p:txBody>
          <a:bodyPr/>
          <a:lstStyle/>
          <a:p>
            <a:r>
              <a:rPr lang="es-ES"/>
              <a:t>Haga clic para modificar el estilo de título del patrón</a:t>
            </a:r>
            <a:endParaRPr lang="es-PE"/>
          </a:p>
        </p:txBody>
      </p:sp>
      <p:sp>
        <p:nvSpPr>
          <p:cNvPr id="3" name="2 Marcador de contenido"/>
          <p:cNvSpPr>
            <a:spLocks noGrp="1"/>
          </p:cNvSpPr>
          <p:nvPr>
            <p:ph sz="quarter" idx="1"/>
          </p:nvPr>
        </p:nvSpPr>
        <p:spPr>
          <a:xfrm>
            <a:off x="425452" y="1879600"/>
            <a:ext cx="5581649" cy="1938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3 Marcador de contenido"/>
          <p:cNvSpPr>
            <a:spLocks noGrp="1"/>
          </p:cNvSpPr>
          <p:nvPr>
            <p:ph sz="quarter" idx="2"/>
          </p:nvPr>
        </p:nvSpPr>
        <p:spPr>
          <a:xfrm>
            <a:off x="6210300" y="1879600"/>
            <a:ext cx="5581651" cy="1938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4 Marcador de contenido"/>
          <p:cNvSpPr>
            <a:spLocks noGrp="1"/>
          </p:cNvSpPr>
          <p:nvPr>
            <p:ph sz="quarter" idx="3"/>
          </p:nvPr>
        </p:nvSpPr>
        <p:spPr>
          <a:xfrm>
            <a:off x="425452" y="3970339"/>
            <a:ext cx="5581649" cy="1938337"/>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5 Marcador de contenido"/>
          <p:cNvSpPr>
            <a:spLocks noGrp="1"/>
          </p:cNvSpPr>
          <p:nvPr>
            <p:ph sz="quarter" idx="4"/>
          </p:nvPr>
        </p:nvSpPr>
        <p:spPr>
          <a:xfrm>
            <a:off x="6210300" y="3970339"/>
            <a:ext cx="5581651" cy="1938337"/>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Tree>
    <p:extLst>
      <p:ext uri="{BB962C8B-B14F-4D97-AF65-F5344CB8AC3E}">
        <p14:creationId xmlns:p14="http://schemas.microsoft.com/office/powerpoint/2010/main" val="3460522370"/>
      </p:ext>
    </p:extLst>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cSld name="Título, text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609600" y="274638"/>
            <a:ext cx="10972800" cy="1143000"/>
          </a:xfrm>
          <a:prstGeom prst="rect">
            <a:avLst/>
          </a:prstGeom>
        </p:spPr>
        <p:txBody>
          <a:bodyPr/>
          <a:lstStyle/>
          <a:p>
            <a:r>
              <a:rPr lang="es-ES"/>
              <a:t>Haga clic para modificar el estilo de título del patrón</a:t>
            </a:r>
            <a:endParaRPr lang="es-PE"/>
          </a:p>
        </p:txBody>
      </p:sp>
      <p:sp>
        <p:nvSpPr>
          <p:cNvPr id="3" name="2 Marcador de texto"/>
          <p:cNvSpPr>
            <a:spLocks noGrp="1"/>
          </p:cNvSpPr>
          <p:nvPr>
            <p:ph type="body" sz="half" idx="1"/>
          </p:nvPr>
        </p:nvSpPr>
        <p:spPr>
          <a:xfrm>
            <a:off x="609600" y="1600201"/>
            <a:ext cx="5384800" cy="4525963"/>
          </a:xfrm>
          <a:prstGeom prst="rect">
            <a:avLst/>
          </a:prstGeo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3 Marcador de contenido"/>
          <p:cNvSpPr>
            <a:spLocks noGrp="1"/>
          </p:cNvSpPr>
          <p:nvPr>
            <p:ph sz="half" idx="2"/>
          </p:nvPr>
        </p:nvSpPr>
        <p:spPr>
          <a:xfrm>
            <a:off x="6197600" y="1600201"/>
            <a:ext cx="5384800" cy="4525963"/>
          </a:xfrm>
          <a:prstGeom prst="rect">
            <a:avLst/>
          </a:prstGeo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Tree>
    <p:extLst>
      <p:ext uri="{BB962C8B-B14F-4D97-AF65-F5344CB8AC3E}">
        <p14:creationId xmlns:p14="http://schemas.microsoft.com/office/powerpoint/2010/main" val="3094310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PE"/>
          </a:p>
        </p:txBody>
      </p:sp>
      <p:pic>
        <p:nvPicPr>
          <p:cNvPr id="3" name="5 Imagen" descr="logo blanco 1.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171517" y="41275"/>
            <a:ext cx="2616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30749371"/>
      </p:ext>
    </p:extLst>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a:xfrm>
            <a:off x="3876724" y="6360734"/>
            <a:ext cx="5317067" cy="365125"/>
          </a:xfrm>
          <a:prstGeom prst="rect">
            <a:avLst/>
          </a:prstGeom>
        </p:spPr>
        <p:txBody>
          <a:bodyPr/>
          <a:lstStyle>
            <a:lvl1pPr>
              <a:defRPr/>
            </a:lvl1pPr>
          </a:lstStyle>
          <a:p>
            <a:r>
              <a:rPr lang="es-PE" dirty="0"/>
              <a:t>Programa de Actualización  para Titulación 2014</a:t>
            </a:r>
          </a:p>
        </p:txBody>
      </p:sp>
    </p:spTree>
    <p:extLst>
      <p:ext uri="{BB962C8B-B14F-4D97-AF65-F5344CB8AC3E}">
        <p14:creationId xmlns:p14="http://schemas.microsoft.com/office/powerpoint/2010/main" val="3626425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bl">
  <p:cSld name="Título y tabla">
    <p:spTree>
      <p:nvGrpSpPr>
        <p:cNvPr id="1" name=""/>
        <p:cNvGrpSpPr/>
        <p:nvPr/>
      </p:nvGrpSpPr>
      <p:grpSpPr>
        <a:xfrm>
          <a:off x="0" y="0"/>
          <a:ext cx="0" cy="0"/>
          <a:chOff x="0" y="0"/>
          <a:chExt cx="0" cy="0"/>
        </a:xfrm>
      </p:grpSpPr>
      <p:sp>
        <p:nvSpPr>
          <p:cNvPr id="2" name="1 Título"/>
          <p:cNvSpPr>
            <a:spLocks noGrp="1"/>
          </p:cNvSpPr>
          <p:nvPr>
            <p:ph type="title"/>
          </p:nvPr>
        </p:nvSpPr>
        <p:spPr>
          <a:xfrm>
            <a:off x="419100" y="622301"/>
            <a:ext cx="11353800" cy="600075"/>
          </a:xfrm>
        </p:spPr>
        <p:txBody>
          <a:bodyPr/>
          <a:lstStyle/>
          <a:p>
            <a:r>
              <a:rPr lang="es-ES"/>
              <a:t>Haga clic para modificar el estilo de título del patrón</a:t>
            </a:r>
            <a:endParaRPr lang="es-PE"/>
          </a:p>
        </p:txBody>
      </p:sp>
      <p:sp>
        <p:nvSpPr>
          <p:cNvPr id="3" name="2 Marcador de tabla"/>
          <p:cNvSpPr>
            <a:spLocks noGrp="1"/>
          </p:cNvSpPr>
          <p:nvPr>
            <p:ph type="tbl" idx="1"/>
          </p:nvPr>
        </p:nvSpPr>
        <p:spPr>
          <a:xfrm>
            <a:off x="425451" y="1879601"/>
            <a:ext cx="11366500" cy="4029075"/>
          </a:xfrm>
        </p:spPr>
        <p:txBody>
          <a:bodyPr/>
          <a:lstStyle/>
          <a:p>
            <a:pPr lvl="0"/>
            <a:endParaRPr lang="es-PE" noProof="0"/>
          </a:p>
        </p:txBody>
      </p:sp>
    </p:spTree>
    <p:extLst>
      <p:ext uri="{BB962C8B-B14F-4D97-AF65-F5344CB8AC3E}">
        <p14:creationId xmlns:p14="http://schemas.microsoft.com/office/powerpoint/2010/main" val="2297828278"/>
      </p:ext>
    </p:extLst>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PE"/>
          </a:p>
        </p:txBody>
      </p:sp>
      <p:sp>
        <p:nvSpPr>
          <p:cNvPr id="3" name="2 Marcador de contenido"/>
          <p:cNvSpPr>
            <a:spLocks noGrp="1"/>
          </p:cNvSpPr>
          <p:nvPr>
            <p:ph sz="half" idx="1"/>
          </p:nvPr>
        </p:nvSpPr>
        <p:spPr>
          <a:xfrm>
            <a:off x="425452" y="1879601"/>
            <a:ext cx="5581649" cy="4029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3 Marcador de contenido"/>
          <p:cNvSpPr>
            <a:spLocks noGrp="1"/>
          </p:cNvSpPr>
          <p:nvPr>
            <p:ph sz="half" idx="2"/>
          </p:nvPr>
        </p:nvSpPr>
        <p:spPr>
          <a:xfrm>
            <a:off x="6210300" y="1879601"/>
            <a:ext cx="5581651" cy="4029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Tree>
    <p:extLst>
      <p:ext uri="{BB962C8B-B14F-4D97-AF65-F5344CB8AC3E}">
        <p14:creationId xmlns:p14="http://schemas.microsoft.com/office/powerpoint/2010/main" val="524454243"/>
      </p:ext>
    </p:extLst>
  </p:cSld>
  <p:clrMapOvr>
    <a:masterClrMapping/>
  </p:clrMapOvr>
  <p:transition spd="med">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acía">
    <p:spTree>
      <p:nvGrpSpPr>
        <p:cNvPr id="1" name=""/>
        <p:cNvGrpSpPr/>
        <p:nvPr/>
      </p:nvGrpSpPr>
      <p:grpSpPr>
        <a:xfrm>
          <a:off x="0" y="0"/>
          <a:ext cx="0" cy="0"/>
          <a:chOff x="0" y="0"/>
          <a:chExt cx="0" cy="0"/>
        </a:xfrm>
      </p:grpSpPr>
    </p:spTree>
    <p:extLst>
      <p:ext uri="{BB962C8B-B14F-4D97-AF65-F5344CB8AC3E}">
        <p14:creationId xmlns:p14="http://schemas.microsoft.com/office/powerpoint/2010/main" val="5920377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n y contenid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EBE1EA9-4E43-5048-806C-A530FF888981}"/>
              </a:ext>
            </a:extLst>
          </p:cNvPr>
          <p:cNvSpPr>
            <a:spLocks noGrp="1"/>
          </p:cNvSpPr>
          <p:nvPr>
            <p:ph type="pic" sz="quarter" idx="10" hasCustomPrompt="1"/>
          </p:nvPr>
        </p:nvSpPr>
        <p:spPr>
          <a:xfrm>
            <a:off x="4607442" y="0"/>
            <a:ext cx="7584558" cy="6709943"/>
          </a:xfrm>
        </p:spPr>
        <p:txBody>
          <a:bodyPr/>
          <a:lstStyle>
            <a:lvl1pPr marL="0" indent="0">
              <a:buNone/>
              <a:defRPr/>
            </a:lvl1pPr>
          </a:lstStyle>
          <a:p>
            <a:r>
              <a:rPr lang="en-PE" dirty="0"/>
              <a:t>Imagen</a:t>
            </a:r>
          </a:p>
        </p:txBody>
      </p:sp>
      <p:sp>
        <p:nvSpPr>
          <p:cNvPr id="6" name="Título 1">
            <a:extLst>
              <a:ext uri="{FF2B5EF4-FFF2-40B4-BE49-F238E27FC236}">
                <a16:creationId xmlns:a16="http://schemas.microsoft.com/office/drawing/2014/main" id="{D6FB2F2C-340B-BB41-8807-1EBD1D08572F}"/>
              </a:ext>
            </a:extLst>
          </p:cNvPr>
          <p:cNvSpPr>
            <a:spLocks noGrp="1"/>
          </p:cNvSpPr>
          <p:nvPr>
            <p:ph type="title" hasCustomPrompt="1"/>
          </p:nvPr>
        </p:nvSpPr>
        <p:spPr>
          <a:xfrm>
            <a:off x="106326" y="762074"/>
            <a:ext cx="4373525" cy="620159"/>
          </a:xfrm>
        </p:spPr>
        <p:txBody>
          <a:bodyPr/>
          <a:lstStyle>
            <a:lvl1pPr algn="ctr">
              <a:defRPr sz="3000">
                <a:solidFill>
                  <a:srgbClr val="003863"/>
                </a:solidFill>
                <a:latin typeface="Georgia" charset="0"/>
                <a:ea typeface="Georgia" charset="0"/>
                <a:cs typeface="Georgia" charset="0"/>
              </a:defRPr>
            </a:lvl1pPr>
          </a:lstStyle>
          <a:p>
            <a:r>
              <a:rPr lang="es-ES_tradnl" dirty="0"/>
              <a:t>Título</a:t>
            </a:r>
          </a:p>
        </p:txBody>
      </p:sp>
      <p:sp>
        <p:nvSpPr>
          <p:cNvPr id="7" name="Text Placeholder 3">
            <a:extLst>
              <a:ext uri="{FF2B5EF4-FFF2-40B4-BE49-F238E27FC236}">
                <a16:creationId xmlns:a16="http://schemas.microsoft.com/office/drawing/2014/main" id="{CEC67945-2D2A-4049-B6EE-C5C1BC241BD8}"/>
              </a:ext>
            </a:extLst>
          </p:cNvPr>
          <p:cNvSpPr>
            <a:spLocks noGrp="1"/>
          </p:cNvSpPr>
          <p:nvPr>
            <p:ph type="body" sz="quarter" idx="11" hasCustomPrompt="1"/>
          </p:nvPr>
        </p:nvSpPr>
        <p:spPr>
          <a:xfrm>
            <a:off x="106326" y="1609059"/>
            <a:ext cx="4373525" cy="4682203"/>
          </a:xfrm>
        </p:spPr>
        <p:txBody>
          <a:bodyPr/>
          <a:lstStyle>
            <a:lvl1pPr marL="457200" indent="-457200">
              <a:buClr>
                <a:srgbClr val="003863"/>
              </a:buClr>
              <a:buFont typeface="Wingdings" pitchFamily="2" charset="2"/>
              <a:buChar char="§"/>
              <a:defRPr>
                <a:solidFill>
                  <a:schemeClr val="tx1">
                    <a:lumMod val="75000"/>
                    <a:lumOff val="25000"/>
                  </a:schemeClr>
                </a:solidFill>
              </a:defRPr>
            </a:lvl1pPr>
            <a:lvl2pPr marL="685800" indent="-228600">
              <a:buClr>
                <a:srgbClr val="003863"/>
              </a:buClr>
              <a:buFont typeface="Arial" panose="020B0604020202020204" pitchFamily="34" charset="0"/>
              <a:buChar char="•"/>
              <a:defRPr>
                <a:solidFill>
                  <a:schemeClr val="tx1">
                    <a:lumMod val="75000"/>
                    <a:lumOff val="25000"/>
                  </a:schemeClr>
                </a:solidFill>
              </a:defRPr>
            </a:lvl2pPr>
            <a:lvl3pPr marL="1143000" indent="-228600">
              <a:buClr>
                <a:srgbClr val="003863"/>
              </a:buClr>
              <a:buFont typeface="Arial" panose="020B0604020202020204" pitchFamily="34" charset="0"/>
              <a:buChar char="•"/>
              <a:defRPr>
                <a:solidFill>
                  <a:schemeClr val="tx1">
                    <a:lumMod val="75000"/>
                    <a:lumOff val="25000"/>
                  </a:schemeClr>
                </a:solidFill>
              </a:defRPr>
            </a:lvl3pPr>
            <a:lvl4pPr marL="1600200" indent="-228600">
              <a:buClr>
                <a:srgbClr val="003863"/>
              </a:buClr>
              <a:buFont typeface="Arial" panose="020B0604020202020204" pitchFamily="34" charset="0"/>
              <a:buChar char="•"/>
              <a:defRPr>
                <a:solidFill>
                  <a:schemeClr val="tx1">
                    <a:lumMod val="75000"/>
                    <a:lumOff val="25000"/>
                  </a:schemeClr>
                </a:solidFill>
              </a:defRPr>
            </a:lvl4pPr>
          </a:lstStyle>
          <a:p>
            <a:pPr lvl="0"/>
            <a:r>
              <a:rPr lang="en-US" dirty="0" err="1"/>
              <a:t>Contenido</a:t>
            </a:r>
            <a:r>
              <a:rPr lang="en-US" dirty="0"/>
              <a:t> primer </a:t>
            </a:r>
            <a:r>
              <a:rPr lang="en-US" dirty="0" err="1"/>
              <a:t>nivel</a:t>
            </a:r>
            <a:endParaRPr lang="en-US" dirty="0"/>
          </a:p>
          <a:p>
            <a:pPr lvl="1"/>
            <a:r>
              <a:rPr lang="en-US" dirty="0" err="1"/>
              <a:t>Contenido</a:t>
            </a:r>
            <a:r>
              <a:rPr lang="en-US" dirty="0"/>
              <a:t> </a:t>
            </a:r>
            <a:r>
              <a:rPr lang="en-US" dirty="0" err="1"/>
              <a:t>segundo</a:t>
            </a:r>
            <a:r>
              <a:rPr lang="en-US" dirty="0"/>
              <a:t> </a:t>
            </a:r>
            <a:r>
              <a:rPr lang="en-US" dirty="0" err="1"/>
              <a:t>nivel</a:t>
            </a:r>
            <a:endParaRPr lang="en-US" dirty="0"/>
          </a:p>
          <a:p>
            <a:pPr lvl="2"/>
            <a:r>
              <a:rPr lang="en-US" dirty="0" err="1"/>
              <a:t>Contenido</a:t>
            </a:r>
            <a:r>
              <a:rPr lang="en-US" dirty="0"/>
              <a:t> </a:t>
            </a:r>
            <a:r>
              <a:rPr lang="en-US" dirty="0" err="1"/>
              <a:t>tercer</a:t>
            </a:r>
            <a:r>
              <a:rPr lang="en-US" dirty="0"/>
              <a:t> </a:t>
            </a:r>
            <a:r>
              <a:rPr lang="en-US" dirty="0" err="1"/>
              <a:t>nivel</a:t>
            </a:r>
            <a:endParaRPr lang="en-US" dirty="0"/>
          </a:p>
          <a:p>
            <a:pPr lvl="3"/>
            <a:r>
              <a:rPr lang="en-US" dirty="0" err="1"/>
              <a:t>Contenido</a:t>
            </a:r>
            <a:r>
              <a:rPr lang="en-US" dirty="0"/>
              <a:t> </a:t>
            </a:r>
            <a:r>
              <a:rPr lang="en-US" dirty="0" err="1"/>
              <a:t>cuarto</a:t>
            </a:r>
            <a:r>
              <a:rPr lang="en-US" dirty="0"/>
              <a:t> </a:t>
            </a:r>
            <a:r>
              <a:rPr lang="en-US" dirty="0" err="1"/>
              <a:t>nivel</a:t>
            </a:r>
            <a:endParaRPr lang="en-PE" dirty="0"/>
          </a:p>
        </p:txBody>
      </p:sp>
    </p:spTree>
    <p:extLst>
      <p:ext uri="{BB962C8B-B14F-4D97-AF65-F5344CB8AC3E}">
        <p14:creationId xmlns:p14="http://schemas.microsoft.com/office/powerpoint/2010/main" val="31535812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ítulo de sección">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EAB234F9-9B24-1348-A6E2-02133E575E7D}"/>
              </a:ext>
            </a:extLst>
          </p:cNvPr>
          <p:cNvSpPr>
            <a:spLocks noGrp="1"/>
          </p:cNvSpPr>
          <p:nvPr>
            <p:ph type="title" hasCustomPrompt="1"/>
          </p:nvPr>
        </p:nvSpPr>
        <p:spPr>
          <a:xfrm>
            <a:off x="838200" y="1762328"/>
            <a:ext cx="10515600" cy="1325563"/>
          </a:xfrm>
        </p:spPr>
        <p:txBody>
          <a:bodyPr/>
          <a:lstStyle>
            <a:lvl1pPr algn="ctr">
              <a:defRPr>
                <a:solidFill>
                  <a:srgbClr val="003863"/>
                </a:solidFill>
                <a:latin typeface="Georgia" charset="0"/>
                <a:ea typeface="Georgia" charset="0"/>
                <a:cs typeface="Georgia" charset="0"/>
              </a:defRPr>
            </a:lvl1pPr>
          </a:lstStyle>
          <a:p>
            <a:r>
              <a:rPr lang="es-ES_tradnl" dirty="0"/>
              <a:t>Título de sección</a:t>
            </a:r>
          </a:p>
        </p:txBody>
      </p:sp>
      <p:sp>
        <p:nvSpPr>
          <p:cNvPr id="3" name="Text Placeholder 2">
            <a:extLst>
              <a:ext uri="{FF2B5EF4-FFF2-40B4-BE49-F238E27FC236}">
                <a16:creationId xmlns:a16="http://schemas.microsoft.com/office/drawing/2014/main" id="{1F07DE41-49D2-3248-A4E2-68DDDC3818E7}"/>
              </a:ext>
            </a:extLst>
          </p:cNvPr>
          <p:cNvSpPr>
            <a:spLocks noGrp="1"/>
          </p:cNvSpPr>
          <p:nvPr>
            <p:ph type="body" sz="quarter" idx="10" hasCustomPrompt="1"/>
          </p:nvPr>
        </p:nvSpPr>
        <p:spPr>
          <a:xfrm>
            <a:off x="2175891" y="3611877"/>
            <a:ext cx="7840218" cy="924388"/>
          </a:xfrm>
        </p:spPr>
        <p:txBody>
          <a:bodyPr anchor="ctr"/>
          <a:lstStyle>
            <a:lvl1pPr marL="0" indent="0" algn="ctr">
              <a:buNone/>
              <a:defRPr>
                <a:solidFill>
                  <a:schemeClr val="tx1">
                    <a:lumMod val="75000"/>
                    <a:lumOff val="25000"/>
                  </a:schemeClr>
                </a:solidFill>
                <a:latin typeface="Georgia" panose="02040502050405020303" pitchFamily="18" charset="0"/>
              </a:defRPr>
            </a:lvl1pPr>
          </a:lstStyle>
          <a:p>
            <a:pPr lvl="0"/>
            <a:r>
              <a:rPr lang="en-PE" dirty="0"/>
              <a:t>Subtítulo de sección</a:t>
            </a:r>
          </a:p>
        </p:txBody>
      </p:sp>
    </p:spTree>
    <p:extLst>
      <p:ext uri="{BB962C8B-B14F-4D97-AF65-F5344CB8AC3E}">
        <p14:creationId xmlns:p14="http://schemas.microsoft.com/office/powerpoint/2010/main" val="7844814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ítulo grande">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lvl1pPr>
              <a:defRPr>
                <a:solidFill>
                  <a:srgbClr val="003863"/>
                </a:solidFill>
                <a:latin typeface="Georgia" charset="0"/>
                <a:ea typeface="Georgia" charset="0"/>
                <a:cs typeface="Georgia" charset="0"/>
              </a:defRPr>
            </a:lvl1pPr>
          </a:lstStyle>
          <a:p>
            <a:r>
              <a:rPr lang="es-ES_tradnl" dirty="0"/>
              <a:t>Título</a:t>
            </a:r>
          </a:p>
        </p:txBody>
      </p:sp>
      <p:sp>
        <p:nvSpPr>
          <p:cNvPr id="4" name="Text Placeholder 3">
            <a:extLst>
              <a:ext uri="{FF2B5EF4-FFF2-40B4-BE49-F238E27FC236}">
                <a16:creationId xmlns:a16="http://schemas.microsoft.com/office/drawing/2014/main" id="{97B7DE5B-B126-0B42-B728-A8650A460CC1}"/>
              </a:ext>
            </a:extLst>
          </p:cNvPr>
          <p:cNvSpPr>
            <a:spLocks noGrp="1"/>
          </p:cNvSpPr>
          <p:nvPr>
            <p:ph type="body" sz="quarter" idx="10" hasCustomPrompt="1"/>
          </p:nvPr>
        </p:nvSpPr>
        <p:spPr>
          <a:xfrm>
            <a:off x="838200" y="1960563"/>
            <a:ext cx="10515600" cy="4330700"/>
          </a:xfrm>
        </p:spPr>
        <p:txBody>
          <a:bodyPr/>
          <a:lstStyle>
            <a:lvl1pPr marL="457200" indent="-457200">
              <a:buClr>
                <a:srgbClr val="003863"/>
              </a:buClr>
              <a:buFont typeface="Wingdings" pitchFamily="2" charset="2"/>
              <a:buChar char="§"/>
              <a:defRPr>
                <a:solidFill>
                  <a:schemeClr val="tx1">
                    <a:lumMod val="75000"/>
                    <a:lumOff val="25000"/>
                  </a:schemeClr>
                </a:solidFill>
              </a:defRPr>
            </a:lvl1pPr>
            <a:lvl2pPr marL="685800" indent="-228600">
              <a:buClr>
                <a:srgbClr val="003863"/>
              </a:buClr>
              <a:buFont typeface="Arial" panose="020B0604020202020204" pitchFamily="34" charset="0"/>
              <a:buChar char="•"/>
              <a:defRPr>
                <a:solidFill>
                  <a:schemeClr val="tx1">
                    <a:lumMod val="75000"/>
                    <a:lumOff val="25000"/>
                  </a:schemeClr>
                </a:solidFill>
              </a:defRPr>
            </a:lvl2pPr>
            <a:lvl3pPr marL="1143000" indent="-228600">
              <a:buClr>
                <a:srgbClr val="003863"/>
              </a:buClr>
              <a:buFont typeface="Arial" panose="020B0604020202020204" pitchFamily="34" charset="0"/>
              <a:buChar char="•"/>
              <a:defRPr>
                <a:solidFill>
                  <a:schemeClr val="tx1">
                    <a:lumMod val="75000"/>
                    <a:lumOff val="25000"/>
                  </a:schemeClr>
                </a:solidFill>
              </a:defRPr>
            </a:lvl3pPr>
            <a:lvl4pPr marL="1600200" indent="-228600">
              <a:buClr>
                <a:srgbClr val="003863"/>
              </a:buClr>
              <a:buFont typeface="Arial" panose="020B0604020202020204" pitchFamily="34" charset="0"/>
              <a:buChar char="•"/>
              <a:defRPr>
                <a:solidFill>
                  <a:schemeClr val="tx1">
                    <a:lumMod val="75000"/>
                    <a:lumOff val="25000"/>
                  </a:schemeClr>
                </a:solidFill>
              </a:defRPr>
            </a:lvl4pPr>
          </a:lstStyle>
          <a:p>
            <a:pPr lvl="0"/>
            <a:r>
              <a:rPr lang="en-US" dirty="0" err="1"/>
              <a:t>Contenido</a:t>
            </a:r>
            <a:r>
              <a:rPr lang="en-US" dirty="0"/>
              <a:t> primer </a:t>
            </a:r>
            <a:r>
              <a:rPr lang="en-US" dirty="0" err="1"/>
              <a:t>nivel</a:t>
            </a:r>
            <a:endParaRPr lang="en-US" dirty="0"/>
          </a:p>
          <a:p>
            <a:pPr lvl="1"/>
            <a:r>
              <a:rPr lang="en-US" dirty="0" err="1"/>
              <a:t>Contenido</a:t>
            </a:r>
            <a:r>
              <a:rPr lang="en-US" dirty="0"/>
              <a:t> </a:t>
            </a:r>
            <a:r>
              <a:rPr lang="en-US" dirty="0" err="1"/>
              <a:t>segundo</a:t>
            </a:r>
            <a:r>
              <a:rPr lang="en-US" dirty="0"/>
              <a:t> </a:t>
            </a:r>
            <a:r>
              <a:rPr lang="en-US" dirty="0" err="1"/>
              <a:t>nivel</a:t>
            </a:r>
            <a:endParaRPr lang="en-US" dirty="0"/>
          </a:p>
          <a:p>
            <a:pPr lvl="2"/>
            <a:r>
              <a:rPr lang="en-US" dirty="0" err="1"/>
              <a:t>Contenido</a:t>
            </a:r>
            <a:r>
              <a:rPr lang="en-US" dirty="0"/>
              <a:t> </a:t>
            </a:r>
            <a:r>
              <a:rPr lang="en-US" dirty="0" err="1"/>
              <a:t>tercer</a:t>
            </a:r>
            <a:r>
              <a:rPr lang="en-US" dirty="0"/>
              <a:t> </a:t>
            </a:r>
            <a:r>
              <a:rPr lang="en-US" dirty="0" err="1"/>
              <a:t>nivel</a:t>
            </a:r>
            <a:endParaRPr lang="en-US" dirty="0"/>
          </a:p>
          <a:p>
            <a:pPr lvl="3"/>
            <a:r>
              <a:rPr lang="en-US" dirty="0" err="1"/>
              <a:t>Contenido</a:t>
            </a:r>
            <a:r>
              <a:rPr lang="en-US" dirty="0"/>
              <a:t> </a:t>
            </a:r>
            <a:r>
              <a:rPr lang="en-US" dirty="0" err="1"/>
              <a:t>cuarto</a:t>
            </a:r>
            <a:r>
              <a:rPr lang="en-US" dirty="0"/>
              <a:t> </a:t>
            </a:r>
            <a:r>
              <a:rPr lang="en-US" dirty="0" err="1"/>
              <a:t>nivel</a:t>
            </a:r>
            <a:endParaRPr lang="en-PE" dirty="0"/>
          </a:p>
        </p:txBody>
      </p:sp>
    </p:spTree>
    <p:extLst>
      <p:ext uri="{BB962C8B-B14F-4D97-AF65-F5344CB8AC3E}">
        <p14:creationId xmlns:p14="http://schemas.microsoft.com/office/powerpoint/2010/main" val="9990160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ítulo pequeñ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8200" y="365125"/>
            <a:ext cx="10515600" cy="461493"/>
          </a:xfrm>
        </p:spPr>
        <p:txBody>
          <a:bodyPr/>
          <a:lstStyle>
            <a:lvl1pPr>
              <a:defRPr sz="3000">
                <a:solidFill>
                  <a:srgbClr val="003863"/>
                </a:solidFill>
                <a:latin typeface="Georgia" charset="0"/>
                <a:ea typeface="Georgia" charset="0"/>
                <a:cs typeface="Georgia" charset="0"/>
              </a:defRPr>
            </a:lvl1pPr>
          </a:lstStyle>
          <a:p>
            <a:r>
              <a:rPr lang="es-ES_tradnl" dirty="0"/>
              <a:t>Título</a:t>
            </a:r>
          </a:p>
        </p:txBody>
      </p:sp>
      <p:sp>
        <p:nvSpPr>
          <p:cNvPr id="4" name="Text Placeholder 3">
            <a:extLst>
              <a:ext uri="{FF2B5EF4-FFF2-40B4-BE49-F238E27FC236}">
                <a16:creationId xmlns:a16="http://schemas.microsoft.com/office/drawing/2014/main" id="{97B7DE5B-B126-0B42-B728-A8650A460CC1}"/>
              </a:ext>
            </a:extLst>
          </p:cNvPr>
          <p:cNvSpPr>
            <a:spLocks noGrp="1"/>
          </p:cNvSpPr>
          <p:nvPr>
            <p:ph type="body" sz="quarter" idx="10" hasCustomPrompt="1"/>
          </p:nvPr>
        </p:nvSpPr>
        <p:spPr>
          <a:xfrm>
            <a:off x="838200" y="1053389"/>
            <a:ext cx="10515600" cy="5237874"/>
          </a:xfrm>
        </p:spPr>
        <p:txBody>
          <a:bodyPr/>
          <a:lstStyle>
            <a:lvl1pPr marL="457200" indent="-457200">
              <a:buClr>
                <a:srgbClr val="003863"/>
              </a:buClr>
              <a:buFont typeface="Wingdings" pitchFamily="2" charset="2"/>
              <a:buChar char="§"/>
              <a:defRPr>
                <a:solidFill>
                  <a:schemeClr val="tx1">
                    <a:lumMod val="75000"/>
                    <a:lumOff val="25000"/>
                  </a:schemeClr>
                </a:solidFill>
              </a:defRPr>
            </a:lvl1pPr>
            <a:lvl2pPr marL="685800" indent="-228600">
              <a:buClr>
                <a:srgbClr val="003863"/>
              </a:buClr>
              <a:buFont typeface="Arial" panose="020B0604020202020204" pitchFamily="34" charset="0"/>
              <a:buChar char="•"/>
              <a:defRPr>
                <a:solidFill>
                  <a:schemeClr val="tx1">
                    <a:lumMod val="75000"/>
                    <a:lumOff val="25000"/>
                  </a:schemeClr>
                </a:solidFill>
              </a:defRPr>
            </a:lvl2pPr>
            <a:lvl3pPr marL="1143000" indent="-228600">
              <a:buClr>
                <a:srgbClr val="003863"/>
              </a:buClr>
              <a:buFont typeface="Arial" panose="020B0604020202020204" pitchFamily="34" charset="0"/>
              <a:buChar char="•"/>
              <a:defRPr>
                <a:solidFill>
                  <a:schemeClr val="tx1">
                    <a:lumMod val="75000"/>
                    <a:lumOff val="25000"/>
                  </a:schemeClr>
                </a:solidFill>
              </a:defRPr>
            </a:lvl3pPr>
            <a:lvl4pPr marL="1600200" indent="-228600">
              <a:buClr>
                <a:srgbClr val="003863"/>
              </a:buClr>
              <a:buFont typeface="Arial" panose="020B0604020202020204" pitchFamily="34" charset="0"/>
              <a:buChar char="•"/>
              <a:defRPr>
                <a:solidFill>
                  <a:schemeClr val="tx1">
                    <a:lumMod val="75000"/>
                    <a:lumOff val="25000"/>
                  </a:schemeClr>
                </a:solidFill>
              </a:defRPr>
            </a:lvl4pPr>
          </a:lstStyle>
          <a:p>
            <a:pPr lvl="0"/>
            <a:r>
              <a:rPr lang="en-US" dirty="0" err="1"/>
              <a:t>Contenido</a:t>
            </a:r>
            <a:r>
              <a:rPr lang="en-US" dirty="0"/>
              <a:t> primer </a:t>
            </a:r>
            <a:r>
              <a:rPr lang="en-US" dirty="0" err="1"/>
              <a:t>nivel</a:t>
            </a:r>
            <a:endParaRPr lang="en-US" dirty="0"/>
          </a:p>
          <a:p>
            <a:pPr lvl="1"/>
            <a:r>
              <a:rPr lang="en-US" dirty="0" err="1"/>
              <a:t>Contenido</a:t>
            </a:r>
            <a:r>
              <a:rPr lang="en-US" dirty="0"/>
              <a:t> </a:t>
            </a:r>
            <a:r>
              <a:rPr lang="en-US" dirty="0" err="1"/>
              <a:t>segundo</a:t>
            </a:r>
            <a:r>
              <a:rPr lang="en-US" dirty="0"/>
              <a:t> </a:t>
            </a:r>
            <a:r>
              <a:rPr lang="en-US" dirty="0" err="1"/>
              <a:t>nivel</a:t>
            </a:r>
            <a:endParaRPr lang="en-US" dirty="0"/>
          </a:p>
          <a:p>
            <a:pPr lvl="2"/>
            <a:r>
              <a:rPr lang="en-US" dirty="0" err="1"/>
              <a:t>Contenido</a:t>
            </a:r>
            <a:r>
              <a:rPr lang="en-US" dirty="0"/>
              <a:t> </a:t>
            </a:r>
            <a:r>
              <a:rPr lang="en-US" dirty="0" err="1"/>
              <a:t>tercer</a:t>
            </a:r>
            <a:r>
              <a:rPr lang="en-US" dirty="0"/>
              <a:t> </a:t>
            </a:r>
            <a:r>
              <a:rPr lang="en-US" dirty="0" err="1"/>
              <a:t>nivel</a:t>
            </a:r>
            <a:endParaRPr lang="en-US" dirty="0"/>
          </a:p>
          <a:p>
            <a:pPr lvl="3"/>
            <a:r>
              <a:rPr lang="en-US" dirty="0" err="1"/>
              <a:t>Contenido</a:t>
            </a:r>
            <a:r>
              <a:rPr lang="en-US" dirty="0"/>
              <a:t> </a:t>
            </a:r>
            <a:r>
              <a:rPr lang="en-US" dirty="0" err="1"/>
              <a:t>cuarto</a:t>
            </a:r>
            <a:r>
              <a:rPr lang="en-US" dirty="0"/>
              <a:t> </a:t>
            </a:r>
            <a:r>
              <a:rPr lang="en-US" dirty="0" err="1"/>
              <a:t>nivel</a:t>
            </a:r>
            <a:endParaRPr lang="en-PE" dirty="0"/>
          </a:p>
        </p:txBody>
      </p:sp>
    </p:spTree>
    <p:extLst>
      <p:ext uri="{BB962C8B-B14F-4D97-AF65-F5344CB8AC3E}">
        <p14:creationId xmlns:p14="http://schemas.microsoft.com/office/powerpoint/2010/main" val="22239151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Vacía">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60976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n y contenid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EBE1EA9-4E43-5048-806C-A530FF888981}"/>
              </a:ext>
            </a:extLst>
          </p:cNvPr>
          <p:cNvSpPr>
            <a:spLocks noGrp="1"/>
          </p:cNvSpPr>
          <p:nvPr>
            <p:ph type="pic" sz="quarter" idx="10" hasCustomPrompt="1"/>
          </p:nvPr>
        </p:nvSpPr>
        <p:spPr>
          <a:xfrm>
            <a:off x="4607442" y="0"/>
            <a:ext cx="7584558" cy="6709943"/>
          </a:xfrm>
        </p:spPr>
        <p:txBody>
          <a:bodyPr/>
          <a:lstStyle>
            <a:lvl1pPr marL="0" indent="0">
              <a:buNone/>
              <a:defRPr/>
            </a:lvl1pPr>
          </a:lstStyle>
          <a:p>
            <a:r>
              <a:rPr lang="en-PE" dirty="0"/>
              <a:t>Imagen</a:t>
            </a:r>
          </a:p>
        </p:txBody>
      </p:sp>
      <p:sp>
        <p:nvSpPr>
          <p:cNvPr id="6" name="Título 1">
            <a:extLst>
              <a:ext uri="{FF2B5EF4-FFF2-40B4-BE49-F238E27FC236}">
                <a16:creationId xmlns:a16="http://schemas.microsoft.com/office/drawing/2014/main" id="{D6FB2F2C-340B-BB41-8807-1EBD1D08572F}"/>
              </a:ext>
            </a:extLst>
          </p:cNvPr>
          <p:cNvSpPr>
            <a:spLocks noGrp="1"/>
          </p:cNvSpPr>
          <p:nvPr>
            <p:ph type="title" hasCustomPrompt="1"/>
          </p:nvPr>
        </p:nvSpPr>
        <p:spPr>
          <a:xfrm>
            <a:off x="106326" y="762074"/>
            <a:ext cx="4373525" cy="620159"/>
          </a:xfrm>
        </p:spPr>
        <p:txBody>
          <a:bodyPr/>
          <a:lstStyle>
            <a:lvl1pPr algn="ctr">
              <a:defRPr sz="3000">
                <a:solidFill>
                  <a:srgbClr val="003863"/>
                </a:solidFill>
                <a:latin typeface="Georgia" charset="0"/>
                <a:ea typeface="Georgia" charset="0"/>
                <a:cs typeface="Georgia" charset="0"/>
              </a:defRPr>
            </a:lvl1pPr>
          </a:lstStyle>
          <a:p>
            <a:r>
              <a:rPr lang="es-ES_tradnl" dirty="0"/>
              <a:t>Título</a:t>
            </a:r>
          </a:p>
        </p:txBody>
      </p:sp>
      <p:sp>
        <p:nvSpPr>
          <p:cNvPr id="7" name="Text Placeholder 3">
            <a:extLst>
              <a:ext uri="{FF2B5EF4-FFF2-40B4-BE49-F238E27FC236}">
                <a16:creationId xmlns:a16="http://schemas.microsoft.com/office/drawing/2014/main" id="{CEC67945-2D2A-4049-B6EE-C5C1BC241BD8}"/>
              </a:ext>
            </a:extLst>
          </p:cNvPr>
          <p:cNvSpPr>
            <a:spLocks noGrp="1"/>
          </p:cNvSpPr>
          <p:nvPr>
            <p:ph type="body" sz="quarter" idx="11" hasCustomPrompt="1"/>
          </p:nvPr>
        </p:nvSpPr>
        <p:spPr>
          <a:xfrm>
            <a:off x="106326" y="1609059"/>
            <a:ext cx="4373525" cy="4682203"/>
          </a:xfrm>
        </p:spPr>
        <p:txBody>
          <a:bodyPr/>
          <a:lstStyle>
            <a:lvl1pPr marL="457200" indent="-457200">
              <a:buClr>
                <a:srgbClr val="003863"/>
              </a:buClr>
              <a:buFont typeface="Wingdings" pitchFamily="2" charset="2"/>
              <a:buChar char="§"/>
              <a:defRPr>
                <a:solidFill>
                  <a:srgbClr val="071321"/>
                </a:solidFill>
              </a:defRPr>
            </a:lvl1pPr>
            <a:lvl2pPr marL="685800" indent="-228600">
              <a:buClr>
                <a:srgbClr val="003863"/>
              </a:buClr>
              <a:buFont typeface="Arial" panose="020B0604020202020204" pitchFamily="34" charset="0"/>
              <a:buChar char="•"/>
              <a:defRPr>
                <a:solidFill>
                  <a:srgbClr val="071321"/>
                </a:solidFill>
              </a:defRPr>
            </a:lvl2pPr>
            <a:lvl3pPr marL="1143000" indent="-228600">
              <a:buClr>
                <a:srgbClr val="003863"/>
              </a:buClr>
              <a:buFont typeface="Arial" panose="020B0604020202020204" pitchFamily="34" charset="0"/>
              <a:buChar char="•"/>
              <a:defRPr>
                <a:solidFill>
                  <a:srgbClr val="071321"/>
                </a:solidFill>
              </a:defRPr>
            </a:lvl3pPr>
            <a:lvl4pPr marL="1600200" indent="-228600">
              <a:buClr>
                <a:srgbClr val="003863"/>
              </a:buClr>
              <a:buFont typeface="Arial" panose="020B0604020202020204" pitchFamily="34" charset="0"/>
              <a:buChar char="•"/>
              <a:defRPr>
                <a:solidFill>
                  <a:srgbClr val="071321"/>
                </a:solidFill>
              </a:defRPr>
            </a:lvl4pPr>
          </a:lstStyle>
          <a:p>
            <a:pPr lvl="0"/>
            <a:r>
              <a:rPr lang="en-US" dirty="0" err="1"/>
              <a:t>Contenido</a:t>
            </a:r>
            <a:r>
              <a:rPr lang="en-US" dirty="0"/>
              <a:t> primer </a:t>
            </a:r>
            <a:r>
              <a:rPr lang="en-US" dirty="0" err="1"/>
              <a:t>nivel</a:t>
            </a:r>
            <a:endParaRPr lang="en-US" dirty="0"/>
          </a:p>
          <a:p>
            <a:pPr lvl="1"/>
            <a:r>
              <a:rPr lang="en-US" dirty="0" err="1"/>
              <a:t>Contenido</a:t>
            </a:r>
            <a:r>
              <a:rPr lang="en-US" dirty="0"/>
              <a:t> </a:t>
            </a:r>
            <a:r>
              <a:rPr lang="en-US" dirty="0" err="1"/>
              <a:t>segundo</a:t>
            </a:r>
            <a:r>
              <a:rPr lang="en-US" dirty="0"/>
              <a:t> </a:t>
            </a:r>
            <a:r>
              <a:rPr lang="en-US" dirty="0" err="1"/>
              <a:t>nivel</a:t>
            </a:r>
            <a:endParaRPr lang="en-US" dirty="0"/>
          </a:p>
          <a:p>
            <a:pPr lvl="2"/>
            <a:r>
              <a:rPr lang="en-US" dirty="0" err="1"/>
              <a:t>Contenido</a:t>
            </a:r>
            <a:r>
              <a:rPr lang="en-US" dirty="0"/>
              <a:t> </a:t>
            </a:r>
            <a:r>
              <a:rPr lang="en-US" dirty="0" err="1"/>
              <a:t>tercer</a:t>
            </a:r>
            <a:r>
              <a:rPr lang="en-US" dirty="0"/>
              <a:t> </a:t>
            </a:r>
            <a:r>
              <a:rPr lang="en-US" dirty="0" err="1"/>
              <a:t>nivel</a:t>
            </a:r>
            <a:endParaRPr lang="en-US" dirty="0"/>
          </a:p>
          <a:p>
            <a:pPr lvl="3"/>
            <a:r>
              <a:rPr lang="en-US" dirty="0" err="1"/>
              <a:t>Contenido</a:t>
            </a:r>
            <a:r>
              <a:rPr lang="en-US" dirty="0"/>
              <a:t> </a:t>
            </a:r>
            <a:r>
              <a:rPr lang="en-US" dirty="0" err="1"/>
              <a:t>cuarto</a:t>
            </a:r>
            <a:r>
              <a:rPr lang="en-US" dirty="0"/>
              <a:t> </a:t>
            </a:r>
            <a:r>
              <a:rPr lang="en-US" dirty="0" err="1"/>
              <a:t>nivel</a:t>
            </a:r>
            <a:endParaRPr lang="en-PE" dirty="0"/>
          </a:p>
        </p:txBody>
      </p:sp>
    </p:spTree>
    <p:extLst>
      <p:ext uri="{BB962C8B-B14F-4D97-AF65-F5344CB8AC3E}">
        <p14:creationId xmlns:p14="http://schemas.microsoft.com/office/powerpoint/2010/main" val="13324141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ítulo de sección">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EAB234F9-9B24-1348-A6E2-02133E575E7D}"/>
              </a:ext>
            </a:extLst>
          </p:cNvPr>
          <p:cNvSpPr>
            <a:spLocks noGrp="1"/>
          </p:cNvSpPr>
          <p:nvPr>
            <p:ph type="title" hasCustomPrompt="1"/>
          </p:nvPr>
        </p:nvSpPr>
        <p:spPr>
          <a:xfrm>
            <a:off x="838200" y="1762328"/>
            <a:ext cx="10515600" cy="1325563"/>
          </a:xfrm>
        </p:spPr>
        <p:txBody>
          <a:bodyPr/>
          <a:lstStyle>
            <a:lvl1pPr algn="ctr">
              <a:defRPr>
                <a:solidFill>
                  <a:srgbClr val="003863"/>
                </a:solidFill>
                <a:latin typeface="Georgia" charset="0"/>
                <a:ea typeface="Georgia" charset="0"/>
                <a:cs typeface="Georgia" charset="0"/>
              </a:defRPr>
            </a:lvl1pPr>
          </a:lstStyle>
          <a:p>
            <a:r>
              <a:rPr lang="es-ES_tradnl" dirty="0"/>
              <a:t>Título de sección</a:t>
            </a:r>
          </a:p>
        </p:txBody>
      </p:sp>
      <p:sp>
        <p:nvSpPr>
          <p:cNvPr id="3" name="Text Placeholder 2">
            <a:extLst>
              <a:ext uri="{FF2B5EF4-FFF2-40B4-BE49-F238E27FC236}">
                <a16:creationId xmlns:a16="http://schemas.microsoft.com/office/drawing/2014/main" id="{1F07DE41-49D2-3248-A4E2-68DDDC3818E7}"/>
              </a:ext>
            </a:extLst>
          </p:cNvPr>
          <p:cNvSpPr>
            <a:spLocks noGrp="1"/>
          </p:cNvSpPr>
          <p:nvPr>
            <p:ph type="body" sz="quarter" idx="10" hasCustomPrompt="1"/>
          </p:nvPr>
        </p:nvSpPr>
        <p:spPr>
          <a:xfrm>
            <a:off x="2175891" y="3611877"/>
            <a:ext cx="7840218" cy="924388"/>
          </a:xfrm>
        </p:spPr>
        <p:txBody>
          <a:bodyPr anchor="ctr"/>
          <a:lstStyle>
            <a:lvl1pPr marL="0" indent="0" algn="ctr">
              <a:buNone/>
              <a:defRPr>
                <a:solidFill>
                  <a:srgbClr val="071321"/>
                </a:solidFill>
                <a:latin typeface="Georgia" panose="02040502050405020303" pitchFamily="18" charset="0"/>
              </a:defRPr>
            </a:lvl1pPr>
          </a:lstStyle>
          <a:p>
            <a:pPr lvl="0"/>
            <a:r>
              <a:rPr lang="en-PE" dirty="0"/>
              <a:t>Subtítulo de sección</a:t>
            </a:r>
          </a:p>
        </p:txBody>
      </p:sp>
    </p:spTree>
    <p:extLst>
      <p:ext uri="{BB962C8B-B14F-4D97-AF65-F5344CB8AC3E}">
        <p14:creationId xmlns:p14="http://schemas.microsoft.com/office/powerpoint/2010/main" val="19545631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ítulo grande">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lvl1pPr>
              <a:defRPr>
                <a:solidFill>
                  <a:srgbClr val="003863"/>
                </a:solidFill>
                <a:latin typeface="Georgia" charset="0"/>
                <a:ea typeface="Georgia" charset="0"/>
                <a:cs typeface="Georgia" charset="0"/>
              </a:defRPr>
            </a:lvl1pPr>
          </a:lstStyle>
          <a:p>
            <a:r>
              <a:rPr lang="es-ES_tradnl" dirty="0"/>
              <a:t>Título</a:t>
            </a:r>
          </a:p>
        </p:txBody>
      </p:sp>
      <p:sp>
        <p:nvSpPr>
          <p:cNvPr id="4" name="Text Placeholder 3">
            <a:extLst>
              <a:ext uri="{FF2B5EF4-FFF2-40B4-BE49-F238E27FC236}">
                <a16:creationId xmlns:a16="http://schemas.microsoft.com/office/drawing/2014/main" id="{97B7DE5B-B126-0B42-B728-A8650A460CC1}"/>
              </a:ext>
            </a:extLst>
          </p:cNvPr>
          <p:cNvSpPr>
            <a:spLocks noGrp="1"/>
          </p:cNvSpPr>
          <p:nvPr>
            <p:ph type="body" sz="quarter" idx="10" hasCustomPrompt="1"/>
          </p:nvPr>
        </p:nvSpPr>
        <p:spPr>
          <a:xfrm>
            <a:off x="838200" y="1960563"/>
            <a:ext cx="10515600" cy="4330700"/>
          </a:xfrm>
        </p:spPr>
        <p:txBody>
          <a:bodyPr/>
          <a:lstStyle>
            <a:lvl1pPr marL="457200" indent="-457200">
              <a:buClr>
                <a:srgbClr val="003863"/>
              </a:buClr>
              <a:buFont typeface="Wingdings" pitchFamily="2" charset="2"/>
              <a:buChar char="§"/>
              <a:defRPr>
                <a:solidFill>
                  <a:srgbClr val="071321"/>
                </a:solidFill>
              </a:defRPr>
            </a:lvl1pPr>
            <a:lvl2pPr marL="685800" indent="-228600">
              <a:buClr>
                <a:srgbClr val="003863"/>
              </a:buClr>
              <a:buFont typeface="Arial" panose="020B0604020202020204" pitchFamily="34" charset="0"/>
              <a:buChar char="•"/>
              <a:defRPr>
                <a:solidFill>
                  <a:srgbClr val="071321"/>
                </a:solidFill>
              </a:defRPr>
            </a:lvl2pPr>
            <a:lvl3pPr marL="1143000" indent="-228600">
              <a:buClr>
                <a:srgbClr val="003863"/>
              </a:buClr>
              <a:buFont typeface="Arial" panose="020B0604020202020204" pitchFamily="34" charset="0"/>
              <a:buChar char="•"/>
              <a:defRPr>
                <a:solidFill>
                  <a:srgbClr val="071321"/>
                </a:solidFill>
              </a:defRPr>
            </a:lvl3pPr>
            <a:lvl4pPr marL="1600200" indent="-228600">
              <a:buClr>
                <a:srgbClr val="003863"/>
              </a:buClr>
              <a:buFont typeface="Arial" panose="020B0604020202020204" pitchFamily="34" charset="0"/>
              <a:buChar char="•"/>
              <a:defRPr>
                <a:solidFill>
                  <a:srgbClr val="071321"/>
                </a:solidFill>
              </a:defRPr>
            </a:lvl4pPr>
          </a:lstStyle>
          <a:p>
            <a:pPr lvl="0"/>
            <a:r>
              <a:rPr lang="en-US" dirty="0" err="1"/>
              <a:t>Contenido</a:t>
            </a:r>
            <a:r>
              <a:rPr lang="en-US" dirty="0"/>
              <a:t> primer </a:t>
            </a:r>
            <a:r>
              <a:rPr lang="en-US" dirty="0" err="1"/>
              <a:t>nivel</a:t>
            </a:r>
            <a:endParaRPr lang="en-US" dirty="0"/>
          </a:p>
          <a:p>
            <a:pPr lvl="1"/>
            <a:r>
              <a:rPr lang="en-US" dirty="0" err="1"/>
              <a:t>Contenido</a:t>
            </a:r>
            <a:r>
              <a:rPr lang="en-US" dirty="0"/>
              <a:t> </a:t>
            </a:r>
            <a:r>
              <a:rPr lang="en-US" dirty="0" err="1"/>
              <a:t>segundo</a:t>
            </a:r>
            <a:r>
              <a:rPr lang="en-US" dirty="0"/>
              <a:t> </a:t>
            </a:r>
            <a:r>
              <a:rPr lang="en-US" dirty="0" err="1"/>
              <a:t>nivel</a:t>
            </a:r>
            <a:endParaRPr lang="en-US" dirty="0"/>
          </a:p>
          <a:p>
            <a:pPr lvl="2"/>
            <a:r>
              <a:rPr lang="en-US" dirty="0" err="1"/>
              <a:t>Contenido</a:t>
            </a:r>
            <a:r>
              <a:rPr lang="en-US" dirty="0"/>
              <a:t> </a:t>
            </a:r>
            <a:r>
              <a:rPr lang="en-US" dirty="0" err="1"/>
              <a:t>tercer</a:t>
            </a:r>
            <a:r>
              <a:rPr lang="en-US" dirty="0"/>
              <a:t> </a:t>
            </a:r>
            <a:r>
              <a:rPr lang="en-US" dirty="0" err="1"/>
              <a:t>nivel</a:t>
            </a:r>
            <a:endParaRPr lang="en-US" dirty="0"/>
          </a:p>
          <a:p>
            <a:pPr lvl="3"/>
            <a:r>
              <a:rPr lang="en-US" dirty="0" err="1"/>
              <a:t>Contenido</a:t>
            </a:r>
            <a:r>
              <a:rPr lang="en-US" dirty="0"/>
              <a:t> </a:t>
            </a:r>
            <a:r>
              <a:rPr lang="en-US" dirty="0" err="1"/>
              <a:t>cuarto</a:t>
            </a:r>
            <a:r>
              <a:rPr lang="en-US" dirty="0"/>
              <a:t> </a:t>
            </a:r>
            <a:r>
              <a:rPr lang="en-US" dirty="0" err="1"/>
              <a:t>nivel</a:t>
            </a:r>
            <a:endParaRPr lang="en-PE" dirty="0"/>
          </a:p>
        </p:txBody>
      </p:sp>
    </p:spTree>
    <p:extLst>
      <p:ext uri="{BB962C8B-B14F-4D97-AF65-F5344CB8AC3E}">
        <p14:creationId xmlns:p14="http://schemas.microsoft.com/office/powerpoint/2010/main" val="18783122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ítulo pequeñ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8200" y="365125"/>
            <a:ext cx="10515600" cy="461493"/>
          </a:xfrm>
        </p:spPr>
        <p:txBody>
          <a:bodyPr/>
          <a:lstStyle>
            <a:lvl1pPr>
              <a:defRPr sz="3000">
                <a:solidFill>
                  <a:srgbClr val="003863"/>
                </a:solidFill>
                <a:latin typeface="Georgia" charset="0"/>
                <a:ea typeface="Georgia" charset="0"/>
                <a:cs typeface="Georgia" charset="0"/>
              </a:defRPr>
            </a:lvl1pPr>
          </a:lstStyle>
          <a:p>
            <a:r>
              <a:rPr lang="es-ES_tradnl" dirty="0"/>
              <a:t>Título</a:t>
            </a:r>
          </a:p>
        </p:txBody>
      </p:sp>
      <p:sp>
        <p:nvSpPr>
          <p:cNvPr id="4" name="Text Placeholder 3">
            <a:extLst>
              <a:ext uri="{FF2B5EF4-FFF2-40B4-BE49-F238E27FC236}">
                <a16:creationId xmlns:a16="http://schemas.microsoft.com/office/drawing/2014/main" id="{97B7DE5B-B126-0B42-B728-A8650A460CC1}"/>
              </a:ext>
            </a:extLst>
          </p:cNvPr>
          <p:cNvSpPr>
            <a:spLocks noGrp="1"/>
          </p:cNvSpPr>
          <p:nvPr>
            <p:ph type="body" sz="quarter" idx="10" hasCustomPrompt="1"/>
          </p:nvPr>
        </p:nvSpPr>
        <p:spPr>
          <a:xfrm>
            <a:off x="838200" y="1053389"/>
            <a:ext cx="10515600" cy="5237874"/>
          </a:xfrm>
        </p:spPr>
        <p:txBody>
          <a:bodyPr/>
          <a:lstStyle>
            <a:lvl1pPr marL="457200" indent="-457200">
              <a:buClr>
                <a:srgbClr val="003863"/>
              </a:buClr>
              <a:buFont typeface="Wingdings" pitchFamily="2" charset="2"/>
              <a:buChar char="§"/>
              <a:defRPr>
                <a:solidFill>
                  <a:srgbClr val="071321"/>
                </a:solidFill>
              </a:defRPr>
            </a:lvl1pPr>
            <a:lvl2pPr marL="685800" indent="-228600">
              <a:buClr>
                <a:srgbClr val="003863"/>
              </a:buClr>
              <a:buFont typeface="Arial" panose="020B0604020202020204" pitchFamily="34" charset="0"/>
              <a:buChar char="•"/>
              <a:defRPr>
                <a:solidFill>
                  <a:srgbClr val="071321"/>
                </a:solidFill>
              </a:defRPr>
            </a:lvl2pPr>
            <a:lvl3pPr marL="1143000" indent="-228600">
              <a:buClr>
                <a:srgbClr val="003863"/>
              </a:buClr>
              <a:buFont typeface="Arial" panose="020B0604020202020204" pitchFamily="34" charset="0"/>
              <a:buChar char="•"/>
              <a:defRPr>
                <a:solidFill>
                  <a:srgbClr val="071321"/>
                </a:solidFill>
              </a:defRPr>
            </a:lvl3pPr>
            <a:lvl4pPr marL="1600200" indent="-228600">
              <a:buClr>
                <a:srgbClr val="003863"/>
              </a:buClr>
              <a:buFont typeface="Arial" panose="020B0604020202020204" pitchFamily="34" charset="0"/>
              <a:buChar char="•"/>
              <a:defRPr>
                <a:solidFill>
                  <a:srgbClr val="071321"/>
                </a:solidFill>
              </a:defRPr>
            </a:lvl4pPr>
          </a:lstStyle>
          <a:p>
            <a:pPr lvl="0"/>
            <a:r>
              <a:rPr lang="en-US" dirty="0" err="1"/>
              <a:t>Contenido</a:t>
            </a:r>
            <a:r>
              <a:rPr lang="en-US" dirty="0"/>
              <a:t> primer </a:t>
            </a:r>
            <a:r>
              <a:rPr lang="en-US" dirty="0" err="1"/>
              <a:t>nivel</a:t>
            </a:r>
            <a:endParaRPr lang="en-US" dirty="0"/>
          </a:p>
          <a:p>
            <a:pPr lvl="1"/>
            <a:r>
              <a:rPr lang="en-US" dirty="0" err="1"/>
              <a:t>Contenido</a:t>
            </a:r>
            <a:r>
              <a:rPr lang="en-US" dirty="0"/>
              <a:t> </a:t>
            </a:r>
            <a:r>
              <a:rPr lang="en-US" dirty="0" err="1"/>
              <a:t>segundo</a:t>
            </a:r>
            <a:r>
              <a:rPr lang="en-US" dirty="0"/>
              <a:t> </a:t>
            </a:r>
            <a:r>
              <a:rPr lang="en-US" dirty="0" err="1"/>
              <a:t>nivel</a:t>
            </a:r>
            <a:endParaRPr lang="en-US" dirty="0"/>
          </a:p>
          <a:p>
            <a:pPr lvl="2"/>
            <a:r>
              <a:rPr lang="en-US" dirty="0" err="1"/>
              <a:t>Contenido</a:t>
            </a:r>
            <a:r>
              <a:rPr lang="en-US" dirty="0"/>
              <a:t> </a:t>
            </a:r>
            <a:r>
              <a:rPr lang="en-US" dirty="0" err="1"/>
              <a:t>tercer</a:t>
            </a:r>
            <a:r>
              <a:rPr lang="en-US" dirty="0"/>
              <a:t> </a:t>
            </a:r>
            <a:r>
              <a:rPr lang="en-US" dirty="0" err="1"/>
              <a:t>nivel</a:t>
            </a:r>
            <a:endParaRPr lang="en-US" dirty="0"/>
          </a:p>
          <a:p>
            <a:pPr lvl="3"/>
            <a:r>
              <a:rPr lang="en-US" dirty="0" err="1"/>
              <a:t>Contenido</a:t>
            </a:r>
            <a:r>
              <a:rPr lang="en-US" dirty="0"/>
              <a:t> </a:t>
            </a:r>
            <a:r>
              <a:rPr lang="en-US" dirty="0" err="1"/>
              <a:t>cuarto</a:t>
            </a:r>
            <a:r>
              <a:rPr lang="en-US" dirty="0"/>
              <a:t> </a:t>
            </a:r>
            <a:r>
              <a:rPr lang="en-US" dirty="0" err="1"/>
              <a:t>nivel</a:t>
            </a:r>
            <a:endParaRPr lang="en-PE" dirty="0"/>
          </a:p>
        </p:txBody>
      </p:sp>
    </p:spTree>
    <p:extLst>
      <p:ext uri="{BB962C8B-B14F-4D97-AF65-F5344CB8AC3E}">
        <p14:creationId xmlns:p14="http://schemas.microsoft.com/office/powerpoint/2010/main" val="20123304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PE"/>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Tree>
    <p:extLst>
      <p:ext uri="{BB962C8B-B14F-4D97-AF65-F5344CB8AC3E}">
        <p14:creationId xmlns:p14="http://schemas.microsoft.com/office/powerpoint/2010/main" val="1304194802"/>
      </p:ext>
    </p:extLst>
  </p:cSld>
  <p:clrMapOvr>
    <a:masterClrMapping/>
  </p:clrMapOvr>
  <p:transition spd="med">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Vacía">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64489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magen y contenid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EBE1EA9-4E43-5048-806C-A530FF888981}"/>
              </a:ext>
            </a:extLst>
          </p:cNvPr>
          <p:cNvSpPr>
            <a:spLocks noGrp="1"/>
          </p:cNvSpPr>
          <p:nvPr>
            <p:ph type="pic" sz="quarter" idx="10" hasCustomPrompt="1"/>
          </p:nvPr>
        </p:nvSpPr>
        <p:spPr>
          <a:xfrm>
            <a:off x="4607442" y="0"/>
            <a:ext cx="7584558" cy="6709943"/>
          </a:xfrm>
        </p:spPr>
        <p:txBody>
          <a:bodyPr/>
          <a:lstStyle>
            <a:lvl1pPr marL="0" indent="0">
              <a:buNone/>
              <a:defRPr/>
            </a:lvl1pPr>
          </a:lstStyle>
          <a:p>
            <a:r>
              <a:rPr lang="en-PE" dirty="0"/>
              <a:t>Imagen</a:t>
            </a:r>
          </a:p>
        </p:txBody>
      </p:sp>
      <p:sp>
        <p:nvSpPr>
          <p:cNvPr id="6" name="Título 1">
            <a:extLst>
              <a:ext uri="{FF2B5EF4-FFF2-40B4-BE49-F238E27FC236}">
                <a16:creationId xmlns:a16="http://schemas.microsoft.com/office/drawing/2014/main" id="{D6FB2F2C-340B-BB41-8807-1EBD1D08572F}"/>
              </a:ext>
            </a:extLst>
          </p:cNvPr>
          <p:cNvSpPr>
            <a:spLocks noGrp="1"/>
          </p:cNvSpPr>
          <p:nvPr>
            <p:ph type="title" hasCustomPrompt="1"/>
          </p:nvPr>
        </p:nvSpPr>
        <p:spPr>
          <a:xfrm>
            <a:off x="106326" y="762074"/>
            <a:ext cx="4373525" cy="620159"/>
          </a:xfrm>
        </p:spPr>
        <p:txBody>
          <a:bodyPr/>
          <a:lstStyle>
            <a:lvl1pPr algn="ctr">
              <a:defRPr sz="3000">
                <a:solidFill>
                  <a:schemeClr val="tx1"/>
                </a:solidFill>
                <a:latin typeface="Georgia" charset="0"/>
                <a:ea typeface="Georgia" charset="0"/>
                <a:cs typeface="Georgia" charset="0"/>
              </a:defRPr>
            </a:lvl1pPr>
          </a:lstStyle>
          <a:p>
            <a:r>
              <a:rPr lang="es-ES_tradnl" dirty="0"/>
              <a:t>Título</a:t>
            </a:r>
          </a:p>
        </p:txBody>
      </p:sp>
      <p:sp>
        <p:nvSpPr>
          <p:cNvPr id="10" name="Text Placeholder 3">
            <a:extLst>
              <a:ext uri="{FF2B5EF4-FFF2-40B4-BE49-F238E27FC236}">
                <a16:creationId xmlns:a16="http://schemas.microsoft.com/office/drawing/2014/main" id="{4D65F07F-1598-AA49-8D42-3B267202AE73}"/>
              </a:ext>
            </a:extLst>
          </p:cNvPr>
          <p:cNvSpPr>
            <a:spLocks noGrp="1"/>
          </p:cNvSpPr>
          <p:nvPr>
            <p:ph type="body" sz="quarter" idx="12" hasCustomPrompt="1"/>
          </p:nvPr>
        </p:nvSpPr>
        <p:spPr>
          <a:xfrm>
            <a:off x="106325" y="1609059"/>
            <a:ext cx="4373525" cy="4682203"/>
          </a:xfrm>
        </p:spPr>
        <p:txBody>
          <a:bodyPr/>
          <a:lstStyle>
            <a:lvl1pPr marL="457200" indent="-457200">
              <a:buClr>
                <a:schemeClr val="tx1"/>
              </a:buClr>
              <a:buFont typeface="Wingdings" pitchFamily="2" charset="2"/>
              <a:buChar char="§"/>
              <a:defRPr>
                <a:solidFill>
                  <a:srgbClr val="EAEAEA"/>
                </a:solidFill>
              </a:defRPr>
            </a:lvl1pPr>
            <a:lvl2pPr marL="685800" indent="-228600">
              <a:buClr>
                <a:schemeClr val="tx1"/>
              </a:buClr>
              <a:buFont typeface="Arial" panose="020B0604020202020204" pitchFamily="34" charset="0"/>
              <a:buChar char="•"/>
              <a:defRPr>
                <a:solidFill>
                  <a:srgbClr val="EAEAEA"/>
                </a:solidFill>
              </a:defRPr>
            </a:lvl2pPr>
            <a:lvl3pPr marL="1143000" indent="-228600">
              <a:buClr>
                <a:schemeClr val="tx1"/>
              </a:buClr>
              <a:buFont typeface="Arial" panose="020B0604020202020204" pitchFamily="34" charset="0"/>
              <a:buChar char="•"/>
              <a:defRPr>
                <a:solidFill>
                  <a:srgbClr val="EAEAEA"/>
                </a:solidFill>
              </a:defRPr>
            </a:lvl3pPr>
            <a:lvl4pPr marL="1600200" indent="-228600">
              <a:buClr>
                <a:schemeClr val="tx1"/>
              </a:buClr>
              <a:buFont typeface="Arial" panose="020B0604020202020204" pitchFamily="34" charset="0"/>
              <a:buChar char="•"/>
              <a:defRPr>
                <a:solidFill>
                  <a:srgbClr val="EAEAEA"/>
                </a:solidFill>
              </a:defRPr>
            </a:lvl4pPr>
          </a:lstStyle>
          <a:p>
            <a:pPr lvl="0"/>
            <a:r>
              <a:rPr lang="en-US" dirty="0" err="1"/>
              <a:t>Contenido</a:t>
            </a:r>
            <a:r>
              <a:rPr lang="en-US" dirty="0"/>
              <a:t> primer </a:t>
            </a:r>
            <a:r>
              <a:rPr lang="en-US" dirty="0" err="1"/>
              <a:t>nivel</a:t>
            </a:r>
            <a:endParaRPr lang="en-US" dirty="0"/>
          </a:p>
          <a:p>
            <a:pPr lvl="1"/>
            <a:r>
              <a:rPr lang="en-US" dirty="0" err="1"/>
              <a:t>Contenido</a:t>
            </a:r>
            <a:r>
              <a:rPr lang="en-US" dirty="0"/>
              <a:t> </a:t>
            </a:r>
            <a:r>
              <a:rPr lang="en-US" dirty="0" err="1"/>
              <a:t>segundo</a:t>
            </a:r>
            <a:r>
              <a:rPr lang="en-US" dirty="0"/>
              <a:t> </a:t>
            </a:r>
            <a:r>
              <a:rPr lang="en-US" dirty="0" err="1"/>
              <a:t>nivel</a:t>
            </a:r>
            <a:endParaRPr lang="en-US" dirty="0"/>
          </a:p>
          <a:p>
            <a:pPr lvl="2"/>
            <a:r>
              <a:rPr lang="en-US" dirty="0" err="1"/>
              <a:t>Contenido</a:t>
            </a:r>
            <a:r>
              <a:rPr lang="en-US" dirty="0"/>
              <a:t> </a:t>
            </a:r>
            <a:r>
              <a:rPr lang="en-US" dirty="0" err="1"/>
              <a:t>tercer</a:t>
            </a:r>
            <a:r>
              <a:rPr lang="en-US" dirty="0"/>
              <a:t> </a:t>
            </a:r>
            <a:r>
              <a:rPr lang="en-US" dirty="0" err="1"/>
              <a:t>nivel</a:t>
            </a:r>
            <a:endParaRPr lang="en-US" dirty="0"/>
          </a:p>
          <a:p>
            <a:pPr lvl="3"/>
            <a:r>
              <a:rPr lang="en-US" dirty="0" err="1"/>
              <a:t>Contenido</a:t>
            </a:r>
            <a:r>
              <a:rPr lang="en-US" dirty="0"/>
              <a:t> </a:t>
            </a:r>
            <a:r>
              <a:rPr lang="en-US" dirty="0" err="1"/>
              <a:t>cuarto</a:t>
            </a:r>
            <a:r>
              <a:rPr lang="en-US" dirty="0"/>
              <a:t> </a:t>
            </a:r>
            <a:r>
              <a:rPr lang="en-US" dirty="0" err="1"/>
              <a:t>nivel</a:t>
            </a:r>
            <a:endParaRPr lang="en-PE" dirty="0"/>
          </a:p>
        </p:txBody>
      </p:sp>
    </p:spTree>
    <p:extLst>
      <p:ext uri="{BB962C8B-B14F-4D97-AF65-F5344CB8AC3E}">
        <p14:creationId xmlns:p14="http://schemas.microsoft.com/office/powerpoint/2010/main" val="402458559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ítulo de sección">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EAB234F9-9B24-1348-A6E2-02133E575E7D}"/>
              </a:ext>
            </a:extLst>
          </p:cNvPr>
          <p:cNvSpPr>
            <a:spLocks noGrp="1"/>
          </p:cNvSpPr>
          <p:nvPr>
            <p:ph type="title" hasCustomPrompt="1"/>
          </p:nvPr>
        </p:nvSpPr>
        <p:spPr>
          <a:xfrm>
            <a:off x="838200" y="1762328"/>
            <a:ext cx="10515600" cy="1325563"/>
          </a:xfrm>
        </p:spPr>
        <p:txBody>
          <a:bodyPr/>
          <a:lstStyle>
            <a:lvl1pPr algn="ctr">
              <a:defRPr>
                <a:solidFill>
                  <a:schemeClr val="tx1"/>
                </a:solidFill>
                <a:latin typeface="Georgia" charset="0"/>
                <a:ea typeface="Georgia" charset="0"/>
                <a:cs typeface="Georgia" charset="0"/>
              </a:defRPr>
            </a:lvl1pPr>
          </a:lstStyle>
          <a:p>
            <a:r>
              <a:rPr lang="es-ES_tradnl" dirty="0"/>
              <a:t>Título de sección</a:t>
            </a:r>
          </a:p>
        </p:txBody>
      </p:sp>
      <p:sp>
        <p:nvSpPr>
          <p:cNvPr id="3" name="Text Placeholder 2">
            <a:extLst>
              <a:ext uri="{FF2B5EF4-FFF2-40B4-BE49-F238E27FC236}">
                <a16:creationId xmlns:a16="http://schemas.microsoft.com/office/drawing/2014/main" id="{1F07DE41-49D2-3248-A4E2-68DDDC3818E7}"/>
              </a:ext>
            </a:extLst>
          </p:cNvPr>
          <p:cNvSpPr>
            <a:spLocks noGrp="1"/>
          </p:cNvSpPr>
          <p:nvPr>
            <p:ph type="body" sz="quarter" idx="10" hasCustomPrompt="1"/>
          </p:nvPr>
        </p:nvSpPr>
        <p:spPr>
          <a:xfrm>
            <a:off x="2175891" y="3611877"/>
            <a:ext cx="7840218" cy="924388"/>
          </a:xfrm>
        </p:spPr>
        <p:txBody>
          <a:bodyPr anchor="ctr"/>
          <a:lstStyle>
            <a:lvl1pPr marL="0" indent="0" algn="ctr">
              <a:buNone/>
              <a:defRPr>
                <a:solidFill>
                  <a:srgbClr val="EAEAEA"/>
                </a:solidFill>
                <a:latin typeface="Georgia" panose="02040502050405020303" pitchFamily="18" charset="0"/>
              </a:defRPr>
            </a:lvl1pPr>
          </a:lstStyle>
          <a:p>
            <a:pPr lvl="0"/>
            <a:r>
              <a:rPr lang="en-PE" dirty="0"/>
              <a:t>Subtítulo de sección</a:t>
            </a:r>
          </a:p>
        </p:txBody>
      </p:sp>
    </p:spTree>
    <p:extLst>
      <p:ext uri="{BB962C8B-B14F-4D97-AF65-F5344CB8AC3E}">
        <p14:creationId xmlns:p14="http://schemas.microsoft.com/office/powerpoint/2010/main" val="10155671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ítulo grande">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lvl1pPr>
              <a:defRPr>
                <a:solidFill>
                  <a:schemeClr val="tx1"/>
                </a:solidFill>
                <a:latin typeface="Georgia" charset="0"/>
                <a:ea typeface="Georgia" charset="0"/>
                <a:cs typeface="Georgia" charset="0"/>
              </a:defRPr>
            </a:lvl1pPr>
          </a:lstStyle>
          <a:p>
            <a:r>
              <a:rPr lang="es-ES_tradnl" dirty="0"/>
              <a:t>Título</a:t>
            </a:r>
          </a:p>
        </p:txBody>
      </p:sp>
      <p:sp>
        <p:nvSpPr>
          <p:cNvPr id="4" name="Text Placeholder 3">
            <a:extLst>
              <a:ext uri="{FF2B5EF4-FFF2-40B4-BE49-F238E27FC236}">
                <a16:creationId xmlns:a16="http://schemas.microsoft.com/office/drawing/2014/main" id="{97B7DE5B-B126-0B42-B728-A8650A460CC1}"/>
              </a:ext>
            </a:extLst>
          </p:cNvPr>
          <p:cNvSpPr>
            <a:spLocks noGrp="1"/>
          </p:cNvSpPr>
          <p:nvPr>
            <p:ph type="body" sz="quarter" idx="10" hasCustomPrompt="1"/>
          </p:nvPr>
        </p:nvSpPr>
        <p:spPr>
          <a:xfrm>
            <a:off x="838200" y="1960563"/>
            <a:ext cx="10515600" cy="4330700"/>
          </a:xfrm>
        </p:spPr>
        <p:txBody>
          <a:bodyPr/>
          <a:lstStyle>
            <a:lvl1pPr marL="457200" indent="-457200">
              <a:buClr>
                <a:schemeClr val="tx1"/>
              </a:buClr>
              <a:buFont typeface="Wingdings" pitchFamily="2" charset="2"/>
              <a:buChar char="§"/>
              <a:defRPr>
                <a:solidFill>
                  <a:srgbClr val="EAEAEA"/>
                </a:solidFill>
              </a:defRPr>
            </a:lvl1pPr>
            <a:lvl2pPr marL="685800" indent="-228600">
              <a:buClr>
                <a:schemeClr val="tx1"/>
              </a:buClr>
              <a:buFont typeface="Arial" panose="020B0604020202020204" pitchFamily="34" charset="0"/>
              <a:buChar char="•"/>
              <a:defRPr>
                <a:solidFill>
                  <a:srgbClr val="EAEAEA"/>
                </a:solidFill>
              </a:defRPr>
            </a:lvl2pPr>
            <a:lvl3pPr marL="1143000" indent="-228600">
              <a:buClr>
                <a:schemeClr val="tx1"/>
              </a:buClr>
              <a:buFont typeface="Arial" panose="020B0604020202020204" pitchFamily="34" charset="0"/>
              <a:buChar char="•"/>
              <a:defRPr>
                <a:solidFill>
                  <a:srgbClr val="EAEAEA"/>
                </a:solidFill>
              </a:defRPr>
            </a:lvl3pPr>
            <a:lvl4pPr marL="1600200" indent="-228600">
              <a:buClr>
                <a:schemeClr val="tx1"/>
              </a:buClr>
              <a:buFont typeface="Arial" panose="020B0604020202020204" pitchFamily="34" charset="0"/>
              <a:buChar char="•"/>
              <a:defRPr>
                <a:solidFill>
                  <a:srgbClr val="EAEAEA"/>
                </a:solidFill>
              </a:defRPr>
            </a:lvl4pPr>
          </a:lstStyle>
          <a:p>
            <a:pPr lvl="0"/>
            <a:r>
              <a:rPr lang="en-US" dirty="0" err="1"/>
              <a:t>Contenido</a:t>
            </a:r>
            <a:r>
              <a:rPr lang="en-US" dirty="0"/>
              <a:t> primer </a:t>
            </a:r>
            <a:r>
              <a:rPr lang="en-US" dirty="0" err="1"/>
              <a:t>nivel</a:t>
            </a:r>
            <a:endParaRPr lang="en-US" dirty="0"/>
          </a:p>
          <a:p>
            <a:pPr lvl="1"/>
            <a:r>
              <a:rPr lang="en-US" dirty="0" err="1"/>
              <a:t>Contenido</a:t>
            </a:r>
            <a:r>
              <a:rPr lang="en-US" dirty="0"/>
              <a:t> </a:t>
            </a:r>
            <a:r>
              <a:rPr lang="en-US" dirty="0" err="1"/>
              <a:t>segundo</a:t>
            </a:r>
            <a:r>
              <a:rPr lang="en-US" dirty="0"/>
              <a:t> </a:t>
            </a:r>
            <a:r>
              <a:rPr lang="en-US" dirty="0" err="1"/>
              <a:t>nivel</a:t>
            </a:r>
            <a:endParaRPr lang="en-US" dirty="0"/>
          </a:p>
          <a:p>
            <a:pPr lvl="2"/>
            <a:r>
              <a:rPr lang="en-US" dirty="0" err="1"/>
              <a:t>Contenido</a:t>
            </a:r>
            <a:r>
              <a:rPr lang="en-US" dirty="0"/>
              <a:t> </a:t>
            </a:r>
            <a:r>
              <a:rPr lang="en-US" dirty="0" err="1"/>
              <a:t>tercer</a:t>
            </a:r>
            <a:r>
              <a:rPr lang="en-US" dirty="0"/>
              <a:t> </a:t>
            </a:r>
            <a:r>
              <a:rPr lang="en-US" dirty="0" err="1"/>
              <a:t>nivel</a:t>
            </a:r>
            <a:endParaRPr lang="en-US" dirty="0"/>
          </a:p>
          <a:p>
            <a:pPr lvl="3"/>
            <a:r>
              <a:rPr lang="en-US" dirty="0" err="1"/>
              <a:t>Contenido</a:t>
            </a:r>
            <a:r>
              <a:rPr lang="en-US" dirty="0"/>
              <a:t> </a:t>
            </a:r>
            <a:r>
              <a:rPr lang="en-US" dirty="0" err="1"/>
              <a:t>cuarto</a:t>
            </a:r>
            <a:r>
              <a:rPr lang="en-US" dirty="0"/>
              <a:t> </a:t>
            </a:r>
            <a:r>
              <a:rPr lang="en-US" dirty="0" err="1"/>
              <a:t>nivel</a:t>
            </a:r>
            <a:endParaRPr lang="en-PE" dirty="0"/>
          </a:p>
        </p:txBody>
      </p:sp>
    </p:spTree>
    <p:extLst>
      <p:ext uri="{BB962C8B-B14F-4D97-AF65-F5344CB8AC3E}">
        <p14:creationId xmlns:p14="http://schemas.microsoft.com/office/powerpoint/2010/main" val="12611653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ítulo pequeñ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8200" y="365125"/>
            <a:ext cx="10515600" cy="461493"/>
          </a:xfrm>
        </p:spPr>
        <p:txBody>
          <a:bodyPr/>
          <a:lstStyle>
            <a:lvl1pPr>
              <a:defRPr sz="3000">
                <a:solidFill>
                  <a:schemeClr val="tx1"/>
                </a:solidFill>
                <a:latin typeface="Georgia" charset="0"/>
                <a:ea typeface="Georgia" charset="0"/>
                <a:cs typeface="Georgia" charset="0"/>
              </a:defRPr>
            </a:lvl1pPr>
          </a:lstStyle>
          <a:p>
            <a:r>
              <a:rPr lang="es-ES_tradnl" dirty="0"/>
              <a:t>Título</a:t>
            </a:r>
          </a:p>
        </p:txBody>
      </p:sp>
      <p:sp>
        <p:nvSpPr>
          <p:cNvPr id="4" name="Text Placeholder 3">
            <a:extLst>
              <a:ext uri="{FF2B5EF4-FFF2-40B4-BE49-F238E27FC236}">
                <a16:creationId xmlns:a16="http://schemas.microsoft.com/office/drawing/2014/main" id="{97B7DE5B-B126-0B42-B728-A8650A460CC1}"/>
              </a:ext>
            </a:extLst>
          </p:cNvPr>
          <p:cNvSpPr>
            <a:spLocks noGrp="1"/>
          </p:cNvSpPr>
          <p:nvPr>
            <p:ph type="body" sz="quarter" idx="10" hasCustomPrompt="1"/>
          </p:nvPr>
        </p:nvSpPr>
        <p:spPr>
          <a:xfrm>
            <a:off x="838200" y="1053389"/>
            <a:ext cx="10515600" cy="5237874"/>
          </a:xfrm>
        </p:spPr>
        <p:txBody>
          <a:bodyPr/>
          <a:lstStyle>
            <a:lvl1pPr marL="457200" indent="-457200">
              <a:buClr>
                <a:schemeClr val="tx1"/>
              </a:buClr>
              <a:buFont typeface="Wingdings" pitchFamily="2" charset="2"/>
              <a:buChar char="§"/>
              <a:defRPr>
                <a:solidFill>
                  <a:srgbClr val="EAEAEA"/>
                </a:solidFill>
              </a:defRPr>
            </a:lvl1pPr>
            <a:lvl2pPr marL="685800" indent="-228600">
              <a:buClr>
                <a:schemeClr val="tx1"/>
              </a:buClr>
              <a:buFont typeface="Arial" panose="020B0604020202020204" pitchFamily="34" charset="0"/>
              <a:buChar char="•"/>
              <a:defRPr>
                <a:solidFill>
                  <a:srgbClr val="EAEAEA"/>
                </a:solidFill>
              </a:defRPr>
            </a:lvl2pPr>
            <a:lvl3pPr marL="1143000" indent="-228600">
              <a:buClr>
                <a:schemeClr val="tx1"/>
              </a:buClr>
              <a:buFont typeface="Arial" panose="020B0604020202020204" pitchFamily="34" charset="0"/>
              <a:buChar char="•"/>
              <a:defRPr>
                <a:solidFill>
                  <a:srgbClr val="EAEAEA"/>
                </a:solidFill>
              </a:defRPr>
            </a:lvl3pPr>
            <a:lvl4pPr marL="1600200" indent="-228600">
              <a:buClr>
                <a:schemeClr val="tx1"/>
              </a:buClr>
              <a:buFont typeface="Arial" panose="020B0604020202020204" pitchFamily="34" charset="0"/>
              <a:buChar char="•"/>
              <a:defRPr>
                <a:solidFill>
                  <a:srgbClr val="EAEAEA"/>
                </a:solidFill>
              </a:defRPr>
            </a:lvl4pPr>
          </a:lstStyle>
          <a:p>
            <a:pPr lvl="0"/>
            <a:r>
              <a:rPr lang="en-US" dirty="0" err="1"/>
              <a:t>Contenido</a:t>
            </a:r>
            <a:r>
              <a:rPr lang="en-US" dirty="0"/>
              <a:t> primer </a:t>
            </a:r>
            <a:r>
              <a:rPr lang="en-US" dirty="0" err="1"/>
              <a:t>nivel</a:t>
            </a:r>
            <a:endParaRPr lang="en-US" dirty="0"/>
          </a:p>
          <a:p>
            <a:pPr lvl="1"/>
            <a:r>
              <a:rPr lang="en-US" dirty="0" err="1"/>
              <a:t>Contenido</a:t>
            </a:r>
            <a:r>
              <a:rPr lang="en-US" dirty="0"/>
              <a:t> </a:t>
            </a:r>
            <a:r>
              <a:rPr lang="en-US" dirty="0" err="1"/>
              <a:t>segundo</a:t>
            </a:r>
            <a:r>
              <a:rPr lang="en-US" dirty="0"/>
              <a:t> </a:t>
            </a:r>
            <a:r>
              <a:rPr lang="en-US" dirty="0" err="1"/>
              <a:t>nivel</a:t>
            </a:r>
            <a:endParaRPr lang="en-US" dirty="0"/>
          </a:p>
          <a:p>
            <a:pPr lvl="2"/>
            <a:r>
              <a:rPr lang="en-US" dirty="0" err="1"/>
              <a:t>Contenido</a:t>
            </a:r>
            <a:r>
              <a:rPr lang="en-US" dirty="0"/>
              <a:t> </a:t>
            </a:r>
            <a:r>
              <a:rPr lang="en-US" dirty="0" err="1"/>
              <a:t>tercer</a:t>
            </a:r>
            <a:r>
              <a:rPr lang="en-US" dirty="0"/>
              <a:t> </a:t>
            </a:r>
            <a:r>
              <a:rPr lang="en-US" dirty="0" err="1"/>
              <a:t>nivel</a:t>
            </a:r>
            <a:endParaRPr lang="en-US" dirty="0"/>
          </a:p>
          <a:p>
            <a:pPr lvl="3"/>
            <a:r>
              <a:rPr lang="en-US" dirty="0" err="1"/>
              <a:t>Contenido</a:t>
            </a:r>
            <a:r>
              <a:rPr lang="en-US" dirty="0"/>
              <a:t> </a:t>
            </a:r>
            <a:r>
              <a:rPr lang="en-US" dirty="0" err="1"/>
              <a:t>cuarto</a:t>
            </a:r>
            <a:r>
              <a:rPr lang="en-US" dirty="0"/>
              <a:t> </a:t>
            </a:r>
            <a:r>
              <a:rPr lang="en-US" dirty="0" err="1"/>
              <a:t>nivel</a:t>
            </a:r>
            <a:endParaRPr lang="en-PE" dirty="0"/>
          </a:p>
        </p:txBody>
      </p:sp>
    </p:spTree>
    <p:extLst>
      <p:ext uri="{BB962C8B-B14F-4D97-AF65-F5344CB8AC3E}">
        <p14:creationId xmlns:p14="http://schemas.microsoft.com/office/powerpoint/2010/main" val="381115732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Vacía">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559548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Imagen y contenid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EBE1EA9-4E43-5048-806C-A530FF888981}"/>
              </a:ext>
            </a:extLst>
          </p:cNvPr>
          <p:cNvSpPr>
            <a:spLocks noGrp="1"/>
          </p:cNvSpPr>
          <p:nvPr>
            <p:ph type="pic" sz="quarter" idx="10" hasCustomPrompt="1"/>
          </p:nvPr>
        </p:nvSpPr>
        <p:spPr>
          <a:xfrm>
            <a:off x="4607442" y="0"/>
            <a:ext cx="7584558" cy="6709943"/>
          </a:xfrm>
        </p:spPr>
        <p:txBody>
          <a:bodyPr/>
          <a:lstStyle>
            <a:lvl1pPr marL="0" indent="0">
              <a:buNone/>
              <a:defRPr/>
            </a:lvl1pPr>
          </a:lstStyle>
          <a:p>
            <a:r>
              <a:rPr lang="en-PE" dirty="0"/>
              <a:t>Imagen</a:t>
            </a:r>
          </a:p>
        </p:txBody>
      </p:sp>
      <p:sp>
        <p:nvSpPr>
          <p:cNvPr id="6" name="Título 1">
            <a:extLst>
              <a:ext uri="{FF2B5EF4-FFF2-40B4-BE49-F238E27FC236}">
                <a16:creationId xmlns:a16="http://schemas.microsoft.com/office/drawing/2014/main" id="{D6FB2F2C-340B-BB41-8807-1EBD1D08572F}"/>
              </a:ext>
            </a:extLst>
          </p:cNvPr>
          <p:cNvSpPr>
            <a:spLocks noGrp="1"/>
          </p:cNvSpPr>
          <p:nvPr>
            <p:ph type="title" hasCustomPrompt="1"/>
          </p:nvPr>
        </p:nvSpPr>
        <p:spPr>
          <a:xfrm>
            <a:off x="106326" y="762074"/>
            <a:ext cx="4373525" cy="620159"/>
          </a:xfrm>
        </p:spPr>
        <p:txBody>
          <a:bodyPr/>
          <a:lstStyle>
            <a:lvl1pPr algn="ctr">
              <a:defRPr sz="3000">
                <a:solidFill>
                  <a:schemeClr val="tx1"/>
                </a:solidFill>
                <a:latin typeface="Georgia" charset="0"/>
                <a:ea typeface="Georgia" charset="0"/>
                <a:cs typeface="Georgia" charset="0"/>
              </a:defRPr>
            </a:lvl1pPr>
          </a:lstStyle>
          <a:p>
            <a:r>
              <a:rPr lang="es-ES_tradnl" dirty="0"/>
              <a:t>Título</a:t>
            </a:r>
          </a:p>
        </p:txBody>
      </p:sp>
      <p:sp>
        <p:nvSpPr>
          <p:cNvPr id="10" name="Text Placeholder 3">
            <a:extLst>
              <a:ext uri="{FF2B5EF4-FFF2-40B4-BE49-F238E27FC236}">
                <a16:creationId xmlns:a16="http://schemas.microsoft.com/office/drawing/2014/main" id="{4D65F07F-1598-AA49-8D42-3B267202AE73}"/>
              </a:ext>
            </a:extLst>
          </p:cNvPr>
          <p:cNvSpPr>
            <a:spLocks noGrp="1"/>
          </p:cNvSpPr>
          <p:nvPr>
            <p:ph type="body" sz="quarter" idx="12" hasCustomPrompt="1"/>
          </p:nvPr>
        </p:nvSpPr>
        <p:spPr>
          <a:xfrm>
            <a:off x="106325" y="1609059"/>
            <a:ext cx="4373525" cy="4682203"/>
          </a:xfrm>
        </p:spPr>
        <p:txBody>
          <a:bodyPr/>
          <a:lstStyle>
            <a:lvl1pPr marL="457200" indent="-457200">
              <a:buClr>
                <a:schemeClr val="tx1"/>
              </a:buClr>
              <a:buFont typeface="Wingdings" pitchFamily="2" charset="2"/>
              <a:buChar char="§"/>
              <a:defRPr>
                <a:solidFill>
                  <a:srgbClr val="EAEAEA"/>
                </a:solidFill>
              </a:defRPr>
            </a:lvl1pPr>
            <a:lvl2pPr marL="685800" indent="-228600">
              <a:buClr>
                <a:schemeClr val="tx1"/>
              </a:buClr>
              <a:buFont typeface="Arial" panose="020B0604020202020204" pitchFamily="34" charset="0"/>
              <a:buChar char="•"/>
              <a:defRPr>
                <a:solidFill>
                  <a:srgbClr val="EAEAEA"/>
                </a:solidFill>
              </a:defRPr>
            </a:lvl2pPr>
            <a:lvl3pPr marL="1143000" indent="-228600">
              <a:buClr>
                <a:schemeClr val="tx1"/>
              </a:buClr>
              <a:buFont typeface="Arial" panose="020B0604020202020204" pitchFamily="34" charset="0"/>
              <a:buChar char="•"/>
              <a:defRPr>
                <a:solidFill>
                  <a:srgbClr val="EAEAEA"/>
                </a:solidFill>
              </a:defRPr>
            </a:lvl3pPr>
            <a:lvl4pPr marL="1600200" indent="-228600">
              <a:buClr>
                <a:schemeClr val="tx1"/>
              </a:buClr>
              <a:buFont typeface="Arial" panose="020B0604020202020204" pitchFamily="34" charset="0"/>
              <a:buChar char="•"/>
              <a:defRPr>
                <a:solidFill>
                  <a:srgbClr val="EAEAEA"/>
                </a:solidFill>
              </a:defRPr>
            </a:lvl4pPr>
          </a:lstStyle>
          <a:p>
            <a:pPr lvl="0"/>
            <a:r>
              <a:rPr lang="en-US" dirty="0" err="1"/>
              <a:t>Contenido</a:t>
            </a:r>
            <a:r>
              <a:rPr lang="en-US" dirty="0"/>
              <a:t> primer </a:t>
            </a:r>
            <a:r>
              <a:rPr lang="en-US" dirty="0" err="1"/>
              <a:t>nivel</a:t>
            </a:r>
            <a:endParaRPr lang="en-US" dirty="0"/>
          </a:p>
          <a:p>
            <a:pPr lvl="1"/>
            <a:r>
              <a:rPr lang="en-US" dirty="0" err="1"/>
              <a:t>Contenido</a:t>
            </a:r>
            <a:r>
              <a:rPr lang="en-US" dirty="0"/>
              <a:t> </a:t>
            </a:r>
            <a:r>
              <a:rPr lang="en-US" dirty="0" err="1"/>
              <a:t>segundo</a:t>
            </a:r>
            <a:r>
              <a:rPr lang="en-US" dirty="0"/>
              <a:t> </a:t>
            </a:r>
            <a:r>
              <a:rPr lang="en-US" dirty="0" err="1"/>
              <a:t>nivel</a:t>
            </a:r>
            <a:endParaRPr lang="en-US" dirty="0"/>
          </a:p>
          <a:p>
            <a:pPr lvl="2"/>
            <a:r>
              <a:rPr lang="en-US" dirty="0" err="1"/>
              <a:t>Contenido</a:t>
            </a:r>
            <a:r>
              <a:rPr lang="en-US" dirty="0"/>
              <a:t> </a:t>
            </a:r>
            <a:r>
              <a:rPr lang="en-US" dirty="0" err="1"/>
              <a:t>tercer</a:t>
            </a:r>
            <a:r>
              <a:rPr lang="en-US" dirty="0"/>
              <a:t> </a:t>
            </a:r>
            <a:r>
              <a:rPr lang="en-US" dirty="0" err="1"/>
              <a:t>nivel</a:t>
            </a:r>
            <a:endParaRPr lang="en-US" dirty="0"/>
          </a:p>
          <a:p>
            <a:pPr lvl="3"/>
            <a:r>
              <a:rPr lang="en-US" dirty="0" err="1"/>
              <a:t>Contenido</a:t>
            </a:r>
            <a:r>
              <a:rPr lang="en-US" dirty="0"/>
              <a:t> </a:t>
            </a:r>
            <a:r>
              <a:rPr lang="en-US" dirty="0" err="1"/>
              <a:t>cuarto</a:t>
            </a:r>
            <a:r>
              <a:rPr lang="en-US" dirty="0"/>
              <a:t> </a:t>
            </a:r>
            <a:r>
              <a:rPr lang="en-US" dirty="0" err="1"/>
              <a:t>nivel</a:t>
            </a:r>
            <a:endParaRPr lang="en-PE" dirty="0"/>
          </a:p>
        </p:txBody>
      </p:sp>
    </p:spTree>
    <p:extLst>
      <p:ext uri="{BB962C8B-B14F-4D97-AF65-F5344CB8AC3E}">
        <p14:creationId xmlns:p14="http://schemas.microsoft.com/office/powerpoint/2010/main" val="201112068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ítulo de sección">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EAB234F9-9B24-1348-A6E2-02133E575E7D}"/>
              </a:ext>
            </a:extLst>
          </p:cNvPr>
          <p:cNvSpPr>
            <a:spLocks noGrp="1"/>
          </p:cNvSpPr>
          <p:nvPr>
            <p:ph type="title" hasCustomPrompt="1"/>
          </p:nvPr>
        </p:nvSpPr>
        <p:spPr>
          <a:xfrm>
            <a:off x="838200" y="1762328"/>
            <a:ext cx="10515600" cy="1325563"/>
          </a:xfrm>
        </p:spPr>
        <p:txBody>
          <a:bodyPr/>
          <a:lstStyle>
            <a:lvl1pPr algn="ctr">
              <a:defRPr>
                <a:solidFill>
                  <a:schemeClr val="tx1"/>
                </a:solidFill>
                <a:latin typeface="Georgia" charset="0"/>
                <a:ea typeface="Georgia" charset="0"/>
                <a:cs typeface="Georgia" charset="0"/>
              </a:defRPr>
            </a:lvl1pPr>
          </a:lstStyle>
          <a:p>
            <a:r>
              <a:rPr lang="es-ES_tradnl" dirty="0"/>
              <a:t>Título de sección</a:t>
            </a:r>
          </a:p>
        </p:txBody>
      </p:sp>
      <p:sp>
        <p:nvSpPr>
          <p:cNvPr id="3" name="Text Placeholder 2">
            <a:extLst>
              <a:ext uri="{FF2B5EF4-FFF2-40B4-BE49-F238E27FC236}">
                <a16:creationId xmlns:a16="http://schemas.microsoft.com/office/drawing/2014/main" id="{1F07DE41-49D2-3248-A4E2-68DDDC3818E7}"/>
              </a:ext>
            </a:extLst>
          </p:cNvPr>
          <p:cNvSpPr>
            <a:spLocks noGrp="1"/>
          </p:cNvSpPr>
          <p:nvPr>
            <p:ph type="body" sz="quarter" idx="10" hasCustomPrompt="1"/>
          </p:nvPr>
        </p:nvSpPr>
        <p:spPr>
          <a:xfrm>
            <a:off x="2175891" y="3611877"/>
            <a:ext cx="7840218" cy="924388"/>
          </a:xfrm>
        </p:spPr>
        <p:txBody>
          <a:bodyPr anchor="ctr"/>
          <a:lstStyle>
            <a:lvl1pPr marL="0" indent="0" algn="ctr">
              <a:buNone/>
              <a:defRPr>
                <a:solidFill>
                  <a:srgbClr val="EAEAEA"/>
                </a:solidFill>
                <a:latin typeface="Georgia" panose="02040502050405020303" pitchFamily="18" charset="0"/>
              </a:defRPr>
            </a:lvl1pPr>
          </a:lstStyle>
          <a:p>
            <a:pPr lvl="0"/>
            <a:r>
              <a:rPr lang="en-PE" dirty="0"/>
              <a:t>Subtítulo de sección</a:t>
            </a:r>
          </a:p>
        </p:txBody>
      </p:sp>
    </p:spTree>
    <p:extLst>
      <p:ext uri="{BB962C8B-B14F-4D97-AF65-F5344CB8AC3E}">
        <p14:creationId xmlns:p14="http://schemas.microsoft.com/office/powerpoint/2010/main" val="363240356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ítulo grande">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lvl1pPr>
              <a:defRPr>
                <a:solidFill>
                  <a:schemeClr val="tx1"/>
                </a:solidFill>
                <a:latin typeface="Georgia" charset="0"/>
                <a:ea typeface="Georgia" charset="0"/>
                <a:cs typeface="Georgia" charset="0"/>
              </a:defRPr>
            </a:lvl1pPr>
          </a:lstStyle>
          <a:p>
            <a:r>
              <a:rPr lang="es-ES_tradnl" dirty="0"/>
              <a:t>Título</a:t>
            </a:r>
          </a:p>
        </p:txBody>
      </p:sp>
      <p:sp>
        <p:nvSpPr>
          <p:cNvPr id="4" name="Text Placeholder 3">
            <a:extLst>
              <a:ext uri="{FF2B5EF4-FFF2-40B4-BE49-F238E27FC236}">
                <a16:creationId xmlns:a16="http://schemas.microsoft.com/office/drawing/2014/main" id="{97B7DE5B-B126-0B42-B728-A8650A460CC1}"/>
              </a:ext>
            </a:extLst>
          </p:cNvPr>
          <p:cNvSpPr>
            <a:spLocks noGrp="1"/>
          </p:cNvSpPr>
          <p:nvPr>
            <p:ph type="body" sz="quarter" idx="10" hasCustomPrompt="1"/>
          </p:nvPr>
        </p:nvSpPr>
        <p:spPr>
          <a:xfrm>
            <a:off x="838200" y="1960563"/>
            <a:ext cx="10515600" cy="4330700"/>
          </a:xfrm>
        </p:spPr>
        <p:txBody>
          <a:bodyPr/>
          <a:lstStyle>
            <a:lvl1pPr marL="457200" indent="-457200">
              <a:buClr>
                <a:schemeClr val="tx1"/>
              </a:buClr>
              <a:buFont typeface="Wingdings" pitchFamily="2" charset="2"/>
              <a:buChar char="§"/>
              <a:defRPr>
                <a:solidFill>
                  <a:srgbClr val="EAEAEA"/>
                </a:solidFill>
              </a:defRPr>
            </a:lvl1pPr>
            <a:lvl2pPr marL="685800" indent="-228600">
              <a:buClr>
                <a:schemeClr val="tx1"/>
              </a:buClr>
              <a:buFont typeface="Arial" panose="020B0604020202020204" pitchFamily="34" charset="0"/>
              <a:buChar char="•"/>
              <a:defRPr>
                <a:solidFill>
                  <a:srgbClr val="EAEAEA"/>
                </a:solidFill>
              </a:defRPr>
            </a:lvl2pPr>
            <a:lvl3pPr marL="1143000" indent="-228600">
              <a:buClr>
                <a:schemeClr val="tx1"/>
              </a:buClr>
              <a:buFont typeface="Arial" panose="020B0604020202020204" pitchFamily="34" charset="0"/>
              <a:buChar char="•"/>
              <a:defRPr>
                <a:solidFill>
                  <a:srgbClr val="EAEAEA"/>
                </a:solidFill>
              </a:defRPr>
            </a:lvl3pPr>
            <a:lvl4pPr marL="1600200" indent="-228600">
              <a:buClr>
                <a:schemeClr val="tx1"/>
              </a:buClr>
              <a:buFont typeface="Arial" panose="020B0604020202020204" pitchFamily="34" charset="0"/>
              <a:buChar char="•"/>
              <a:defRPr>
                <a:solidFill>
                  <a:srgbClr val="EAEAEA"/>
                </a:solidFill>
              </a:defRPr>
            </a:lvl4pPr>
          </a:lstStyle>
          <a:p>
            <a:pPr lvl="0"/>
            <a:r>
              <a:rPr lang="en-US" dirty="0" err="1"/>
              <a:t>Contenido</a:t>
            </a:r>
            <a:r>
              <a:rPr lang="en-US" dirty="0"/>
              <a:t> primer </a:t>
            </a:r>
            <a:r>
              <a:rPr lang="en-US" dirty="0" err="1"/>
              <a:t>nivel</a:t>
            </a:r>
            <a:endParaRPr lang="en-US" dirty="0"/>
          </a:p>
          <a:p>
            <a:pPr lvl="1"/>
            <a:r>
              <a:rPr lang="en-US" dirty="0" err="1"/>
              <a:t>Contenido</a:t>
            </a:r>
            <a:r>
              <a:rPr lang="en-US" dirty="0"/>
              <a:t> </a:t>
            </a:r>
            <a:r>
              <a:rPr lang="en-US" dirty="0" err="1"/>
              <a:t>segundo</a:t>
            </a:r>
            <a:r>
              <a:rPr lang="en-US" dirty="0"/>
              <a:t> </a:t>
            </a:r>
            <a:r>
              <a:rPr lang="en-US" dirty="0" err="1"/>
              <a:t>nivel</a:t>
            </a:r>
            <a:endParaRPr lang="en-US" dirty="0"/>
          </a:p>
          <a:p>
            <a:pPr lvl="2"/>
            <a:r>
              <a:rPr lang="en-US" dirty="0" err="1"/>
              <a:t>Contenido</a:t>
            </a:r>
            <a:r>
              <a:rPr lang="en-US" dirty="0"/>
              <a:t> </a:t>
            </a:r>
            <a:r>
              <a:rPr lang="en-US" dirty="0" err="1"/>
              <a:t>tercer</a:t>
            </a:r>
            <a:r>
              <a:rPr lang="en-US" dirty="0"/>
              <a:t> </a:t>
            </a:r>
            <a:r>
              <a:rPr lang="en-US" dirty="0" err="1"/>
              <a:t>nivel</a:t>
            </a:r>
            <a:endParaRPr lang="en-US" dirty="0"/>
          </a:p>
          <a:p>
            <a:pPr lvl="3"/>
            <a:r>
              <a:rPr lang="en-US" dirty="0" err="1"/>
              <a:t>Contenido</a:t>
            </a:r>
            <a:r>
              <a:rPr lang="en-US" dirty="0"/>
              <a:t> </a:t>
            </a:r>
            <a:r>
              <a:rPr lang="en-US" dirty="0" err="1"/>
              <a:t>cuarto</a:t>
            </a:r>
            <a:r>
              <a:rPr lang="en-US" dirty="0"/>
              <a:t> </a:t>
            </a:r>
            <a:r>
              <a:rPr lang="en-US" dirty="0" err="1"/>
              <a:t>nivel</a:t>
            </a:r>
            <a:endParaRPr lang="en-PE" dirty="0"/>
          </a:p>
        </p:txBody>
      </p:sp>
    </p:spTree>
    <p:extLst>
      <p:ext uri="{BB962C8B-B14F-4D97-AF65-F5344CB8AC3E}">
        <p14:creationId xmlns:p14="http://schemas.microsoft.com/office/powerpoint/2010/main" val="28970488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ítulo pequeñ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8200" y="365125"/>
            <a:ext cx="10515600" cy="461493"/>
          </a:xfrm>
        </p:spPr>
        <p:txBody>
          <a:bodyPr/>
          <a:lstStyle>
            <a:lvl1pPr>
              <a:defRPr sz="3000">
                <a:solidFill>
                  <a:schemeClr val="tx1"/>
                </a:solidFill>
                <a:latin typeface="Georgia" charset="0"/>
                <a:ea typeface="Georgia" charset="0"/>
                <a:cs typeface="Georgia" charset="0"/>
              </a:defRPr>
            </a:lvl1pPr>
          </a:lstStyle>
          <a:p>
            <a:r>
              <a:rPr lang="es-ES_tradnl" dirty="0"/>
              <a:t>Título</a:t>
            </a:r>
          </a:p>
        </p:txBody>
      </p:sp>
      <p:sp>
        <p:nvSpPr>
          <p:cNvPr id="4" name="Text Placeholder 3">
            <a:extLst>
              <a:ext uri="{FF2B5EF4-FFF2-40B4-BE49-F238E27FC236}">
                <a16:creationId xmlns:a16="http://schemas.microsoft.com/office/drawing/2014/main" id="{97B7DE5B-B126-0B42-B728-A8650A460CC1}"/>
              </a:ext>
            </a:extLst>
          </p:cNvPr>
          <p:cNvSpPr>
            <a:spLocks noGrp="1"/>
          </p:cNvSpPr>
          <p:nvPr>
            <p:ph type="body" sz="quarter" idx="10" hasCustomPrompt="1"/>
          </p:nvPr>
        </p:nvSpPr>
        <p:spPr>
          <a:xfrm>
            <a:off x="838200" y="1053389"/>
            <a:ext cx="10515600" cy="5237874"/>
          </a:xfrm>
        </p:spPr>
        <p:txBody>
          <a:bodyPr/>
          <a:lstStyle>
            <a:lvl1pPr marL="457200" indent="-457200">
              <a:buClr>
                <a:schemeClr val="tx1"/>
              </a:buClr>
              <a:buFont typeface="Wingdings" pitchFamily="2" charset="2"/>
              <a:buChar char="§"/>
              <a:defRPr>
                <a:solidFill>
                  <a:srgbClr val="EAEAEA"/>
                </a:solidFill>
              </a:defRPr>
            </a:lvl1pPr>
            <a:lvl2pPr marL="685800" indent="-228600">
              <a:buClr>
                <a:schemeClr val="tx1"/>
              </a:buClr>
              <a:buFont typeface="Arial" panose="020B0604020202020204" pitchFamily="34" charset="0"/>
              <a:buChar char="•"/>
              <a:defRPr>
                <a:solidFill>
                  <a:srgbClr val="EAEAEA"/>
                </a:solidFill>
              </a:defRPr>
            </a:lvl2pPr>
            <a:lvl3pPr marL="1143000" indent="-228600">
              <a:buClr>
                <a:schemeClr val="tx1"/>
              </a:buClr>
              <a:buFont typeface="Arial" panose="020B0604020202020204" pitchFamily="34" charset="0"/>
              <a:buChar char="•"/>
              <a:defRPr>
                <a:solidFill>
                  <a:srgbClr val="EAEAEA"/>
                </a:solidFill>
              </a:defRPr>
            </a:lvl3pPr>
            <a:lvl4pPr marL="1600200" indent="-228600">
              <a:buClr>
                <a:schemeClr val="tx1"/>
              </a:buClr>
              <a:buFont typeface="Arial" panose="020B0604020202020204" pitchFamily="34" charset="0"/>
              <a:buChar char="•"/>
              <a:defRPr>
                <a:solidFill>
                  <a:srgbClr val="EAEAEA"/>
                </a:solidFill>
              </a:defRPr>
            </a:lvl4pPr>
          </a:lstStyle>
          <a:p>
            <a:pPr lvl="0"/>
            <a:r>
              <a:rPr lang="en-US" dirty="0" err="1"/>
              <a:t>Contenido</a:t>
            </a:r>
            <a:r>
              <a:rPr lang="en-US" dirty="0"/>
              <a:t> primer </a:t>
            </a:r>
            <a:r>
              <a:rPr lang="en-US" dirty="0" err="1"/>
              <a:t>nivel</a:t>
            </a:r>
            <a:endParaRPr lang="en-US" dirty="0"/>
          </a:p>
          <a:p>
            <a:pPr lvl="1"/>
            <a:r>
              <a:rPr lang="en-US" dirty="0" err="1"/>
              <a:t>Contenido</a:t>
            </a:r>
            <a:r>
              <a:rPr lang="en-US" dirty="0"/>
              <a:t> </a:t>
            </a:r>
            <a:r>
              <a:rPr lang="en-US" dirty="0" err="1"/>
              <a:t>segundo</a:t>
            </a:r>
            <a:r>
              <a:rPr lang="en-US" dirty="0"/>
              <a:t> </a:t>
            </a:r>
            <a:r>
              <a:rPr lang="en-US" dirty="0" err="1"/>
              <a:t>nivel</a:t>
            </a:r>
            <a:endParaRPr lang="en-US" dirty="0"/>
          </a:p>
          <a:p>
            <a:pPr lvl="2"/>
            <a:r>
              <a:rPr lang="en-US" dirty="0" err="1"/>
              <a:t>Contenido</a:t>
            </a:r>
            <a:r>
              <a:rPr lang="en-US" dirty="0"/>
              <a:t> </a:t>
            </a:r>
            <a:r>
              <a:rPr lang="en-US" dirty="0" err="1"/>
              <a:t>tercer</a:t>
            </a:r>
            <a:r>
              <a:rPr lang="en-US" dirty="0"/>
              <a:t> </a:t>
            </a:r>
            <a:r>
              <a:rPr lang="en-US" dirty="0" err="1"/>
              <a:t>nivel</a:t>
            </a:r>
            <a:endParaRPr lang="en-US" dirty="0"/>
          </a:p>
          <a:p>
            <a:pPr lvl="3"/>
            <a:r>
              <a:rPr lang="en-US" dirty="0" err="1"/>
              <a:t>Contenido</a:t>
            </a:r>
            <a:r>
              <a:rPr lang="en-US" dirty="0"/>
              <a:t> </a:t>
            </a:r>
            <a:r>
              <a:rPr lang="en-US" dirty="0" err="1"/>
              <a:t>cuarto</a:t>
            </a:r>
            <a:r>
              <a:rPr lang="en-US" dirty="0"/>
              <a:t> </a:t>
            </a:r>
            <a:r>
              <a:rPr lang="en-US" dirty="0" err="1"/>
              <a:t>nivel</a:t>
            </a:r>
            <a:endParaRPr lang="en-PE" dirty="0"/>
          </a:p>
        </p:txBody>
      </p:sp>
    </p:spTree>
    <p:extLst>
      <p:ext uri="{BB962C8B-B14F-4D97-AF65-F5344CB8AC3E}">
        <p14:creationId xmlns:p14="http://schemas.microsoft.com/office/powerpoint/2010/main" val="42011300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9.xml"/><Relationship Id="rId7" Type="http://schemas.openxmlformats.org/officeDocument/2006/relationships/theme" Target="../theme/theme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5" Type="http://schemas.openxmlformats.org/officeDocument/2006/relationships/slideLayout" Target="../slideLayouts/slideLayout21.xml"/><Relationship Id="rId4" Type="http://schemas.openxmlformats.org/officeDocument/2006/relationships/slideLayout" Target="../slideLayouts/slideLayout20.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theme" Target="../theme/theme4.xml"/><Relationship Id="rId5" Type="http://schemas.openxmlformats.org/officeDocument/2006/relationships/slideLayout" Target="../slideLayouts/slideLayout27.xml"/><Relationship Id="rId4" Type="http://schemas.openxmlformats.org/officeDocument/2006/relationships/slideLayout" Target="../slideLayouts/slideLayout26.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30.xml"/><Relationship Id="rId7" Type="http://schemas.openxmlformats.org/officeDocument/2006/relationships/image" Target="../media/image4.jpg"/><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theme" Target="../theme/theme5.xml"/><Relationship Id="rId5" Type="http://schemas.openxmlformats.org/officeDocument/2006/relationships/slideLayout" Target="../slideLayouts/slideLayout32.xml"/><Relationship Id="rId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_tradnl"/>
              <a:t>Clic para editar título</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s-ES_tradnl"/>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s-ES_tradnl"/>
              <a:t>FACULTAD DE CIENCIAS ECONÓMICAS Y EMPRESARIALES</a:t>
            </a:r>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25E03E-A335-694B-A2BE-C56FC4485501}" type="slidenum">
              <a:rPr lang="es-ES_tradnl" smtClean="0"/>
              <a:t>‹Nº›</a:t>
            </a:fld>
            <a:endParaRPr lang="es-ES_tradnl"/>
          </a:p>
        </p:txBody>
      </p:sp>
    </p:spTree>
    <p:extLst>
      <p:ext uri="{BB962C8B-B14F-4D97-AF65-F5344CB8AC3E}">
        <p14:creationId xmlns:p14="http://schemas.microsoft.com/office/powerpoint/2010/main" val="714784176"/>
      </p:ext>
    </p:extLst>
  </p:cSld>
  <p:clrMap bg1="lt1" tx1="dk1" bg2="lt2" tx2="dk2" accent1="accent1" accent2="accent2" accent3="accent3" accent4="accent4" accent5="accent5" accent6="accent6" hlink="hlink" folHlink="folHlink"/>
  <p:sldLayoutIdLst>
    <p:sldLayoutId id="2147483662"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_tradnl"/>
              <a:t>Clic para editar título</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s-ES_tradnl"/>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s-ES_tradnl"/>
              <a:t>FACULTAD DE CIENCIAS ECONÓMICAS Y EMPRESARIALES</a:t>
            </a:r>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25E03E-A335-694B-A2BE-C56FC4485501}" type="slidenum">
              <a:rPr lang="es-ES_tradnl" smtClean="0"/>
              <a:t>‹Nº›</a:t>
            </a:fld>
            <a:endParaRPr lang="es-ES_tradnl"/>
          </a:p>
        </p:txBody>
      </p:sp>
      <p:sp>
        <p:nvSpPr>
          <p:cNvPr id="11" name="Triángulo isósceles 11">
            <a:extLst>
              <a:ext uri="{FF2B5EF4-FFF2-40B4-BE49-F238E27FC236}">
                <a16:creationId xmlns:a16="http://schemas.microsoft.com/office/drawing/2014/main" id="{BCFBDACA-FF37-441C-BCA2-F698176ECD6F}"/>
              </a:ext>
            </a:extLst>
          </p:cNvPr>
          <p:cNvSpPr/>
          <p:nvPr userDrawn="1"/>
        </p:nvSpPr>
        <p:spPr>
          <a:xfrm>
            <a:off x="11827751" y="6681004"/>
            <a:ext cx="93528" cy="92142"/>
          </a:xfrm>
          <a:custGeom>
            <a:avLst/>
            <a:gdLst>
              <a:gd name="connsiteX0" fmla="*/ 0 w 389220"/>
              <a:gd name="connsiteY0" fmla="*/ 326109 h 326109"/>
              <a:gd name="connsiteX1" fmla="*/ 194610 w 389220"/>
              <a:gd name="connsiteY1" fmla="*/ 0 h 326109"/>
              <a:gd name="connsiteX2" fmla="*/ 389220 w 389220"/>
              <a:gd name="connsiteY2" fmla="*/ 326109 h 326109"/>
              <a:gd name="connsiteX3" fmla="*/ 0 w 389220"/>
              <a:gd name="connsiteY3" fmla="*/ 326109 h 326109"/>
              <a:gd name="connsiteX0" fmla="*/ 0 w 389220"/>
              <a:gd name="connsiteY0" fmla="*/ 0 h 217732"/>
              <a:gd name="connsiteX1" fmla="*/ 13329 w 389220"/>
              <a:gd name="connsiteY1" fmla="*/ 217732 h 217732"/>
              <a:gd name="connsiteX2" fmla="*/ 389220 w 389220"/>
              <a:gd name="connsiteY2" fmla="*/ 0 h 217732"/>
              <a:gd name="connsiteX3" fmla="*/ 0 w 389220"/>
              <a:gd name="connsiteY3" fmla="*/ 0 h 217732"/>
              <a:gd name="connsiteX0" fmla="*/ 0 w 389220"/>
              <a:gd name="connsiteY0" fmla="*/ 0 h 212400"/>
              <a:gd name="connsiteX1" fmla="*/ 2666 w 389220"/>
              <a:gd name="connsiteY1" fmla="*/ 212400 h 212400"/>
              <a:gd name="connsiteX2" fmla="*/ 389220 w 389220"/>
              <a:gd name="connsiteY2" fmla="*/ 0 h 212400"/>
              <a:gd name="connsiteX3" fmla="*/ 0 w 389220"/>
              <a:gd name="connsiteY3" fmla="*/ 0 h 212400"/>
            </a:gdLst>
            <a:ahLst/>
            <a:cxnLst>
              <a:cxn ang="0">
                <a:pos x="connsiteX0" y="connsiteY0"/>
              </a:cxn>
              <a:cxn ang="0">
                <a:pos x="connsiteX1" y="connsiteY1"/>
              </a:cxn>
              <a:cxn ang="0">
                <a:pos x="connsiteX2" y="connsiteY2"/>
              </a:cxn>
              <a:cxn ang="0">
                <a:pos x="connsiteX3" y="connsiteY3"/>
              </a:cxn>
            </a:cxnLst>
            <a:rect l="l" t="t" r="r" b="b"/>
            <a:pathLst>
              <a:path w="389220" h="212400">
                <a:moveTo>
                  <a:pt x="0" y="0"/>
                </a:moveTo>
                <a:cubicBezTo>
                  <a:pt x="889" y="70800"/>
                  <a:pt x="1777" y="141600"/>
                  <a:pt x="2666" y="212400"/>
                </a:cubicBezTo>
                <a:lnTo>
                  <a:pt x="389220" y="0"/>
                </a:lnTo>
                <a:lnTo>
                  <a:pt x="0" y="0"/>
                </a:lnTo>
                <a:close/>
              </a:path>
            </a:pathLst>
          </a:custGeom>
          <a:solidFill>
            <a:srgbClr val="4910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 name="Rectángulo 11">
            <a:extLst>
              <a:ext uri="{FF2B5EF4-FFF2-40B4-BE49-F238E27FC236}">
                <a16:creationId xmlns:a16="http://schemas.microsoft.com/office/drawing/2014/main" id="{9299EC40-71AD-4A69-8ACD-75BE2DB449D2}"/>
              </a:ext>
            </a:extLst>
          </p:cNvPr>
          <p:cNvSpPr/>
          <p:nvPr userDrawn="1"/>
        </p:nvSpPr>
        <p:spPr>
          <a:xfrm>
            <a:off x="0" y="6721200"/>
            <a:ext cx="12192000" cy="136800"/>
          </a:xfrm>
          <a:prstGeom prst="rect">
            <a:avLst/>
          </a:prstGeom>
          <a:solidFill>
            <a:srgbClr val="0046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5" name="Subtítulo 2">
            <a:extLst>
              <a:ext uri="{FF2B5EF4-FFF2-40B4-BE49-F238E27FC236}">
                <a16:creationId xmlns:a16="http://schemas.microsoft.com/office/drawing/2014/main" id="{D312A0A2-FEF0-4040-951C-30E5E1ABC731}"/>
              </a:ext>
            </a:extLst>
          </p:cNvPr>
          <p:cNvSpPr txBox="1">
            <a:spLocks/>
          </p:cNvSpPr>
          <p:nvPr userDrawn="1"/>
        </p:nvSpPr>
        <p:spPr>
          <a:xfrm>
            <a:off x="6096000" y="6715571"/>
            <a:ext cx="6096000" cy="136800"/>
          </a:xfrm>
          <a:prstGeom prst="rect">
            <a:avLst/>
          </a:prstGeom>
        </p:spPr>
        <p:txBody>
          <a:bodyPr vert="horz" lIns="91440" tIns="0" rIns="503998" bIns="0" rtlCol="0" anchor="ctr">
            <a:noAutofit/>
          </a:bodyPr>
          <a:lstStyle>
            <a:lvl1pPr marL="0" indent="0" algn="l" defTabSz="914400" rtl="0" eaLnBrk="1" latinLnBrk="0" hangingPunct="1">
              <a:lnSpc>
                <a:spcPct val="90000"/>
              </a:lnSpc>
              <a:spcBef>
                <a:spcPts val="1000"/>
              </a:spcBef>
              <a:buFont typeface="Arial"/>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algn="r">
              <a:lnSpc>
                <a:spcPct val="120000"/>
              </a:lnSpc>
              <a:spcBef>
                <a:spcPts val="0"/>
              </a:spcBef>
            </a:pPr>
            <a:r>
              <a:rPr lang="es-ES_tradnl" sz="900" dirty="0">
                <a:solidFill>
                  <a:schemeClr val="bg1"/>
                </a:solidFill>
                <a:latin typeface="Arial" panose="020B0604020202020204" pitchFamily="34" charset="0"/>
                <a:ea typeface="Georgia" charset="0"/>
                <a:cs typeface="Arial" panose="020B0604020202020204" pitchFamily="34" charset="0"/>
              </a:rPr>
              <a:t>Universidad de Piura</a:t>
            </a:r>
          </a:p>
        </p:txBody>
      </p:sp>
      <p:sp>
        <p:nvSpPr>
          <p:cNvPr id="16" name="Rectángulo 6">
            <a:extLst>
              <a:ext uri="{FF2B5EF4-FFF2-40B4-BE49-F238E27FC236}">
                <a16:creationId xmlns:a16="http://schemas.microsoft.com/office/drawing/2014/main" id="{32994FAF-F5C6-49E8-BF44-FC4A064FDEA0}"/>
              </a:ext>
            </a:extLst>
          </p:cNvPr>
          <p:cNvSpPr/>
          <p:nvPr userDrawn="1"/>
        </p:nvSpPr>
        <p:spPr>
          <a:xfrm>
            <a:off x="11827749" y="6678853"/>
            <a:ext cx="364251" cy="179147"/>
          </a:xfrm>
          <a:custGeom>
            <a:avLst/>
            <a:gdLst>
              <a:gd name="connsiteX0" fmla="*/ 0 w 364251"/>
              <a:gd name="connsiteY0" fmla="*/ 0 h 176765"/>
              <a:gd name="connsiteX1" fmla="*/ 364251 w 364251"/>
              <a:gd name="connsiteY1" fmla="*/ 0 h 176765"/>
              <a:gd name="connsiteX2" fmla="*/ 364251 w 364251"/>
              <a:gd name="connsiteY2" fmla="*/ 176765 h 176765"/>
              <a:gd name="connsiteX3" fmla="*/ 0 w 364251"/>
              <a:gd name="connsiteY3" fmla="*/ 176765 h 176765"/>
              <a:gd name="connsiteX4" fmla="*/ 0 w 364251"/>
              <a:gd name="connsiteY4" fmla="*/ 0 h 176765"/>
              <a:gd name="connsiteX0" fmla="*/ 0 w 364251"/>
              <a:gd name="connsiteY0" fmla="*/ 0 h 176765"/>
              <a:gd name="connsiteX1" fmla="*/ 364251 w 364251"/>
              <a:gd name="connsiteY1" fmla="*/ 0 h 176765"/>
              <a:gd name="connsiteX2" fmla="*/ 364251 w 364251"/>
              <a:gd name="connsiteY2" fmla="*/ 176765 h 176765"/>
              <a:gd name="connsiteX3" fmla="*/ 111919 w 364251"/>
              <a:gd name="connsiteY3" fmla="*/ 176765 h 176765"/>
              <a:gd name="connsiteX4" fmla="*/ 0 w 364251"/>
              <a:gd name="connsiteY4" fmla="*/ 0 h 176765"/>
              <a:gd name="connsiteX0" fmla="*/ 0 w 364251"/>
              <a:gd name="connsiteY0" fmla="*/ 0 h 179147"/>
              <a:gd name="connsiteX1" fmla="*/ 364251 w 364251"/>
              <a:gd name="connsiteY1" fmla="*/ 0 h 179147"/>
              <a:gd name="connsiteX2" fmla="*/ 364251 w 364251"/>
              <a:gd name="connsiteY2" fmla="*/ 176765 h 179147"/>
              <a:gd name="connsiteX3" fmla="*/ 102394 w 364251"/>
              <a:gd name="connsiteY3" fmla="*/ 179147 h 179147"/>
              <a:gd name="connsiteX4" fmla="*/ 0 w 364251"/>
              <a:gd name="connsiteY4" fmla="*/ 0 h 179147"/>
              <a:gd name="connsiteX0" fmla="*/ 0 w 364251"/>
              <a:gd name="connsiteY0" fmla="*/ 0 h 179147"/>
              <a:gd name="connsiteX1" fmla="*/ 364251 w 364251"/>
              <a:gd name="connsiteY1" fmla="*/ 0 h 179147"/>
              <a:gd name="connsiteX2" fmla="*/ 364251 w 364251"/>
              <a:gd name="connsiteY2" fmla="*/ 179147 h 179147"/>
              <a:gd name="connsiteX3" fmla="*/ 102394 w 364251"/>
              <a:gd name="connsiteY3" fmla="*/ 179147 h 179147"/>
              <a:gd name="connsiteX4" fmla="*/ 0 w 364251"/>
              <a:gd name="connsiteY4" fmla="*/ 0 h 179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251" h="179147">
                <a:moveTo>
                  <a:pt x="0" y="0"/>
                </a:moveTo>
                <a:lnTo>
                  <a:pt x="364251" y="0"/>
                </a:lnTo>
                <a:lnTo>
                  <a:pt x="364251" y="179147"/>
                </a:lnTo>
                <a:lnTo>
                  <a:pt x="102394" y="179147"/>
                </a:lnTo>
                <a:lnTo>
                  <a:pt x="0" y="0"/>
                </a:lnTo>
                <a:close/>
              </a:path>
            </a:pathLst>
          </a:custGeom>
          <a:solidFill>
            <a:srgbClr val="8C1F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3137062396"/>
      </p:ext>
    </p:extLst>
  </p:cSld>
  <p:clrMap bg1="lt1" tx1="dk1" bg2="lt2" tx2="dk2" accent1="accent1" accent2="accent2" accent3="accent3" accent4="accent4" accent5="accent5" accent6="accent6" hlink="hlink" folHlink="folHlink"/>
  <p:sldLayoutIdLst>
    <p:sldLayoutId id="2147483679" r:id="rId1"/>
    <p:sldLayoutId id="2147483684" r:id="rId2"/>
    <p:sldLayoutId id="2147483680" r:id="rId3"/>
    <p:sldLayoutId id="2147483681" r:id="rId4"/>
    <p:sldLayoutId id="2147483682" r:id="rId5"/>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85000"/>
          </a:schemeClr>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_tradnl"/>
              <a:t>Clic para editar título</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s-ES_tradnl"/>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s-ES_tradnl"/>
              <a:t>FACULTAD DE CIENCIAS ECONÓMICAS Y EMPRESARIALES</a:t>
            </a:r>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25E03E-A335-694B-A2BE-C56FC4485501}" type="slidenum">
              <a:rPr lang="es-ES_tradnl" smtClean="0"/>
              <a:t>‹Nº›</a:t>
            </a:fld>
            <a:endParaRPr lang="es-ES_tradnl"/>
          </a:p>
        </p:txBody>
      </p:sp>
      <p:sp>
        <p:nvSpPr>
          <p:cNvPr id="11" name="Triángulo isósceles 11">
            <a:extLst>
              <a:ext uri="{FF2B5EF4-FFF2-40B4-BE49-F238E27FC236}">
                <a16:creationId xmlns:a16="http://schemas.microsoft.com/office/drawing/2014/main" id="{47735557-F7C4-498D-AE82-C7F37A83EA5A}"/>
              </a:ext>
            </a:extLst>
          </p:cNvPr>
          <p:cNvSpPr/>
          <p:nvPr userDrawn="1"/>
        </p:nvSpPr>
        <p:spPr>
          <a:xfrm>
            <a:off x="11827751" y="6681004"/>
            <a:ext cx="93528" cy="92142"/>
          </a:xfrm>
          <a:custGeom>
            <a:avLst/>
            <a:gdLst>
              <a:gd name="connsiteX0" fmla="*/ 0 w 389220"/>
              <a:gd name="connsiteY0" fmla="*/ 326109 h 326109"/>
              <a:gd name="connsiteX1" fmla="*/ 194610 w 389220"/>
              <a:gd name="connsiteY1" fmla="*/ 0 h 326109"/>
              <a:gd name="connsiteX2" fmla="*/ 389220 w 389220"/>
              <a:gd name="connsiteY2" fmla="*/ 326109 h 326109"/>
              <a:gd name="connsiteX3" fmla="*/ 0 w 389220"/>
              <a:gd name="connsiteY3" fmla="*/ 326109 h 326109"/>
              <a:gd name="connsiteX0" fmla="*/ 0 w 389220"/>
              <a:gd name="connsiteY0" fmla="*/ 0 h 217732"/>
              <a:gd name="connsiteX1" fmla="*/ 13329 w 389220"/>
              <a:gd name="connsiteY1" fmla="*/ 217732 h 217732"/>
              <a:gd name="connsiteX2" fmla="*/ 389220 w 389220"/>
              <a:gd name="connsiteY2" fmla="*/ 0 h 217732"/>
              <a:gd name="connsiteX3" fmla="*/ 0 w 389220"/>
              <a:gd name="connsiteY3" fmla="*/ 0 h 217732"/>
              <a:gd name="connsiteX0" fmla="*/ 0 w 389220"/>
              <a:gd name="connsiteY0" fmla="*/ 0 h 212400"/>
              <a:gd name="connsiteX1" fmla="*/ 2666 w 389220"/>
              <a:gd name="connsiteY1" fmla="*/ 212400 h 212400"/>
              <a:gd name="connsiteX2" fmla="*/ 389220 w 389220"/>
              <a:gd name="connsiteY2" fmla="*/ 0 h 212400"/>
              <a:gd name="connsiteX3" fmla="*/ 0 w 389220"/>
              <a:gd name="connsiteY3" fmla="*/ 0 h 212400"/>
            </a:gdLst>
            <a:ahLst/>
            <a:cxnLst>
              <a:cxn ang="0">
                <a:pos x="connsiteX0" y="connsiteY0"/>
              </a:cxn>
              <a:cxn ang="0">
                <a:pos x="connsiteX1" y="connsiteY1"/>
              </a:cxn>
              <a:cxn ang="0">
                <a:pos x="connsiteX2" y="connsiteY2"/>
              </a:cxn>
              <a:cxn ang="0">
                <a:pos x="connsiteX3" y="connsiteY3"/>
              </a:cxn>
            </a:cxnLst>
            <a:rect l="l" t="t" r="r" b="b"/>
            <a:pathLst>
              <a:path w="389220" h="212400">
                <a:moveTo>
                  <a:pt x="0" y="0"/>
                </a:moveTo>
                <a:cubicBezTo>
                  <a:pt x="889" y="70800"/>
                  <a:pt x="1777" y="141600"/>
                  <a:pt x="2666" y="212400"/>
                </a:cubicBezTo>
                <a:lnTo>
                  <a:pt x="389220" y="0"/>
                </a:lnTo>
                <a:lnTo>
                  <a:pt x="0" y="0"/>
                </a:lnTo>
                <a:close/>
              </a:path>
            </a:pathLst>
          </a:custGeom>
          <a:solidFill>
            <a:srgbClr val="4910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 name="Rectángulo 11">
            <a:extLst>
              <a:ext uri="{FF2B5EF4-FFF2-40B4-BE49-F238E27FC236}">
                <a16:creationId xmlns:a16="http://schemas.microsoft.com/office/drawing/2014/main" id="{F38E5C20-3D83-47A6-9025-BCD93CA4C3AA}"/>
              </a:ext>
            </a:extLst>
          </p:cNvPr>
          <p:cNvSpPr/>
          <p:nvPr userDrawn="1"/>
        </p:nvSpPr>
        <p:spPr>
          <a:xfrm>
            <a:off x="0" y="6721200"/>
            <a:ext cx="12192000" cy="136800"/>
          </a:xfrm>
          <a:prstGeom prst="rect">
            <a:avLst/>
          </a:prstGeom>
          <a:solidFill>
            <a:srgbClr val="0046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5" name="Subtítulo 2">
            <a:extLst>
              <a:ext uri="{FF2B5EF4-FFF2-40B4-BE49-F238E27FC236}">
                <a16:creationId xmlns:a16="http://schemas.microsoft.com/office/drawing/2014/main" id="{5C32F732-43A0-4D96-89A3-45C4CE01CD38}"/>
              </a:ext>
            </a:extLst>
          </p:cNvPr>
          <p:cNvSpPr txBox="1">
            <a:spLocks/>
          </p:cNvSpPr>
          <p:nvPr userDrawn="1"/>
        </p:nvSpPr>
        <p:spPr>
          <a:xfrm>
            <a:off x="6096000" y="6715571"/>
            <a:ext cx="6096000" cy="136800"/>
          </a:xfrm>
          <a:prstGeom prst="rect">
            <a:avLst/>
          </a:prstGeom>
        </p:spPr>
        <p:txBody>
          <a:bodyPr vert="horz" lIns="91440" tIns="0" rIns="503998" bIns="0" rtlCol="0" anchor="ctr">
            <a:noAutofit/>
          </a:bodyPr>
          <a:lstStyle>
            <a:lvl1pPr marL="0" indent="0" algn="l" defTabSz="914400" rtl="0" eaLnBrk="1" latinLnBrk="0" hangingPunct="1">
              <a:lnSpc>
                <a:spcPct val="90000"/>
              </a:lnSpc>
              <a:spcBef>
                <a:spcPts val="1000"/>
              </a:spcBef>
              <a:buFont typeface="Arial"/>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algn="r">
              <a:lnSpc>
                <a:spcPct val="120000"/>
              </a:lnSpc>
              <a:spcBef>
                <a:spcPts val="0"/>
              </a:spcBef>
            </a:pPr>
            <a:r>
              <a:rPr lang="es-ES_tradnl" sz="900" dirty="0">
                <a:solidFill>
                  <a:schemeClr val="bg1"/>
                </a:solidFill>
                <a:latin typeface="Arial" panose="020B0604020202020204" pitchFamily="34" charset="0"/>
                <a:ea typeface="Georgia" charset="0"/>
                <a:cs typeface="Arial" panose="020B0604020202020204" pitchFamily="34" charset="0"/>
              </a:rPr>
              <a:t>Universidad de Piura</a:t>
            </a:r>
          </a:p>
        </p:txBody>
      </p:sp>
      <p:sp>
        <p:nvSpPr>
          <p:cNvPr id="16" name="Rectángulo 6">
            <a:extLst>
              <a:ext uri="{FF2B5EF4-FFF2-40B4-BE49-F238E27FC236}">
                <a16:creationId xmlns:a16="http://schemas.microsoft.com/office/drawing/2014/main" id="{125E8DDA-FDD5-44C0-A389-8212F84298A2}"/>
              </a:ext>
            </a:extLst>
          </p:cNvPr>
          <p:cNvSpPr/>
          <p:nvPr userDrawn="1"/>
        </p:nvSpPr>
        <p:spPr>
          <a:xfrm>
            <a:off x="11827749" y="6678853"/>
            <a:ext cx="364251" cy="179147"/>
          </a:xfrm>
          <a:custGeom>
            <a:avLst/>
            <a:gdLst>
              <a:gd name="connsiteX0" fmla="*/ 0 w 364251"/>
              <a:gd name="connsiteY0" fmla="*/ 0 h 176765"/>
              <a:gd name="connsiteX1" fmla="*/ 364251 w 364251"/>
              <a:gd name="connsiteY1" fmla="*/ 0 h 176765"/>
              <a:gd name="connsiteX2" fmla="*/ 364251 w 364251"/>
              <a:gd name="connsiteY2" fmla="*/ 176765 h 176765"/>
              <a:gd name="connsiteX3" fmla="*/ 0 w 364251"/>
              <a:gd name="connsiteY3" fmla="*/ 176765 h 176765"/>
              <a:gd name="connsiteX4" fmla="*/ 0 w 364251"/>
              <a:gd name="connsiteY4" fmla="*/ 0 h 176765"/>
              <a:gd name="connsiteX0" fmla="*/ 0 w 364251"/>
              <a:gd name="connsiteY0" fmla="*/ 0 h 176765"/>
              <a:gd name="connsiteX1" fmla="*/ 364251 w 364251"/>
              <a:gd name="connsiteY1" fmla="*/ 0 h 176765"/>
              <a:gd name="connsiteX2" fmla="*/ 364251 w 364251"/>
              <a:gd name="connsiteY2" fmla="*/ 176765 h 176765"/>
              <a:gd name="connsiteX3" fmla="*/ 111919 w 364251"/>
              <a:gd name="connsiteY3" fmla="*/ 176765 h 176765"/>
              <a:gd name="connsiteX4" fmla="*/ 0 w 364251"/>
              <a:gd name="connsiteY4" fmla="*/ 0 h 176765"/>
              <a:gd name="connsiteX0" fmla="*/ 0 w 364251"/>
              <a:gd name="connsiteY0" fmla="*/ 0 h 179147"/>
              <a:gd name="connsiteX1" fmla="*/ 364251 w 364251"/>
              <a:gd name="connsiteY1" fmla="*/ 0 h 179147"/>
              <a:gd name="connsiteX2" fmla="*/ 364251 w 364251"/>
              <a:gd name="connsiteY2" fmla="*/ 176765 h 179147"/>
              <a:gd name="connsiteX3" fmla="*/ 102394 w 364251"/>
              <a:gd name="connsiteY3" fmla="*/ 179147 h 179147"/>
              <a:gd name="connsiteX4" fmla="*/ 0 w 364251"/>
              <a:gd name="connsiteY4" fmla="*/ 0 h 179147"/>
              <a:gd name="connsiteX0" fmla="*/ 0 w 364251"/>
              <a:gd name="connsiteY0" fmla="*/ 0 h 179147"/>
              <a:gd name="connsiteX1" fmla="*/ 364251 w 364251"/>
              <a:gd name="connsiteY1" fmla="*/ 0 h 179147"/>
              <a:gd name="connsiteX2" fmla="*/ 364251 w 364251"/>
              <a:gd name="connsiteY2" fmla="*/ 179147 h 179147"/>
              <a:gd name="connsiteX3" fmla="*/ 102394 w 364251"/>
              <a:gd name="connsiteY3" fmla="*/ 179147 h 179147"/>
              <a:gd name="connsiteX4" fmla="*/ 0 w 364251"/>
              <a:gd name="connsiteY4" fmla="*/ 0 h 179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251" h="179147">
                <a:moveTo>
                  <a:pt x="0" y="0"/>
                </a:moveTo>
                <a:lnTo>
                  <a:pt x="364251" y="0"/>
                </a:lnTo>
                <a:lnTo>
                  <a:pt x="364251" y="179147"/>
                </a:lnTo>
                <a:lnTo>
                  <a:pt x="102394" y="179147"/>
                </a:lnTo>
                <a:lnTo>
                  <a:pt x="0" y="0"/>
                </a:lnTo>
                <a:close/>
              </a:path>
            </a:pathLst>
          </a:custGeom>
          <a:solidFill>
            <a:srgbClr val="8C1F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551933321"/>
      </p:ext>
    </p:extLst>
  </p:cSld>
  <p:clrMap bg1="lt1" tx1="dk1" bg2="lt2" tx2="dk2" accent1="accent1" accent2="accent2" accent3="accent3" accent4="accent4" accent5="accent5" accent6="accent6" hlink="hlink" folHlink="folHlink"/>
  <p:sldLayoutIdLst>
    <p:sldLayoutId id="2147483667" r:id="rId1"/>
    <p:sldLayoutId id="2147483685" r:id="rId2"/>
    <p:sldLayoutId id="2147483668" r:id="rId3"/>
    <p:sldLayoutId id="2147483669" r:id="rId4"/>
    <p:sldLayoutId id="2147483670" r:id="rId5"/>
    <p:sldLayoutId id="2147483694" r:id="rId6"/>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00467A"/>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_tradnl"/>
              <a:t>Clic para editar título</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s-ES_tradnl"/>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s-ES_tradnl"/>
              <a:t>FACULTAD DE CIENCIAS ECONÓMICAS Y EMPRESARIALES</a:t>
            </a:r>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25E03E-A335-694B-A2BE-C56FC4485501}" type="slidenum">
              <a:rPr lang="es-ES_tradnl" smtClean="0"/>
              <a:t>‹Nº›</a:t>
            </a:fld>
            <a:endParaRPr lang="es-ES_tradnl"/>
          </a:p>
        </p:txBody>
      </p:sp>
      <p:sp>
        <p:nvSpPr>
          <p:cNvPr id="11" name="Triángulo isósceles 11">
            <a:extLst>
              <a:ext uri="{FF2B5EF4-FFF2-40B4-BE49-F238E27FC236}">
                <a16:creationId xmlns:a16="http://schemas.microsoft.com/office/drawing/2014/main" id="{830B16EE-6BB5-47C4-91BA-BE0340D716B8}"/>
              </a:ext>
            </a:extLst>
          </p:cNvPr>
          <p:cNvSpPr/>
          <p:nvPr userDrawn="1"/>
        </p:nvSpPr>
        <p:spPr>
          <a:xfrm>
            <a:off x="11827751" y="6681004"/>
            <a:ext cx="93528" cy="92142"/>
          </a:xfrm>
          <a:custGeom>
            <a:avLst/>
            <a:gdLst>
              <a:gd name="connsiteX0" fmla="*/ 0 w 389220"/>
              <a:gd name="connsiteY0" fmla="*/ 326109 h 326109"/>
              <a:gd name="connsiteX1" fmla="*/ 194610 w 389220"/>
              <a:gd name="connsiteY1" fmla="*/ 0 h 326109"/>
              <a:gd name="connsiteX2" fmla="*/ 389220 w 389220"/>
              <a:gd name="connsiteY2" fmla="*/ 326109 h 326109"/>
              <a:gd name="connsiteX3" fmla="*/ 0 w 389220"/>
              <a:gd name="connsiteY3" fmla="*/ 326109 h 326109"/>
              <a:gd name="connsiteX0" fmla="*/ 0 w 389220"/>
              <a:gd name="connsiteY0" fmla="*/ 0 h 217732"/>
              <a:gd name="connsiteX1" fmla="*/ 13329 w 389220"/>
              <a:gd name="connsiteY1" fmla="*/ 217732 h 217732"/>
              <a:gd name="connsiteX2" fmla="*/ 389220 w 389220"/>
              <a:gd name="connsiteY2" fmla="*/ 0 h 217732"/>
              <a:gd name="connsiteX3" fmla="*/ 0 w 389220"/>
              <a:gd name="connsiteY3" fmla="*/ 0 h 217732"/>
              <a:gd name="connsiteX0" fmla="*/ 0 w 389220"/>
              <a:gd name="connsiteY0" fmla="*/ 0 h 212400"/>
              <a:gd name="connsiteX1" fmla="*/ 2666 w 389220"/>
              <a:gd name="connsiteY1" fmla="*/ 212400 h 212400"/>
              <a:gd name="connsiteX2" fmla="*/ 389220 w 389220"/>
              <a:gd name="connsiteY2" fmla="*/ 0 h 212400"/>
              <a:gd name="connsiteX3" fmla="*/ 0 w 389220"/>
              <a:gd name="connsiteY3" fmla="*/ 0 h 212400"/>
            </a:gdLst>
            <a:ahLst/>
            <a:cxnLst>
              <a:cxn ang="0">
                <a:pos x="connsiteX0" y="connsiteY0"/>
              </a:cxn>
              <a:cxn ang="0">
                <a:pos x="connsiteX1" y="connsiteY1"/>
              </a:cxn>
              <a:cxn ang="0">
                <a:pos x="connsiteX2" y="connsiteY2"/>
              </a:cxn>
              <a:cxn ang="0">
                <a:pos x="connsiteX3" y="connsiteY3"/>
              </a:cxn>
            </a:cxnLst>
            <a:rect l="l" t="t" r="r" b="b"/>
            <a:pathLst>
              <a:path w="389220" h="212400">
                <a:moveTo>
                  <a:pt x="0" y="0"/>
                </a:moveTo>
                <a:cubicBezTo>
                  <a:pt x="889" y="70800"/>
                  <a:pt x="1777" y="141600"/>
                  <a:pt x="2666" y="212400"/>
                </a:cubicBezTo>
                <a:lnTo>
                  <a:pt x="389220" y="0"/>
                </a:lnTo>
                <a:lnTo>
                  <a:pt x="0" y="0"/>
                </a:lnTo>
                <a:close/>
              </a:path>
            </a:pathLst>
          </a:custGeom>
          <a:solidFill>
            <a:srgbClr val="4910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 name="Rectángulo 11">
            <a:extLst>
              <a:ext uri="{FF2B5EF4-FFF2-40B4-BE49-F238E27FC236}">
                <a16:creationId xmlns:a16="http://schemas.microsoft.com/office/drawing/2014/main" id="{D266D848-88FA-4442-A0D4-C4E74F9C8178}"/>
              </a:ext>
            </a:extLst>
          </p:cNvPr>
          <p:cNvSpPr/>
          <p:nvPr userDrawn="1"/>
        </p:nvSpPr>
        <p:spPr>
          <a:xfrm>
            <a:off x="0" y="6721200"/>
            <a:ext cx="12192000" cy="13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5" name="Subtítulo 2">
            <a:extLst>
              <a:ext uri="{FF2B5EF4-FFF2-40B4-BE49-F238E27FC236}">
                <a16:creationId xmlns:a16="http://schemas.microsoft.com/office/drawing/2014/main" id="{5632C20E-C7FA-4AD0-A019-B72792281560}"/>
              </a:ext>
            </a:extLst>
          </p:cNvPr>
          <p:cNvSpPr txBox="1">
            <a:spLocks/>
          </p:cNvSpPr>
          <p:nvPr userDrawn="1"/>
        </p:nvSpPr>
        <p:spPr>
          <a:xfrm>
            <a:off x="6096000" y="6715571"/>
            <a:ext cx="6096000" cy="136800"/>
          </a:xfrm>
          <a:prstGeom prst="rect">
            <a:avLst/>
          </a:prstGeom>
          <a:noFill/>
        </p:spPr>
        <p:txBody>
          <a:bodyPr vert="horz" lIns="91440" tIns="0" rIns="503998" bIns="0" rtlCol="0" anchor="ctr">
            <a:noAutofit/>
          </a:bodyPr>
          <a:lstStyle>
            <a:lvl1pPr marL="0" indent="0" algn="l" defTabSz="914400" rtl="0" eaLnBrk="1" latinLnBrk="0" hangingPunct="1">
              <a:lnSpc>
                <a:spcPct val="90000"/>
              </a:lnSpc>
              <a:spcBef>
                <a:spcPts val="1000"/>
              </a:spcBef>
              <a:buFont typeface="Arial"/>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algn="r">
              <a:lnSpc>
                <a:spcPct val="120000"/>
              </a:lnSpc>
              <a:spcBef>
                <a:spcPts val="0"/>
              </a:spcBef>
            </a:pPr>
            <a:r>
              <a:rPr lang="es-ES_tradnl" sz="900" dirty="0">
                <a:solidFill>
                  <a:srgbClr val="00467A"/>
                </a:solidFill>
                <a:latin typeface="Arial" panose="020B0604020202020204" pitchFamily="34" charset="0"/>
                <a:ea typeface="Georgia" charset="0"/>
                <a:cs typeface="Arial" panose="020B0604020202020204" pitchFamily="34" charset="0"/>
              </a:rPr>
              <a:t>Universidad de Piura</a:t>
            </a:r>
          </a:p>
        </p:txBody>
      </p:sp>
      <p:sp>
        <p:nvSpPr>
          <p:cNvPr id="16" name="Rectángulo 6">
            <a:extLst>
              <a:ext uri="{FF2B5EF4-FFF2-40B4-BE49-F238E27FC236}">
                <a16:creationId xmlns:a16="http://schemas.microsoft.com/office/drawing/2014/main" id="{88A87789-B72E-4D2F-8070-D82EE2CA8CBA}"/>
              </a:ext>
            </a:extLst>
          </p:cNvPr>
          <p:cNvSpPr/>
          <p:nvPr userDrawn="1"/>
        </p:nvSpPr>
        <p:spPr>
          <a:xfrm>
            <a:off x="11827749" y="6678853"/>
            <a:ext cx="364251" cy="179147"/>
          </a:xfrm>
          <a:custGeom>
            <a:avLst/>
            <a:gdLst>
              <a:gd name="connsiteX0" fmla="*/ 0 w 364251"/>
              <a:gd name="connsiteY0" fmla="*/ 0 h 176765"/>
              <a:gd name="connsiteX1" fmla="*/ 364251 w 364251"/>
              <a:gd name="connsiteY1" fmla="*/ 0 h 176765"/>
              <a:gd name="connsiteX2" fmla="*/ 364251 w 364251"/>
              <a:gd name="connsiteY2" fmla="*/ 176765 h 176765"/>
              <a:gd name="connsiteX3" fmla="*/ 0 w 364251"/>
              <a:gd name="connsiteY3" fmla="*/ 176765 h 176765"/>
              <a:gd name="connsiteX4" fmla="*/ 0 w 364251"/>
              <a:gd name="connsiteY4" fmla="*/ 0 h 176765"/>
              <a:gd name="connsiteX0" fmla="*/ 0 w 364251"/>
              <a:gd name="connsiteY0" fmla="*/ 0 h 176765"/>
              <a:gd name="connsiteX1" fmla="*/ 364251 w 364251"/>
              <a:gd name="connsiteY1" fmla="*/ 0 h 176765"/>
              <a:gd name="connsiteX2" fmla="*/ 364251 w 364251"/>
              <a:gd name="connsiteY2" fmla="*/ 176765 h 176765"/>
              <a:gd name="connsiteX3" fmla="*/ 111919 w 364251"/>
              <a:gd name="connsiteY3" fmla="*/ 176765 h 176765"/>
              <a:gd name="connsiteX4" fmla="*/ 0 w 364251"/>
              <a:gd name="connsiteY4" fmla="*/ 0 h 176765"/>
              <a:gd name="connsiteX0" fmla="*/ 0 w 364251"/>
              <a:gd name="connsiteY0" fmla="*/ 0 h 179147"/>
              <a:gd name="connsiteX1" fmla="*/ 364251 w 364251"/>
              <a:gd name="connsiteY1" fmla="*/ 0 h 179147"/>
              <a:gd name="connsiteX2" fmla="*/ 364251 w 364251"/>
              <a:gd name="connsiteY2" fmla="*/ 176765 h 179147"/>
              <a:gd name="connsiteX3" fmla="*/ 102394 w 364251"/>
              <a:gd name="connsiteY3" fmla="*/ 179147 h 179147"/>
              <a:gd name="connsiteX4" fmla="*/ 0 w 364251"/>
              <a:gd name="connsiteY4" fmla="*/ 0 h 179147"/>
              <a:gd name="connsiteX0" fmla="*/ 0 w 364251"/>
              <a:gd name="connsiteY0" fmla="*/ 0 h 179147"/>
              <a:gd name="connsiteX1" fmla="*/ 364251 w 364251"/>
              <a:gd name="connsiteY1" fmla="*/ 0 h 179147"/>
              <a:gd name="connsiteX2" fmla="*/ 364251 w 364251"/>
              <a:gd name="connsiteY2" fmla="*/ 179147 h 179147"/>
              <a:gd name="connsiteX3" fmla="*/ 102394 w 364251"/>
              <a:gd name="connsiteY3" fmla="*/ 179147 h 179147"/>
              <a:gd name="connsiteX4" fmla="*/ 0 w 364251"/>
              <a:gd name="connsiteY4" fmla="*/ 0 h 179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251" h="179147">
                <a:moveTo>
                  <a:pt x="0" y="0"/>
                </a:moveTo>
                <a:lnTo>
                  <a:pt x="364251" y="0"/>
                </a:lnTo>
                <a:lnTo>
                  <a:pt x="364251" y="179147"/>
                </a:lnTo>
                <a:lnTo>
                  <a:pt x="102394" y="179147"/>
                </a:lnTo>
                <a:lnTo>
                  <a:pt x="0" y="0"/>
                </a:lnTo>
                <a:close/>
              </a:path>
            </a:pathLst>
          </a:custGeom>
          <a:solidFill>
            <a:srgbClr val="8C1F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2122293158"/>
      </p:ext>
    </p:extLst>
  </p:cSld>
  <p:clrMap bg1="dk1" tx1="lt1" bg2="dk2" tx2="lt2" accent1="accent1" accent2="accent2" accent3="accent3" accent4="accent4" accent5="accent5" accent6="accent6" hlink="hlink" folHlink="folHlink"/>
  <p:sldLayoutIdLst>
    <p:sldLayoutId id="2147483673" r:id="rId1"/>
    <p:sldLayoutId id="2147483686" r:id="rId2"/>
    <p:sldLayoutId id="2147483674" r:id="rId3"/>
    <p:sldLayoutId id="2147483675" r:id="rId4"/>
    <p:sldLayoutId id="2147483676" r:id="rId5"/>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_tradnl"/>
              <a:t>Clic para editar título</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s-ES_tradnl"/>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s-ES_tradnl"/>
              <a:t>FACULTAD DE CIENCIAS ECONÓMICAS Y EMPRESARIALES</a:t>
            </a:r>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25E03E-A335-694B-A2BE-C56FC4485501}" type="slidenum">
              <a:rPr lang="es-ES_tradnl" smtClean="0"/>
              <a:t>‹Nº›</a:t>
            </a:fld>
            <a:endParaRPr lang="es-ES_tradnl"/>
          </a:p>
        </p:txBody>
      </p:sp>
      <p:sp>
        <p:nvSpPr>
          <p:cNvPr id="11" name="Triángulo isósceles 11">
            <a:extLst>
              <a:ext uri="{FF2B5EF4-FFF2-40B4-BE49-F238E27FC236}">
                <a16:creationId xmlns:a16="http://schemas.microsoft.com/office/drawing/2014/main" id="{35E87525-EEC6-4F94-A306-ED003C2CF282}"/>
              </a:ext>
            </a:extLst>
          </p:cNvPr>
          <p:cNvSpPr/>
          <p:nvPr userDrawn="1"/>
        </p:nvSpPr>
        <p:spPr>
          <a:xfrm>
            <a:off x="11827751" y="6681004"/>
            <a:ext cx="93528" cy="92142"/>
          </a:xfrm>
          <a:custGeom>
            <a:avLst/>
            <a:gdLst>
              <a:gd name="connsiteX0" fmla="*/ 0 w 389220"/>
              <a:gd name="connsiteY0" fmla="*/ 326109 h 326109"/>
              <a:gd name="connsiteX1" fmla="*/ 194610 w 389220"/>
              <a:gd name="connsiteY1" fmla="*/ 0 h 326109"/>
              <a:gd name="connsiteX2" fmla="*/ 389220 w 389220"/>
              <a:gd name="connsiteY2" fmla="*/ 326109 h 326109"/>
              <a:gd name="connsiteX3" fmla="*/ 0 w 389220"/>
              <a:gd name="connsiteY3" fmla="*/ 326109 h 326109"/>
              <a:gd name="connsiteX0" fmla="*/ 0 w 389220"/>
              <a:gd name="connsiteY0" fmla="*/ 0 h 217732"/>
              <a:gd name="connsiteX1" fmla="*/ 13329 w 389220"/>
              <a:gd name="connsiteY1" fmla="*/ 217732 h 217732"/>
              <a:gd name="connsiteX2" fmla="*/ 389220 w 389220"/>
              <a:gd name="connsiteY2" fmla="*/ 0 h 217732"/>
              <a:gd name="connsiteX3" fmla="*/ 0 w 389220"/>
              <a:gd name="connsiteY3" fmla="*/ 0 h 217732"/>
              <a:gd name="connsiteX0" fmla="*/ 0 w 389220"/>
              <a:gd name="connsiteY0" fmla="*/ 0 h 212400"/>
              <a:gd name="connsiteX1" fmla="*/ 2666 w 389220"/>
              <a:gd name="connsiteY1" fmla="*/ 212400 h 212400"/>
              <a:gd name="connsiteX2" fmla="*/ 389220 w 389220"/>
              <a:gd name="connsiteY2" fmla="*/ 0 h 212400"/>
              <a:gd name="connsiteX3" fmla="*/ 0 w 389220"/>
              <a:gd name="connsiteY3" fmla="*/ 0 h 212400"/>
            </a:gdLst>
            <a:ahLst/>
            <a:cxnLst>
              <a:cxn ang="0">
                <a:pos x="connsiteX0" y="connsiteY0"/>
              </a:cxn>
              <a:cxn ang="0">
                <a:pos x="connsiteX1" y="connsiteY1"/>
              </a:cxn>
              <a:cxn ang="0">
                <a:pos x="connsiteX2" y="connsiteY2"/>
              </a:cxn>
              <a:cxn ang="0">
                <a:pos x="connsiteX3" y="connsiteY3"/>
              </a:cxn>
            </a:cxnLst>
            <a:rect l="l" t="t" r="r" b="b"/>
            <a:pathLst>
              <a:path w="389220" h="212400">
                <a:moveTo>
                  <a:pt x="0" y="0"/>
                </a:moveTo>
                <a:cubicBezTo>
                  <a:pt x="889" y="70800"/>
                  <a:pt x="1777" y="141600"/>
                  <a:pt x="2666" y="212400"/>
                </a:cubicBezTo>
                <a:lnTo>
                  <a:pt x="389220" y="0"/>
                </a:lnTo>
                <a:lnTo>
                  <a:pt x="0" y="0"/>
                </a:lnTo>
                <a:close/>
              </a:path>
            </a:pathLst>
          </a:custGeom>
          <a:solidFill>
            <a:srgbClr val="4910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 name="Rectángulo 11">
            <a:extLst>
              <a:ext uri="{FF2B5EF4-FFF2-40B4-BE49-F238E27FC236}">
                <a16:creationId xmlns:a16="http://schemas.microsoft.com/office/drawing/2014/main" id="{1CD3012A-0F9C-4F6E-B089-0AEB39DCEFAE}"/>
              </a:ext>
            </a:extLst>
          </p:cNvPr>
          <p:cNvSpPr/>
          <p:nvPr userDrawn="1"/>
        </p:nvSpPr>
        <p:spPr>
          <a:xfrm>
            <a:off x="0" y="6721200"/>
            <a:ext cx="12192000" cy="13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5" name="Subtítulo 2">
            <a:extLst>
              <a:ext uri="{FF2B5EF4-FFF2-40B4-BE49-F238E27FC236}">
                <a16:creationId xmlns:a16="http://schemas.microsoft.com/office/drawing/2014/main" id="{54013010-7EC2-477A-9777-5F8D1C8C9819}"/>
              </a:ext>
            </a:extLst>
          </p:cNvPr>
          <p:cNvSpPr txBox="1">
            <a:spLocks/>
          </p:cNvSpPr>
          <p:nvPr userDrawn="1"/>
        </p:nvSpPr>
        <p:spPr>
          <a:xfrm>
            <a:off x="6096000" y="6715571"/>
            <a:ext cx="6096000" cy="136800"/>
          </a:xfrm>
          <a:prstGeom prst="rect">
            <a:avLst/>
          </a:prstGeom>
          <a:noFill/>
        </p:spPr>
        <p:txBody>
          <a:bodyPr vert="horz" lIns="91440" tIns="0" rIns="503998" bIns="0" rtlCol="0" anchor="ctr">
            <a:noAutofit/>
          </a:bodyPr>
          <a:lstStyle>
            <a:lvl1pPr marL="0" indent="0" algn="l" defTabSz="914400" rtl="0" eaLnBrk="1" latinLnBrk="0" hangingPunct="1">
              <a:lnSpc>
                <a:spcPct val="90000"/>
              </a:lnSpc>
              <a:spcBef>
                <a:spcPts val="1000"/>
              </a:spcBef>
              <a:buFont typeface="Arial"/>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algn="r">
              <a:lnSpc>
                <a:spcPct val="120000"/>
              </a:lnSpc>
              <a:spcBef>
                <a:spcPts val="0"/>
              </a:spcBef>
            </a:pPr>
            <a:r>
              <a:rPr lang="es-ES_tradnl" sz="900" dirty="0">
                <a:solidFill>
                  <a:srgbClr val="00467A"/>
                </a:solidFill>
                <a:latin typeface="Arial" panose="020B0604020202020204" pitchFamily="34" charset="0"/>
                <a:ea typeface="Georgia" charset="0"/>
                <a:cs typeface="Arial" panose="020B0604020202020204" pitchFamily="34" charset="0"/>
              </a:rPr>
              <a:t>Universidad de Piura</a:t>
            </a:r>
          </a:p>
        </p:txBody>
      </p:sp>
      <p:sp>
        <p:nvSpPr>
          <p:cNvPr id="16" name="Rectángulo 6">
            <a:extLst>
              <a:ext uri="{FF2B5EF4-FFF2-40B4-BE49-F238E27FC236}">
                <a16:creationId xmlns:a16="http://schemas.microsoft.com/office/drawing/2014/main" id="{755C1C57-8C13-46AE-AF8C-50183E7C38EF}"/>
              </a:ext>
            </a:extLst>
          </p:cNvPr>
          <p:cNvSpPr/>
          <p:nvPr userDrawn="1"/>
        </p:nvSpPr>
        <p:spPr>
          <a:xfrm>
            <a:off x="11827749" y="6678853"/>
            <a:ext cx="364251" cy="179147"/>
          </a:xfrm>
          <a:custGeom>
            <a:avLst/>
            <a:gdLst>
              <a:gd name="connsiteX0" fmla="*/ 0 w 364251"/>
              <a:gd name="connsiteY0" fmla="*/ 0 h 176765"/>
              <a:gd name="connsiteX1" fmla="*/ 364251 w 364251"/>
              <a:gd name="connsiteY1" fmla="*/ 0 h 176765"/>
              <a:gd name="connsiteX2" fmla="*/ 364251 w 364251"/>
              <a:gd name="connsiteY2" fmla="*/ 176765 h 176765"/>
              <a:gd name="connsiteX3" fmla="*/ 0 w 364251"/>
              <a:gd name="connsiteY3" fmla="*/ 176765 h 176765"/>
              <a:gd name="connsiteX4" fmla="*/ 0 w 364251"/>
              <a:gd name="connsiteY4" fmla="*/ 0 h 176765"/>
              <a:gd name="connsiteX0" fmla="*/ 0 w 364251"/>
              <a:gd name="connsiteY0" fmla="*/ 0 h 176765"/>
              <a:gd name="connsiteX1" fmla="*/ 364251 w 364251"/>
              <a:gd name="connsiteY1" fmla="*/ 0 h 176765"/>
              <a:gd name="connsiteX2" fmla="*/ 364251 w 364251"/>
              <a:gd name="connsiteY2" fmla="*/ 176765 h 176765"/>
              <a:gd name="connsiteX3" fmla="*/ 111919 w 364251"/>
              <a:gd name="connsiteY3" fmla="*/ 176765 h 176765"/>
              <a:gd name="connsiteX4" fmla="*/ 0 w 364251"/>
              <a:gd name="connsiteY4" fmla="*/ 0 h 176765"/>
              <a:gd name="connsiteX0" fmla="*/ 0 w 364251"/>
              <a:gd name="connsiteY0" fmla="*/ 0 h 179147"/>
              <a:gd name="connsiteX1" fmla="*/ 364251 w 364251"/>
              <a:gd name="connsiteY1" fmla="*/ 0 h 179147"/>
              <a:gd name="connsiteX2" fmla="*/ 364251 w 364251"/>
              <a:gd name="connsiteY2" fmla="*/ 176765 h 179147"/>
              <a:gd name="connsiteX3" fmla="*/ 102394 w 364251"/>
              <a:gd name="connsiteY3" fmla="*/ 179147 h 179147"/>
              <a:gd name="connsiteX4" fmla="*/ 0 w 364251"/>
              <a:gd name="connsiteY4" fmla="*/ 0 h 179147"/>
              <a:gd name="connsiteX0" fmla="*/ 0 w 364251"/>
              <a:gd name="connsiteY0" fmla="*/ 0 h 179147"/>
              <a:gd name="connsiteX1" fmla="*/ 364251 w 364251"/>
              <a:gd name="connsiteY1" fmla="*/ 0 h 179147"/>
              <a:gd name="connsiteX2" fmla="*/ 364251 w 364251"/>
              <a:gd name="connsiteY2" fmla="*/ 179147 h 179147"/>
              <a:gd name="connsiteX3" fmla="*/ 102394 w 364251"/>
              <a:gd name="connsiteY3" fmla="*/ 179147 h 179147"/>
              <a:gd name="connsiteX4" fmla="*/ 0 w 364251"/>
              <a:gd name="connsiteY4" fmla="*/ 0 h 179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251" h="179147">
                <a:moveTo>
                  <a:pt x="0" y="0"/>
                </a:moveTo>
                <a:lnTo>
                  <a:pt x="364251" y="0"/>
                </a:lnTo>
                <a:lnTo>
                  <a:pt x="364251" y="179147"/>
                </a:lnTo>
                <a:lnTo>
                  <a:pt x="102394" y="179147"/>
                </a:lnTo>
                <a:lnTo>
                  <a:pt x="0" y="0"/>
                </a:lnTo>
                <a:close/>
              </a:path>
            </a:pathLst>
          </a:custGeom>
          <a:solidFill>
            <a:srgbClr val="8C1F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2546915469"/>
      </p:ext>
    </p:extLst>
  </p:cSld>
  <p:clrMap bg1="dk1" tx1="lt1" bg2="dk2"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comments" Target="../comments/comment1.xml"/><Relationship Id="rId3" Type="http://schemas.openxmlformats.org/officeDocument/2006/relationships/oleObject" Target="../embeddings/oleObject1.bin"/><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6.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wmf"/></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jpeg"/><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6.xml"/><Relationship Id="rId6" Type="http://schemas.openxmlformats.org/officeDocument/2006/relationships/image" Target="../media/image13.png"/><Relationship Id="rId11" Type="http://schemas.openxmlformats.org/officeDocument/2006/relationships/comments" Target="../comments/comment2.xml"/><Relationship Id="rId5" Type="http://schemas.openxmlformats.org/officeDocument/2006/relationships/image" Target="../media/image12.png"/><Relationship Id="rId10" Type="http://schemas.openxmlformats.org/officeDocument/2006/relationships/image" Target="../media/image160.png"/><Relationship Id="rId4" Type="http://schemas.openxmlformats.org/officeDocument/2006/relationships/image" Target="../media/image11.jpeg"/><Relationship Id="rId9"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6.xml"/><Relationship Id="rId4" Type="http://schemas.openxmlformats.org/officeDocument/2006/relationships/comments" Target="../comments/comment3.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1.emf"/><Relationship Id="rId2" Type="http://schemas.openxmlformats.org/officeDocument/2006/relationships/notesSlide" Target="../notesSlides/notesSlide5.xml"/><Relationship Id="rId1" Type="http://schemas.openxmlformats.org/officeDocument/2006/relationships/slideLayout" Target="../slideLayouts/slideLayout16.xml"/><Relationship Id="rId6" Type="http://schemas.openxmlformats.org/officeDocument/2006/relationships/image" Target="../media/image20.png"/><Relationship Id="rId5" Type="http://schemas.openxmlformats.org/officeDocument/2006/relationships/image" Target="../media/image18.emf"/><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6.xml"/><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png"/><Relationship Id="rId1" Type="http://schemas.openxmlformats.org/officeDocument/2006/relationships/slideLayout" Target="../slideLayouts/slideLayout16.xml"/><Relationship Id="rId5" Type="http://schemas.openxmlformats.org/officeDocument/2006/relationships/hyperlink" Target="https://www.researchgate.net/publication/299551558" TargetMode="External"/><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3935F1F-4182-8245-909C-88CA42DF74E7}"/>
              </a:ext>
            </a:extLst>
          </p:cNvPr>
          <p:cNvSpPr>
            <a:spLocks noGrp="1"/>
          </p:cNvSpPr>
          <p:nvPr>
            <p:ph type="body" sz="quarter" idx="12"/>
          </p:nvPr>
        </p:nvSpPr>
        <p:spPr/>
        <p:txBody>
          <a:bodyPr/>
          <a:lstStyle/>
          <a:p>
            <a:r>
              <a:rPr lang="it-IT" dirty="0"/>
              <a:t>Tecnologías de Fabricación Dra. Ing. Rosalba Guerrero A.</a:t>
            </a:r>
          </a:p>
        </p:txBody>
      </p:sp>
      <p:sp>
        <p:nvSpPr>
          <p:cNvPr id="7" name="Título 1">
            <a:extLst>
              <a:ext uri="{FF2B5EF4-FFF2-40B4-BE49-F238E27FC236}">
                <a16:creationId xmlns:a16="http://schemas.microsoft.com/office/drawing/2014/main" id="{7C279E39-41B1-A248-BD5E-7FF39FCC9D39}"/>
              </a:ext>
            </a:extLst>
          </p:cNvPr>
          <p:cNvSpPr>
            <a:spLocks noGrp="1"/>
          </p:cNvSpPr>
          <p:nvPr>
            <p:ph type="ctrTitle"/>
          </p:nvPr>
        </p:nvSpPr>
        <p:spPr>
          <a:xfrm>
            <a:off x="611974" y="2388977"/>
            <a:ext cx="8024025" cy="2338544"/>
          </a:xfrm>
        </p:spPr>
        <p:txBody>
          <a:bodyPr>
            <a:normAutofit fontScale="90000"/>
          </a:bodyPr>
          <a:lstStyle/>
          <a:p>
            <a:r>
              <a:rPr lang="es-ES" dirty="0"/>
              <a:t>U</a:t>
            </a:r>
            <a:r>
              <a:rPr lang="es-PE" dirty="0" err="1"/>
              <a:t>nidad</a:t>
            </a:r>
            <a:r>
              <a:rPr lang="es-PE" dirty="0"/>
              <a:t> 1: Fundamentos de los materiales</a:t>
            </a:r>
          </a:p>
        </p:txBody>
      </p:sp>
      <p:sp>
        <p:nvSpPr>
          <p:cNvPr id="8" name="Subtítulo 2">
            <a:extLst>
              <a:ext uri="{FF2B5EF4-FFF2-40B4-BE49-F238E27FC236}">
                <a16:creationId xmlns:a16="http://schemas.microsoft.com/office/drawing/2014/main" id="{0AADBD63-BDF4-7A4A-A35D-19F17DA16FF1}"/>
              </a:ext>
            </a:extLst>
          </p:cNvPr>
          <p:cNvSpPr>
            <a:spLocks noGrp="1"/>
          </p:cNvSpPr>
          <p:nvPr>
            <p:ph type="subTitle" idx="1"/>
          </p:nvPr>
        </p:nvSpPr>
        <p:spPr>
          <a:xfrm>
            <a:off x="611975" y="4868652"/>
            <a:ext cx="6725171" cy="866465"/>
          </a:xfrm>
        </p:spPr>
        <p:txBody>
          <a:bodyPr/>
          <a:lstStyle/>
          <a:p>
            <a:r>
              <a:rPr lang="es-ES" dirty="0"/>
              <a:t>Deformación en frío y en caliente. Microestructuras de solidificación</a:t>
            </a:r>
            <a:endParaRPr lang="es-PE" dirty="0"/>
          </a:p>
        </p:txBody>
      </p:sp>
    </p:spTree>
    <p:extLst>
      <p:ext uri="{BB962C8B-B14F-4D97-AF65-F5344CB8AC3E}">
        <p14:creationId xmlns:p14="http://schemas.microsoft.com/office/powerpoint/2010/main" val="2664966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normAutofit fontScale="90000"/>
          </a:bodyPr>
          <a:lstStyle/>
          <a:p>
            <a:r>
              <a:rPr lang="es-ES" altLang="es-PE" dirty="0">
                <a:solidFill>
                  <a:srgbClr val="002060"/>
                </a:solidFill>
              </a:rPr>
              <a:t>Endurecimiento por deformación</a:t>
            </a:r>
          </a:p>
        </p:txBody>
      </p:sp>
      <p:sp>
        <p:nvSpPr>
          <p:cNvPr id="40963" name="Rectangle 9"/>
          <p:cNvSpPr>
            <a:spLocks noChangeArrowheads="1"/>
          </p:cNvSpPr>
          <p:nvPr/>
        </p:nvSpPr>
        <p:spPr bwMode="auto">
          <a:xfrm>
            <a:off x="1524001" y="-184666"/>
            <a:ext cx="184731" cy="369332"/>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s-PE" altLang="es-PE"/>
          </a:p>
        </p:txBody>
      </p:sp>
      <p:graphicFrame>
        <p:nvGraphicFramePr>
          <p:cNvPr id="29701" name="Object 8"/>
          <p:cNvGraphicFramePr>
            <a:graphicFrameLocks noChangeAspect="1"/>
          </p:cNvGraphicFramePr>
          <p:nvPr>
            <p:extLst>
              <p:ext uri="{D42A27DB-BD31-4B8C-83A1-F6EECF244321}">
                <p14:modId xmlns:p14="http://schemas.microsoft.com/office/powerpoint/2010/main" val="1442166134"/>
              </p:ext>
            </p:extLst>
          </p:nvPr>
        </p:nvGraphicFramePr>
        <p:xfrm>
          <a:off x="373063" y="4999833"/>
          <a:ext cx="1930400" cy="609600"/>
        </p:xfrm>
        <a:graphic>
          <a:graphicData uri="http://schemas.openxmlformats.org/presentationml/2006/ole">
            <mc:AlternateContent xmlns:mc="http://schemas.openxmlformats.org/markup-compatibility/2006">
              <mc:Choice xmlns:v="urn:schemas-microsoft-com:vml" Requires="v">
                <p:oleObj name="Ecuación" r:id="rId3" imgW="1371600" imgH="431800" progId="Equation.3">
                  <p:embed/>
                </p:oleObj>
              </mc:Choice>
              <mc:Fallback>
                <p:oleObj name="Ecuación" r:id="rId3" imgW="1371600" imgH="431800" progId="Equation.3">
                  <p:embed/>
                  <p:pic>
                    <p:nvPicPr>
                      <p:cNvPr id="29701"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063" y="4999833"/>
                        <a:ext cx="1930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965" name="Rectangle 11"/>
          <p:cNvSpPr>
            <a:spLocks noChangeArrowheads="1"/>
          </p:cNvSpPr>
          <p:nvPr/>
        </p:nvSpPr>
        <p:spPr bwMode="auto">
          <a:xfrm>
            <a:off x="1524001" y="-184666"/>
            <a:ext cx="184731" cy="369332"/>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s-PE" altLang="es-PE"/>
          </a:p>
        </p:txBody>
      </p:sp>
      <p:sp>
        <p:nvSpPr>
          <p:cNvPr id="40966" name="Rectangle 12"/>
          <p:cNvSpPr>
            <a:spLocks noChangeArrowheads="1"/>
          </p:cNvSpPr>
          <p:nvPr/>
        </p:nvSpPr>
        <p:spPr bwMode="auto">
          <a:xfrm>
            <a:off x="1524000" y="128202"/>
            <a:ext cx="266420" cy="276999"/>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s-ES" altLang="es-PE" sz="1200">
                <a:cs typeface="Times New Roman" panose="02020603050405020304" pitchFamily="18" charset="0"/>
              </a:rPr>
              <a:t>,</a:t>
            </a:r>
            <a:r>
              <a:rPr lang="es-PE" altLang="es-PE" sz="1100"/>
              <a:t> </a:t>
            </a:r>
            <a:endParaRPr lang="es-PE" altLang="es-PE"/>
          </a:p>
        </p:txBody>
      </p:sp>
      <p:sp>
        <p:nvSpPr>
          <p:cNvPr id="2" name="1 Rectángulo"/>
          <p:cNvSpPr/>
          <p:nvPr/>
        </p:nvSpPr>
        <p:spPr>
          <a:xfrm>
            <a:off x="590993" y="1091846"/>
            <a:ext cx="11053320" cy="585788"/>
          </a:xfrm>
          <a:prstGeom prst="rect">
            <a:avLst/>
          </a:prstGeom>
        </p:spPr>
        <p:txBody>
          <a:bodyPr wrap="square">
            <a:spAutoFit/>
          </a:bodyPr>
          <a:lstStyle/>
          <a:p>
            <a:pPr algn="just">
              <a:defRPr/>
            </a:pPr>
            <a:r>
              <a:rPr lang="es-ES" altLang="es-PE" sz="1600" b="1" i="1" dirty="0">
                <a:solidFill>
                  <a:srgbClr val="002060"/>
                </a:solidFill>
                <a:latin typeface="Arial" charset="0"/>
                <a:ea typeface="Times New Roman" pitchFamily="18" charset="0"/>
                <a:cs typeface="Arial" charset="0"/>
              </a:rPr>
              <a:t>Acritud</a:t>
            </a:r>
            <a:r>
              <a:rPr lang="es-ES" altLang="es-PE" sz="1600" dirty="0">
                <a:solidFill>
                  <a:srgbClr val="002060"/>
                </a:solidFill>
                <a:latin typeface="Arial" charset="0"/>
                <a:ea typeface="Times New Roman" pitchFamily="18" charset="0"/>
                <a:cs typeface="Arial" charset="0"/>
              </a:rPr>
              <a:t> o endurecimiento por trabajo (deformación) en frío, es el aumento de resistencia de un material dúctil, a medida que se deforma plásticamente.</a:t>
            </a:r>
          </a:p>
        </p:txBody>
      </p:sp>
      <p:sp>
        <p:nvSpPr>
          <p:cNvPr id="3" name="2 Rectángulo"/>
          <p:cNvSpPr/>
          <p:nvPr/>
        </p:nvSpPr>
        <p:spPr>
          <a:xfrm>
            <a:off x="0" y="4555686"/>
            <a:ext cx="8058150" cy="338138"/>
          </a:xfrm>
          <a:prstGeom prst="rect">
            <a:avLst/>
          </a:prstGeom>
        </p:spPr>
        <p:txBody>
          <a:bodyPr>
            <a:spAutoFit/>
          </a:bodyPr>
          <a:lstStyle/>
          <a:p>
            <a:pPr>
              <a:defRPr/>
            </a:pPr>
            <a:r>
              <a:rPr lang="es-PE" sz="1600" b="1" dirty="0">
                <a:solidFill>
                  <a:schemeClr val="accent2">
                    <a:lumMod val="75000"/>
                  </a:schemeClr>
                </a:solidFill>
                <a:latin typeface="Arial" charset="0"/>
              </a:rPr>
              <a:t>Se denomina porcentaje de trabajo en frío o  "</a:t>
            </a:r>
            <a:r>
              <a:rPr lang="es-PE" sz="1600" b="1" dirty="0" err="1">
                <a:solidFill>
                  <a:schemeClr val="accent2">
                    <a:lumMod val="75000"/>
                  </a:schemeClr>
                </a:solidFill>
                <a:latin typeface="Arial" charset="0"/>
              </a:rPr>
              <a:t>Cold</a:t>
            </a:r>
            <a:r>
              <a:rPr lang="es-PE" sz="1600" b="1" dirty="0">
                <a:solidFill>
                  <a:schemeClr val="accent2">
                    <a:lumMod val="75000"/>
                  </a:schemeClr>
                </a:solidFill>
                <a:latin typeface="Arial" charset="0"/>
              </a:rPr>
              <a:t> </a:t>
            </a:r>
            <a:r>
              <a:rPr lang="es-PE" sz="1600" b="1" dirty="0" err="1">
                <a:solidFill>
                  <a:schemeClr val="accent2">
                    <a:lumMod val="75000"/>
                  </a:schemeClr>
                </a:solidFill>
                <a:latin typeface="Arial" charset="0"/>
              </a:rPr>
              <a:t>Work</a:t>
            </a:r>
            <a:r>
              <a:rPr lang="es-PE" sz="1600" b="1" dirty="0">
                <a:solidFill>
                  <a:schemeClr val="accent2">
                    <a:lumMod val="75000"/>
                  </a:schemeClr>
                </a:solidFill>
                <a:latin typeface="Arial" charset="0"/>
              </a:rPr>
              <a:t>"  a la relación:</a:t>
            </a:r>
          </a:p>
        </p:txBody>
      </p:sp>
      <p:sp>
        <p:nvSpPr>
          <p:cNvPr id="4" name="3 Rectángulo"/>
          <p:cNvSpPr>
            <a:spLocks noChangeArrowheads="1"/>
          </p:cNvSpPr>
          <p:nvPr/>
        </p:nvSpPr>
        <p:spPr bwMode="auto">
          <a:xfrm>
            <a:off x="2303462" y="5155762"/>
            <a:ext cx="905033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s-PE" altLang="es-PE" sz="1400" dirty="0"/>
              <a:t>donde A</a:t>
            </a:r>
            <a:r>
              <a:rPr lang="es-PE" altLang="es-PE" sz="1400" baseline="-25000" dirty="0"/>
              <a:t>0</a:t>
            </a:r>
            <a:r>
              <a:rPr lang="es-PE" altLang="es-PE" sz="1400" dirty="0"/>
              <a:t> es el área  inicial y A</a:t>
            </a:r>
            <a:r>
              <a:rPr lang="es-PE" altLang="es-PE" sz="1400" baseline="-25000" dirty="0"/>
              <a:t>d</a:t>
            </a:r>
            <a:r>
              <a:rPr lang="es-PE" altLang="es-PE" sz="1400" dirty="0"/>
              <a:t> el área después de la deformación. Hace referencia a los grados de reducción que se aplican en los procesos de forja, laminación, estirado. Procesos de conformado mecánico. </a:t>
            </a:r>
          </a:p>
        </p:txBody>
      </p:sp>
      <p:sp>
        <p:nvSpPr>
          <p:cNvPr id="5" name="4 CuadroTexto"/>
          <p:cNvSpPr txBox="1"/>
          <p:nvPr/>
        </p:nvSpPr>
        <p:spPr>
          <a:xfrm>
            <a:off x="590993" y="2705101"/>
            <a:ext cx="11424795" cy="830997"/>
          </a:xfrm>
          <a:prstGeom prst="rect">
            <a:avLst/>
          </a:prstGeom>
          <a:noFill/>
        </p:spPr>
        <p:txBody>
          <a:bodyPr wrap="square">
            <a:spAutoFit/>
          </a:bodyPr>
          <a:lstStyle/>
          <a:p>
            <a:pPr>
              <a:defRPr/>
            </a:pPr>
            <a:r>
              <a:rPr lang="es-PE" sz="1600" dirty="0">
                <a:solidFill>
                  <a:srgbClr val="002060"/>
                </a:solidFill>
                <a:latin typeface="Arial" charset="0"/>
              </a:rPr>
              <a:t>Este endurecimiento por deformación, se debe a la generación de nuevas dislocaciones que, sumadas a las ya existentes, alcanzan tan gran número que obstruyen su desplazamiento entre ellas mismas, lo cual dificulta la deformación y exige un mayor esfuerzo para lograrlo, se  dice entonces que el material es más duro.</a:t>
            </a:r>
          </a:p>
        </p:txBody>
      </p:sp>
      <p:sp>
        <p:nvSpPr>
          <p:cNvPr id="6" name="5 Rectángulo"/>
          <p:cNvSpPr>
            <a:spLocks noChangeArrowheads="1"/>
          </p:cNvSpPr>
          <p:nvPr/>
        </p:nvSpPr>
        <p:spPr bwMode="auto">
          <a:xfrm>
            <a:off x="703484" y="5772861"/>
            <a:ext cx="1082833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s-PE" altLang="es-PE" sz="1600" b="1" dirty="0">
                <a:solidFill>
                  <a:srgbClr val="993300"/>
                </a:solidFill>
              </a:rPr>
              <a:t>A mayor %CW (mayor grado de reducción) , se produce un aumento de dislocaciones y, por tanto, mayor endurecimiento.</a:t>
            </a:r>
          </a:p>
        </p:txBody>
      </p:sp>
      <p:sp>
        <p:nvSpPr>
          <p:cNvPr id="7" name="6 CuadroTexto"/>
          <p:cNvSpPr txBox="1">
            <a:spLocks noRot="1" noChangeAspect="1" noMove="1" noResize="1" noEditPoints="1" noAdjustHandles="1" noChangeArrowheads="1" noChangeShapeType="1" noTextEdit="1"/>
          </p:cNvSpPr>
          <p:nvPr/>
        </p:nvSpPr>
        <p:spPr>
          <a:xfrm>
            <a:off x="1871471" y="1860470"/>
            <a:ext cx="8449056" cy="757067"/>
          </a:xfrm>
          <a:prstGeom prst="rect">
            <a:avLst/>
          </a:prstGeom>
          <a:blipFill rotWithShape="1">
            <a:blip r:embed="rId5"/>
            <a:stretch>
              <a:fillRect l="-144" t="-806" b="-4839"/>
            </a:stretch>
          </a:blipFill>
        </p:spPr>
        <p:txBody>
          <a:bodyPr/>
          <a:lstStyle/>
          <a:p>
            <a:pPr>
              <a:defRPr/>
            </a:pPr>
            <a:r>
              <a:rPr lang="es-PE">
                <a:noFill/>
              </a:rPr>
              <a:t> </a:t>
            </a:r>
          </a:p>
        </p:txBody>
      </p:sp>
      <p:sp>
        <p:nvSpPr>
          <p:cNvPr id="8" name="7 Rectángulo"/>
          <p:cNvSpPr>
            <a:spLocks noRot="1" noChangeAspect="1" noMove="1" noResize="1" noEditPoints="1" noAdjustHandles="1" noChangeArrowheads="1" noChangeShapeType="1" noTextEdit="1"/>
          </p:cNvSpPr>
          <p:nvPr/>
        </p:nvSpPr>
        <p:spPr>
          <a:xfrm>
            <a:off x="1871471" y="3849680"/>
            <a:ext cx="7900416" cy="540469"/>
          </a:xfrm>
          <a:prstGeom prst="rect">
            <a:avLst/>
          </a:prstGeom>
          <a:blipFill rotWithShape="1">
            <a:blip r:embed="rId6"/>
            <a:stretch>
              <a:fillRect l="-154" t="-1136" b="-11364"/>
            </a:stretch>
          </a:blipFill>
        </p:spPr>
        <p:txBody>
          <a:bodyPr/>
          <a:lstStyle/>
          <a:p>
            <a:pPr>
              <a:defRPr/>
            </a:pPr>
            <a:r>
              <a:rPr lang="es-PE">
                <a:noFill/>
              </a:rPr>
              <a:t> </a:t>
            </a:r>
          </a:p>
        </p:txBody>
      </p:sp>
      <p:sp>
        <p:nvSpPr>
          <p:cNvPr id="9" name="8 CuadroTexto"/>
          <p:cNvSpPr txBox="1">
            <a:spLocks noRot="1" noChangeAspect="1" noMove="1" noResize="1" noEditPoints="1" noAdjustHandles="1" noChangeArrowheads="1" noChangeShapeType="1" noTextEdit="1"/>
          </p:cNvSpPr>
          <p:nvPr/>
        </p:nvSpPr>
        <p:spPr>
          <a:xfrm>
            <a:off x="4828031" y="4114908"/>
            <a:ext cx="2535936" cy="391582"/>
          </a:xfrm>
          <a:prstGeom prst="rect">
            <a:avLst/>
          </a:prstGeom>
          <a:blipFill rotWithShape="1">
            <a:blip r:embed="rId7"/>
            <a:stretch>
              <a:fillRect b="-9375"/>
            </a:stretch>
          </a:blipFill>
        </p:spPr>
        <p:txBody>
          <a:bodyPr/>
          <a:lstStyle/>
          <a:p>
            <a:pPr>
              <a:defRPr/>
            </a:pPr>
            <a:r>
              <a:rPr lang="es-PE">
                <a:no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29701"/>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41A7F0-5F44-462C-8C45-6982C3D31242}"/>
              </a:ext>
            </a:extLst>
          </p:cNvPr>
          <p:cNvSpPr>
            <a:spLocks noGrp="1"/>
          </p:cNvSpPr>
          <p:nvPr>
            <p:ph type="title"/>
          </p:nvPr>
        </p:nvSpPr>
        <p:spPr/>
        <p:txBody>
          <a:bodyPr>
            <a:normAutofit fontScale="90000"/>
          </a:bodyPr>
          <a:lstStyle/>
          <a:p>
            <a:r>
              <a:rPr lang="es-PE" dirty="0"/>
              <a:t>Curva real</a:t>
            </a:r>
          </a:p>
        </p:txBody>
      </p:sp>
      <p:pic>
        <p:nvPicPr>
          <p:cNvPr id="5" name="Imagen 4">
            <a:extLst>
              <a:ext uri="{FF2B5EF4-FFF2-40B4-BE49-F238E27FC236}">
                <a16:creationId xmlns:a16="http://schemas.microsoft.com/office/drawing/2014/main" id="{7A49EA60-9337-44C5-87D4-6A5E2F5A0E13}"/>
              </a:ext>
            </a:extLst>
          </p:cNvPr>
          <p:cNvPicPr>
            <a:picLocks noChangeAspect="1"/>
          </p:cNvPicPr>
          <p:nvPr/>
        </p:nvPicPr>
        <p:blipFill rotWithShape="1">
          <a:blip r:embed="rId3"/>
          <a:srcRect l="11785" t="26905" r="46964" b="29047"/>
          <a:stretch/>
        </p:blipFill>
        <p:spPr>
          <a:xfrm>
            <a:off x="2152650" y="1053389"/>
            <a:ext cx="7886700" cy="4737142"/>
          </a:xfrm>
          <a:prstGeom prst="rect">
            <a:avLst/>
          </a:prstGeom>
        </p:spPr>
      </p:pic>
    </p:spTree>
    <p:extLst>
      <p:ext uri="{BB962C8B-B14F-4D97-AF65-F5344CB8AC3E}">
        <p14:creationId xmlns:p14="http://schemas.microsoft.com/office/powerpoint/2010/main" val="2086489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1 Título"/>
          <p:cNvSpPr>
            <a:spLocks noGrp="1" noChangeArrowheads="1"/>
          </p:cNvSpPr>
          <p:nvPr>
            <p:ph type="title"/>
          </p:nvPr>
        </p:nvSpPr>
        <p:spPr>
          <a:xfrm>
            <a:off x="953610" y="243915"/>
            <a:ext cx="10515600" cy="461493"/>
          </a:xfrm>
        </p:spPr>
        <p:txBody>
          <a:bodyPr>
            <a:normAutofit/>
          </a:bodyPr>
          <a:lstStyle/>
          <a:p>
            <a:r>
              <a:rPr lang="es-PE" altLang="es-PE" sz="2400" dirty="0">
                <a:solidFill>
                  <a:srgbClr val="002060"/>
                </a:solidFill>
              </a:rPr>
              <a:t>Variación de propiedades con el grado de deformación</a:t>
            </a:r>
          </a:p>
        </p:txBody>
      </p:sp>
      <p:sp>
        <p:nvSpPr>
          <p:cNvPr id="2" name="1 CuadroTexto"/>
          <p:cNvSpPr txBox="1"/>
          <p:nvPr/>
        </p:nvSpPr>
        <p:spPr>
          <a:xfrm>
            <a:off x="396608" y="748264"/>
            <a:ext cx="10928732" cy="584775"/>
          </a:xfrm>
          <a:prstGeom prst="rect">
            <a:avLst/>
          </a:prstGeom>
          <a:noFill/>
        </p:spPr>
        <p:txBody>
          <a:bodyPr wrap="square">
            <a:spAutoFit/>
          </a:bodyPr>
          <a:lstStyle/>
          <a:p>
            <a:pPr>
              <a:defRPr/>
            </a:pPr>
            <a:r>
              <a:rPr lang="es-PE" sz="1600" dirty="0">
                <a:solidFill>
                  <a:schemeClr val="accent2">
                    <a:lumMod val="75000"/>
                  </a:schemeClr>
                </a:solidFill>
                <a:latin typeface="Arial" charset="0"/>
              </a:rPr>
              <a:t>Los siguientes gráficos, muestran la variación de límite elástico, resistencia a la tracción y ductilidad, con el grado de deformación, para tres materiales  específicos.</a:t>
            </a:r>
          </a:p>
        </p:txBody>
      </p:sp>
      <p:sp>
        <p:nvSpPr>
          <p:cNvPr id="3" name="2 CuadroTexto"/>
          <p:cNvSpPr txBox="1">
            <a:spLocks noChangeArrowheads="1"/>
          </p:cNvSpPr>
          <p:nvPr/>
        </p:nvSpPr>
        <p:spPr bwMode="auto">
          <a:xfrm>
            <a:off x="396608" y="5547111"/>
            <a:ext cx="8813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s-PE" altLang="es-PE" sz="1400" dirty="0"/>
              <a:t>Supongamos que se aplica un %CW de 25%  a un trozo de cobre, las propiedades variarían según se indica. </a:t>
            </a:r>
          </a:p>
        </p:txBody>
      </p:sp>
      <p:pic>
        <p:nvPicPr>
          <p:cNvPr id="30724" name="Picture 3" descr="trabajo en frio resistencia"/>
          <p:cNvPicPr>
            <a:picLocks noChangeAspect="1" noChangeArrowheads="1"/>
          </p:cNvPicPr>
          <p:nvPr/>
        </p:nvPicPr>
        <p:blipFill>
          <a:blip r:embed="rId3">
            <a:extLst>
              <a:ext uri="{28A0092B-C50C-407E-A947-70E740481C1C}">
                <a14:useLocalDpi xmlns:a14="http://schemas.microsoft.com/office/drawing/2010/main" val="0"/>
              </a:ext>
            </a:extLst>
          </a:blip>
          <a:srcRect l="3922" r="5096" b="3082"/>
          <a:stretch>
            <a:fillRect/>
          </a:stretch>
        </p:blipFill>
        <p:spPr bwMode="auto">
          <a:xfrm>
            <a:off x="4029075" y="1554221"/>
            <a:ext cx="3316288" cy="333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5" name="Picture 4" descr="trabajo en frio ductilidad"/>
          <p:cNvPicPr>
            <a:picLocks noChangeAspect="1" noChangeArrowheads="1"/>
          </p:cNvPicPr>
          <p:nvPr/>
        </p:nvPicPr>
        <p:blipFill>
          <a:blip r:embed="rId4">
            <a:extLst>
              <a:ext uri="{28A0092B-C50C-407E-A947-70E740481C1C}">
                <a14:useLocalDpi xmlns:a14="http://schemas.microsoft.com/office/drawing/2010/main" val="0"/>
              </a:ext>
            </a:extLst>
          </a:blip>
          <a:srcRect l="4269" t="2873" r="4478" b="2853"/>
          <a:stretch>
            <a:fillRect/>
          </a:stretch>
        </p:blipFill>
        <p:spPr bwMode="auto">
          <a:xfrm>
            <a:off x="7504908" y="1542313"/>
            <a:ext cx="2547937" cy="332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8"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6267" y="1524058"/>
            <a:ext cx="3243263" cy="351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53882" dir="13500000" algn="ctr" rotWithShape="0">
                    <a:schemeClr val="bg2">
                      <a:alpha val="50000"/>
                    </a:schemeClr>
                  </a:outerShdw>
                </a:effectLst>
              </a14:hiddenEffects>
            </a:ext>
          </a:extLst>
        </p:spPr>
      </p:pic>
      <p:cxnSp>
        <p:nvCxnSpPr>
          <p:cNvPr id="5" name="4 Conector recto"/>
          <p:cNvCxnSpPr>
            <a:cxnSpLocks noChangeShapeType="1"/>
          </p:cNvCxnSpPr>
          <p:nvPr/>
        </p:nvCxnSpPr>
        <p:spPr bwMode="auto">
          <a:xfrm flipV="1">
            <a:off x="1889598" y="3935471"/>
            <a:ext cx="0" cy="706437"/>
          </a:xfrm>
          <a:prstGeom prst="line">
            <a:avLst/>
          </a:prstGeom>
          <a:noFill/>
          <a:ln w="12700" algn="ctr">
            <a:solidFill>
              <a:srgbClr val="FF0066"/>
            </a:solidFill>
            <a:prstDash val="dash"/>
            <a:round/>
            <a:headEnd/>
            <a:tailEnd/>
          </a:ln>
          <a:extLst>
            <a:ext uri="{909E8E84-426E-40DD-AFC4-6F175D3DCCD1}">
              <a14:hiddenFill xmlns:a14="http://schemas.microsoft.com/office/drawing/2010/main">
                <a:noFill/>
              </a14:hiddenFill>
            </a:ext>
          </a:extLst>
        </p:spPr>
      </p:cxnSp>
      <p:cxnSp>
        <p:nvCxnSpPr>
          <p:cNvPr id="7" name="6 Conector recto"/>
          <p:cNvCxnSpPr>
            <a:cxnSpLocks noChangeShapeType="1"/>
          </p:cNvCxnSpPr>
          <p:nvPr/>
        </p:nvCxnSpPr>
        <p:spPr bwMode="auto">
          <a:xfrm flipH="1">
            <a:off x="983135" y="3935470"/>
            <a:ext cx="927100" cy="0"/>
          </a:xfrm>
          <a:prstGeom prst="line">
            <a:avLst/>
          </a:prstGeom>
          <a:noFill/>
          <a:ln w="12700" algn="ctr">
            <a:solidFill>
              <a:srgbClr val="FF0066"/>
            </a:solidFill>
            <a:prstDash val="dash"/>
            <a:round/>
            <a:headEnd/>
            <a:tailEnd/>
          </a:ln>
          <a:extLst>
            <a:ext uri="{909E8E84-426E-40DD-AFC4-6F175D3DCCD1}">
              <a14:hiddenFill xmlns:a14="http://schemas.microsoft.com/office/drawing/2010/main">
                <a:noFill/>
              </a14:hiddenFill>
            </a:ext>
          </a:extLst>
        </p:spPr>
      </p:cxnSp>
      <p:sp>
        <p:nvSpPr>
          <p:cNvPr id="9" name="8 Rectángulo"/>
          <p:cNvSpPr>
            <a:spLocks noRot="1" noChangeAspect="1" noMove="1" noResize="1" noEditPoints="1" noAdjustHandles="1" noChangeArrowheads="1" noChangeShapeType="1" noTextEdit="1"/>
          </p:cNvSpPr>
          <p:nvPr/>
        </p:nvSpPr>
        <p:spPr>
          <a:xfrm>
            <a:off x="983135" y="5056942"/>
            <a:ext cx="2896242" cy="276999"/>
          </a:xfrm>
          <a:prstGeom prst="rect">
            <a:avLst/>
          </a:prstGeom>
          <a:blipFill rotWithShape="1">
            <a:blip r:embed="rId6"/>
            <a:stretch>
              <a:fillRect t="-2222" b="-15556"/>
            </a:stretch>
          </a:blipFill>
        </p:spPr>
        <p:txBody>
          <a:bodyPr/>
          <a:lstStyle/>
          <a:p>
            <a:pPr>
              <a:defRPr/>
            </a:pPr>
            <a:r>
              <a:rPr lang="es-PE">
                <a:noFill/>
              </a:rPr>
              <a:t> </a:t>
            </a:r>
          </a:p>
        </p:txBody>
      </p:sp>
      <p:sp>
        <p:nvSpPr>
          <p:cNvPr id="15" name="14 Rectángulo"/>
          <p:cNvSpPr>
            <a:spLocks noRot="1" noChangeAspect="1" noMove="1" noResize="1" noEditPoints="1" noAdjustHandles="1" noChangeArrowheads="1" noChangeShapeType="1" noTextEdit="1"/>
          </p:cNvSpPr>
          <p:nvPr/>
        </p:nvSpPr>
        <p:spPr>
          <a:xfrm>
            <a:off x="4270085" y="5056941"/>
            <a:ext cx="2939651" cy="276999"/>
          </a:xfrm>
          <a:prstGeom prst="rect">
            <a:avLst/>
          </a:prstGeom>
          <a:blipFill rotWithShape="1">
            <a:blip r:embed="rId7"/>
            <a:stretch>
              <a:fillRect l="-207" t="-2222" b="-15556"/>
            </a:stretch>
          </a:blipFill>
        </p:spPr>
        <p:txBody>
          <a:bodyPr/>
          <a:lstStyle/>
          <a:p>
            <a:pPr>
              <a:defRPr/>
            </a:pPr>
            <a:r>
              <a:rPr lang="es-PE">
                <a:noFill/>
              </a:rPr>
              <a:t> </a:t>
            </a:r>
          </a:p>
        </p:txBody>
      </p:sp>
      <p:cxnSp>
        <p:nvCxnSpPr>
          <p:cNvPr id="11" name="10 Conector recto"/>
          <p:cNvCxnSpPr>
            <a:cxnSpLocks noChangeShapeType="1"/>
          </p:cNvCxnSpPr>
          <p:nvPr/>
        </p:nvCxnSpPr>
        <p:spPr bwMode="auto">
          <a:xfrm flipV="1">
            <a:off x="5362575" y="4167245"/>
            <a:ext cx="0" cy="474662"/>
          </a:xfrm>
          <a:prstGeom prst="line">
            <a:avLst/>
          </a:prstGeom>
          <a:noFill/>
          <a:ln w="12700" algn="ctr">
            <a:solidFill>
              <a:srgbClr val="FF0066"/>
            </a:solidFill>
            <a:prstDash val="dash"/>
            <a:round/>
            <a:headEnd/>
            <a:tailEnd/>
          </a:ln>
          <a:extLst>
            <a:ext uri="{909E8E84-426E-40DD-AFC4-6F175D3DCCD1}">
              <a14:hiddenFill xmlns:a14="http://schemas.microsoft.com/office/drawing/2010/main">
                <a:noFill/>
              </a14:hiddenFill>
            </a:ext>
          </a:extLst>
        </p:spPr>
      </p:cxnSp>
      <p:cxnSp>
        <p:nvCxnSpPr>
          <p:cNvPr id="13" name="12 Conector recto"/>
          <p:cNvCxnSpPr>
            <a:cxnSpLocks noChangeShapeType="1"/>
          </p:cNvCxnSpPr>
          <p:nvPr/>
        </p:nvCxnSpPr>
        <p:spPr bwMode="auto">
          <a:xfrm flipH="1">
            <a:off x="4552951" y="4167245"/>
            <a:ext cx="809625" cy="0"/>
          </a:xfrm>
          <a:prstGeom prst="line">
            <a:avLst/>
          </a:prstGeom>
          <a:noFill/>
          <a:ln w="12700" algn="ctr">
            <a:solidFill>
              <a:srgbClr val="FF0066"/>
            </a:solidFill>
            <a:prstDash val="dash"/>
            <a:round/>
            <a:headEnd/>
            <a:tailEnd/>
          </a:ln>
          <a:extLst>
            <a:ext uri="{909E8E84-426E-40DD-AFC4-6F175D3DCCD1}">
              <a14:hiddenFill xmlns:a14="http://schemas.microsoft.com/office/drawing/2010/main">
                <a:noFill/>
              </a14:hiddenFill>
            </a:ext>
          </a:extLst>
        </p:spPr>
      </p:cxnSp>
      <p:cxnSp>
        <p:nvCxnSpPr>
          <p:cNvPr id="16" name="15 Conector recto"/>
          <p:cNvCxnSpPr>
            <a:cxnSpLocks noChangeShapeType="1"/>
          </p:cNvCxnSpPr>
          <p:nvPr/>
        </p:nvCxnSpPr>
        <p:spPr bwMode="auto">
          <a:xfrm flipV="1">
            <a:off x="8595644" y="4050564"/>
            <a:ext cx="0" cy="476250"/>
          </a:xfrm>
          <a:prstGeom prst="line">
            <a:avLst/>
          </a:prstGeom>
          <a:noFill/>
          <a:ln w="12700" algn="ctr">
            <a:solidFill>
              <a:srgbClr val="FF0066"/>
            </a:solidFill>
            <a:prstDash val="dash"/>
            <a:round/>
            <a:headEnd/>
            <a:tailEnd/>
          </a:ln>
          <a:extLst>
            <a:ext uri="{909E8E84-426E-40DD-AFC4-6F175D3DCCD1}">
              <a14:hiddenFill xmlns:a14="http://schemas.microsoft.com/office/drawing/2010/main">
                <a:noFill/>
              </a14:hiddenFill>
            </a:ext>
          </a:extLst>
        </p:spPr>
      </p:cxnSp>
      <p:cxnSp>
        <p:nvCxnSpPr>
          <p:cNvPr id="18" name="17 Conector recto"/>
          <p:cNvCxnSpPr>
            <a:cxnSpLocks noChangeShapeType="1"/>
          </p:cNvCxnSpPr>
          <p:nvPr/>
        </p:nvCxnSpPr>
        <p:spPr bwMode="auto">
          <a:xfrm flipH="1">
            <a:off x="7803482" y="4068820"/>
            <a:ext cx="792162" cy="0"/>
          </a:xfrm>
          <a:prstGeom prst="line">
            <a:avLst/>
          </a:prstGeom>
          <a:noFill/>
          <a:ln w="12700" algn="ctr">
            <a:solidFill>
              <a:srgbClr val="FF0066"/>
            </a:solidFill>
            <a:prstDash val="dash"/>
            <a:round/>
            <a:headEnd/>
            <a:tailEnd/>
          </a:ln>
          <a:extLst>
            <a:ext uri="{909E8E84-426E-40DD-AFC4-6F175D3DCCD1}">
              <a14:hiddenFill xmlns:a14="http://schemas.microsoft.com/office/drawing/2010/main">
                <a:noFill/>
              </a14:hiddenFill>
            </a:ext>
          </a:extLst>
        </p:spPr>
      </p:cxnSp>
      <p:sp>
        <p:nvSpPr>
          <p:cNvPr id="24" name="23 Rectángulo"/>
          <p:cNvSpPr>
            <a:spLocks noChangeArrowheads="1"/>
          </p:cNvSpPr>
          <p:nvPr/>
        </p:nvSpPr>
        <p:spPr bwMode="auto">
          <a:xfrm>
            <a:off x="7529006" y="4854625"/>
            <a:ext cx="26431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s-PE" altLang="es-PE" sz="1200" dirty="0"/>
              <a:t>su </a:t>
            </a:r>
            <a:r>
              <a:rPr lang="es-PE" altLang="es-PE" sz="1200" i="1" dirty="0"/>
              <a:t>A%</a:t>
            </a:r>
            <a:r>
              <a:rPr lang="es-PE" altLang="es-PE" sz="1200" dirty="0"/>
              <a:t> pasaría de 45 a aprox. 13%, </a:t>
            </a:r>
          </a:p>
        </p:txBody>
      </p:sp>
      <p:pic>
        <p:nvPicPr>
          <p:cNvPr id="4" name="Imagen 3"/>
          <p:cNvPicPr>
            <a:picLocks noChangeAspect="1"/>
          </p:cNvPicPr>
          <p:nvPr/>
        </p:nvPicPr>
        <p:blipFill>
          <a:blip r:embed="rId8"/>
          <a:stretch>
            <a:fillRect/>
          </a:stretch>
        </p:blipFill>
        <p:spPr>
          <a:xfrm>
            <a:off x="5267326" y="1021265"/>
            <a:ext cx="2536156" cy="390178"/>
          </a:xfrm>
          <a:prstGeom prst="rect">
            <a:avLst/>
          </a:prstGeom>
        </p:spPr>
      </p:pic>
      <p:pic>
        <p:nvPicPr>
          <p:cNvPr id="6" name="Imagen 5">
            <a:extLst>
              <a:ext uri="{FF2B5EF4-FFF2-40B4-BE49-F238E27FC236}">
                <a16:creationId xmlns:a16="http://schemas.microsoft.com/office/drawing/2014/main" id="{7132E5D5-3D79-409E-B32D-5D887079BCE0}"/>
              </a:ext>
            </a:extLst>
          </p:cNvPr>
          <p:cNvPicPr>
            <a:picLocks noChangeAspect="1"/>
          </p:cNvPicPr>
          <p:nvPr/>
        </p:nvPicPr>
        <p:blipFill>
          <a:blip r:embed="rId9"/>
          <a:stretch>
            <a:fillRect/>
          </a:stretch>
        </p:blipFill>
        <p:spPr>
          <a:xfrm>
            <a:off x="9604642" y="5108403"/>
            <a:ext cx="2190750" cy="1381125"/>
          </a:xfrm>
          <a:prstGeom prst="rect">
            <a:avLst/>
          </a:prstGeom>
        </p:spPr>
      </p:pic>
      <p:sp>
        <p:nvSpPr>
          <p:cNvPr id="12" name="CuadroTexto 11">
            <a:extLst>
              <a:ext uri="{FF2B5EF4-FFF2-40B4-BE49-F238E27FC236}">
                <a16:creationId xmlns:a16="http://schemas.microsoft.com/office/drawing/2014/main" id="{9310861D-C573-478C-9F17-FDB78E10A159}"/>
              </a:ext>
            </a:extLst>
          </p:cNvPr>
          <p:cNvSpPr txBox="1"/>
          <p:nvPr/>
        </p:nvSpPr>
        <p:spPr>
          <a:xfrm>
            <a:off x="5636419" y="3014662"/>
            <a:ext cx="65" cy="276999"/>
          </a:xfrm>
          <a:prstGeom prst="rect">
            <a:avLst/>
          </a:prstGeom>
          <a:noFill/>
        </p:spPr>
        <p:txBody>
          <a:bodyPr wrap="none" lIns="0" tIns="0" rIns="0" bIns="0" rtlCol="0">
            <a:spAutoFit/>
          </a:bodyPr>
          <a:lstStyle/>
          <a:p>
            <a:endParaRPr lang="es-PE" dirty="0"/>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F199650A-A96E-47E1-ABF1-098E47065082}"/>
                  </a:ext>
                </a:extLst>
              </p:cNvPr>
              <p:cNvSpPr txBox="1"/>
              <p:nvPr/>
            </p:nvSpPr>
            <p:spPr>
              <a:xfrm>
                <a:off x="396607" y="5972175"/>
                <a:ext cx="6618555" cy="61831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r>
                            <a:rPr lang="es-ES" b="0" i="1" smtClean="0">
                              <a:latin typeface="Cambria Math" panose="02040503050406030204" pitchFamily="18" charset="0"/>
                            </a:rPr>
                            <m:t>𝑒</m:t>
                          </m:r>
                        </m:e>
                        <m:sub>
                          <m:r>
                            <a:rPr lang="es-ES" b="0" i="1" smtClean="0">
                              <a:latin typeface="Cambria Math" panose="02040503050406030204" pitchFamily="18" charset="0"/>
                            </a:rPr>
                            <m:t>0</m:t>
                          </m:r>
                        </m:sub>
                      </m:sSub>
                      <m:r>
                        <a:rPr lang="es-ES" b="0" i="1" smtClean="0">
                          <a:latin typeface="Cambria Math" panose="02040503050406030204" pitchFamily="18" charset="0"/>
                        </a:rPr>
                        <m:t>=20 </m:t>
                      </m:r>
                      <m:r>
                        <a:rPr lang="es-ES" b="0" i="1" smtClean="0">
                          <a:latin typeface="Cambria Math" panose="02040503050406030204" pitchFamily="18" charset="0"/>
                        </a:rPr>
                        <m:t>𝑐𝑚</m:t>
                      </m:r>
                      <m:r>
                        <a:rPr lang="es-ES" b="0" i="1" smtClean="0">
                          <a:latin typeface="Cambria Math" panose="02040503050406030204" pitchFamily="18" charset="0"/>
                        </a:rPr>
                        <m:t>, </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𝑒</m:t>
                          </m:r>
                        </m:e>
                        <m:sub>
                          <m:r>
                            <a:rPr lang="es-ES" b="0" i="1" smtClean="0">
                              <a:latin typeface="Cambria Math" panose="02040503050406030204" pitchFamily="18" charset="0"/>
                            </a:rPr>
                            <m:t>𝑓</m:t>
                          </m:r>
                        </m:sub>
                      </m:sSub>
                      <m:r>
                        <a:rPr lang="es-ES" b="0" i="1" smtClean="0">
                          <a:latin typeface="Cambria Math" panose="02040503050406030204" pitchFamily="18" charset="0"/>
                        </a:rPr>
                        <m:t>=15 </m:t>
                      </m:r>
                      <m:r>
                        <a:rPr lang="es-ES" b="0" i="1" smtClean="0">
                          <a:latin typeface="Cambria Math" panose="02040503050406030204" pitchFamily="18" charset="0"/>
                        </a:rPr>
                        <m:t>𝑐𝑚</m:t>
                      </m:r>
                      <m:r>
                        <a:rPr lang="es-ES" b="0" i="1" smtClean="0">
                          <a:latin typeface="Cambria Math" panose="02040503050406030204" pitchFamily="18" charset="0"/>
                        </a:rPr>
                        <m:t>, %</m:t>
                      </m:r>
                      <m:r>
                        <a:rPr lang="es-ES" b="0" i="1" smtClean="0">
                          <a:latin typeface="Cambria Math" panose="02040503050406030204" pitchFamily="18" charset="0"/>
                        </a:rPr>
                        <m:t>𝐶𝑊</m:t>
                      </m:r>
                      <m:r>
                        <a:rPr lang="es-ES" b="0" i="1" smtClean="0">
                          <a:latin typeface="Cambria Math" panose="02040503050406030204" pitchFamily="18" charset="0"/>
                        </a:rPr>
                        <m:t>= </m:t>
                      </m:r>
                      <m:f>
                        <m:fPr>
                          <m:ctrlPr>
                            <a:rPr lang="es-ES" b="0" i="1" smtClean="0">
                              <a:latin typeface="Cambria Math" panose="02040503050406030204" pitchFamily="18" charset="0"/>
                            </a:rPr>
                          </m:ctrlPr>
                        </m:fPr>
                        <m:num>
                          <m:r>
                            <a:rPr lang="es-ES" b="0" i="1" smtClean="0">
                              <a:latin typeface="Cambria Math" panose="02040503050406030204" pitchFamily="18" charset="0"/>
                            </a:rPr>
                            <m:t>20−15</m:t>
                          </m:r>
                        </m:num>
                        <m:den>
                          <m:r>
                            <a:rPr lang="es-ES" b="0" i="1" smtClean="0">
                              <a:latin typeface="Cambria Math" panose="02040503050406030204" pitchFamily="18" charset="0"/>
                            </a:rPr>
                            <m:t>20</m:t>
                          </m:r>
                        </m:den>
                      </m:f>
                      <m:r>
                        <a:rPr lang="es-ES" b="0" i="1" smtClean="0">
                          <a:latin typeface="Cambria Math" panose="02040503050406030204" pitchFamily="18" charset="0"/>
                        </a:rPr>
                        <m:t>𝑥</m:t>
                      </m:r>
                      <m:r>
                        <a:rPr lang="es-ES" b="0" i="1" smtClean="0">
                          <a:latin typeface="Cambria Math" panose="02040503050406030204" pitchFamily="18" charset="0"/>
                        </a:rPr>
                        <m:t>100=25%</m:t>
                      </m:r>
                    </m:oMath>
                  </m:oMathPara>
                </a14:m>
                <a:endParaRPr lang="es-PE" dirty="0"/>
              </a:p>
            </p:txBody>
          </p:sp>
        </mc:Choice>
        <mc:Fallback xmlns="">
          <p:sp>
            <p:nvSpPr>
              <p:cNvPr id="14" name="CuadroTexto 13">
                <a:extLst>
                  <a:ext uri="{FF2B5EF4-FFF2-40B4-BE49-F238E27FC236}">
                    <a16:creationId xmlns:a16="http://schemas.microsoft.com/office/drawing/2014/main" id="{F199650A-A96E-47E1-ABF1-098E47065082}"/>
                  </a:ext>
                </a:extLst>
              </p:cNvPr>
              <p:cNvSpPr txBox="1">
                <a:spLocks noRot="1" noChangeAspect="1" noMove="1" noResize="1" noEditPoints="1" noAdjustHandles="1" noChangeArrowheads="1" noChangeShapeType="1" noTextEdit="1"/>
              </p:cNvSpPr>
              <p:nvPr/>
            </p:nvSpPr>
            <p:spPr>
              <a:xfrm>
                <a:off x="396607" y="5972175"/>
                <a:ext cx="6618555" cy="618311"/>
              </a:xfrm>
              <a:prstGeom prst="rect">
                <a:avLst/>
              </a:prstGeom>
              <a:blipFill>
                <a:blip r:embed="rId10"/>
                <a:stretch>
                  <a:fillRect/>
                </a:stretch>
              </a:blipFill>
            </p:spPr>
            <p:txBody>
              <a:bodyPr/>
              <a:lstStyle/>
              <a:p>
                <a:r>
                  <a:rPr lang="es-PE">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A67081-506F-43A2-8D3B-6D172B194328}"/>
              </a:ext>
            </a:extLst>
          </p:cNvPr>
          <p:cNvSpPr>
            <a:spLocks noGrp="1"/>
          </p:cNvSpPr>
          <p:nvPr>
            <p:ph type="title"/>
          </p:nvPr>
        </p:nvSpPr>
        <p:spPr/>
        <p:txBody>
          <a:bodyPr>
            <a:normAutofit fontScale="90000"/>
          </a:bodyPr>
          <a:lstStyle/>
          <a:p>
            <a:pPr algn="ctr"/>
            <a:r>
              <a:rPr lang="es-ES" dirty="0"/>
              <a:t>Deformación en frío y en caliente</a:t>
            </a:r>
            <a:endParaRPr lang="es-PE" dirty="0"/>
          </a:p>
        </p:txBody>
      </p:sp>
      <mc:AlternateContent xmlns:mc="http://schemas.openxmlformats.org/markup-compatibility/2006">
        <mc:Choice xmlns:a14="http://schemas.microsoft.com/office/drawing/2010/main" Requires="a14">
          <p:sp>
            <p:nvSpPr>
              <p:cNvPr id="3" name="Marcador de texto 2">
                <a:extLst>
                  <a:ext uri="{FF2B5EF4-FFF2-40B4-BE49-F238E27FC236}">
                    <a16:creationId xmlns:a16="http://schemas.microsoft.com/office/drawing/2014/main" id="{535B1185-FFB7-4B00-8690-A6E361A5EA73}"/>
                  </a:ext>
                </a:extLst>
              </p:cNvPr>
              <p:cNvSpPr>
                <a:spLocks noGrp="1"/>
              </p:cNvSpPr>
              <p:nvPr>
                <p:ph type="body" sz="quarter" idx="10"/>
              </p:nvPr>
            </p:nvSpPr>
            <p:spPr/>
            <p:txBody>
              <a:bodyPr/>
              <a:lstStyle/>
              <a:p>
                <a:pPr marL="0" indent="0">
                  <a:buNone/>
                </a:pPr>
                <a:r>
                  <a:rPr lang="es-ES" dirty="0"/>
                  <a:t>E</a:t>
                </a:r>
                <a:r>
                  <a:rPr lang="es-ES" sz="1600" dirty="0"/>
                  <a:t>l endurecimiento generado por el aumento de dislocaciones durante la deformación (acritud) de un metal, sucede cuando el proceso se realiza por debajo de una temperatura crítica. Si la deformación se realiza por encima de esa Temperatura, no se produce el aumento de dislocaciones y, por tanto, no hay acritud. Esa temperatura se denomina Temperatura de recristalización y define la deformación en frío o en caliente.</a:t>
                </a:r>
              </a:p>
              <a:p>
                <a:pPr marL="0" indent="0">
                  <a:buNone/>
                </a:pPr>
                <a14:m>
                  <m:oMathPara xmlns:m="http://schemas.openxmlformats.org/officeDocument/2006/math">
                    <m:oMathParaPr>
                      <m:jc m:val="centerGroup"/>
                    </m:oMathParaPr>
                    <m:oMath xmlns:m="http://schemas.openxmlformats.org/officeDocument/2006/math">
                      <m:sSub>
                        <m:sSubPr>
                          <m:ctrlPr>
                            <a:rPr lang="es-PE" sz="1800" i="1" smtClean="0">
                              <a:latin typeface="Cambria Math" panose="02040503050406030204" pitchFamily="18" charset="0"/>
                            </a:rPr>
                          </m:ctrlPr>
                        </m:sSubPr>
                        <m:e>
                          <m:r>
                            <a:rPr lang="es-ES" sz="1800" b="0" i="1" smtClean="0">
                              <a:latin typeface="Cambria Math" panose="02040503050406030204" pitchFamily="18" charset="0"/>
                            </a:rPr>
                            <m:t>𝑇</m:t>
                          </m:r>
                        </m:e>
                        <m:sub>
                          <m:r>
                            <a:rPr lang="es-ES" sz="1800" b="0" i="1" smtClean="0">
                              <a:latin typeface="Cambria Math" panose="02040503050406030204" pitchFamily="18" charset="0"/>
                            </a:rPr>
                            <m:t>𝑟𝑒𝑥</m:t>
                          </m:r>
                        </m:sub>
                      </m:sSub>
                      <m:r>
                        <a:rPr lang="es-ES" sz="1800" b="0" i="1" smtClean="0">
                          <a:latin typeface="Cambria Math" panose="02040503050406030204" pitchFamily="18" charset="0"/>
                        </a:rPr>
                        <m:t>:</m:t>
                      </m:r>
                      <m:r>
                        <a:rPr lang="es-ES" sz="1800" b="0" i="1" smtClean="0">
                          <a:latin typeface="Cambria Math" panose="02040503050406030204" pitchFamily="18" charset="0"/>
                        </a:rPr>
                        <m:t>𝑒𝑠𝑡</m:t>
                      </m:r>
                      <m:r>
                        <a:rPr lang="es-ES" sz="1800" b="0" i="1" smtClean="0">
                          <a:latin typeface="Cambria Math" panose="02040503050406030204" pitchFamily="18" charset="0"/>
                        </a:rPr>
                        <m:t>á </m:t>
                      </m:r>
                      <m:r>
                        <a:rPr lang="es-ES" sz="1800" b="0" i="1" smtClean="0">
                          <a:latin typeface="Cambria Math" panose="02040503050406030204" pitchFamily="18" charset="0"/>
                        </a:rPr>
                        <m:t>𝑐𝑜𝑚𝑝𝑟𝑒𝑛𝑑𝑖𝑑𝑎</m:t>
                      </m:r>
                      <m:r>
                        <a:rPr lang="es-ES" sz="1800" b="0" i="1" smtClean="0">
                          <a:latin typeface="Cambria Math" panose="02040503050406030204" pitchFamily="18" charset="0"/>
                        </a:rPr>
                        <m:t> </m:t>
                      </m:r>
                      <m:r>
                        <a:rPr lang="es-ES" sz="1800" b="0" i="1" smtClean="0">
                          <a:latin typeface="Cambria Math" panose="02040503050406030204" pitchFamily="18" charset="0"/>
                        </a:rPr>
                        <m:t>𝑒𝑛𝑡𝑟𝑒</m:t>
                      </m:r>
                      <m:r>
                        <a:rPr lang="es-ES" sz="1800" b="0" i="1" smtClean="0">
                          <a:latin typeface="Cambria Math" panose="02040503050406030204" pitchFamily="18" charset="0"/>
                        </a:rPr>
                        <m:t> </m:t>
                      </m:r>
                      <m:f>
                        <m:fPr>
                          <m:ctrlPr>
                            <a:rPr lang="es-ES" sz="1800" b="0" i="1" smtClean="0">
                              <a:latin typeface="Cambria Math" panose="02040503050406030204" pitchFamily="18" charset="0"/>
                            </a:rPr>
                          </m:ctrlPr>
                        </m:fPr>
                        <m:num>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𝑇</m:t>
                              </m:r>
                            </m:e>
                            <m:sub>
                              <m:r>
                                <a:rPr lang="es-ES" sz="1800" b="0" i="1" smtClean="0">
                                  <a:latin typeface="Cambria Math" panose="02040503050406030204" pitchFamily="18" charset="0"/>
                                </a:rPr>
                                <m:t>𝑓</m:t>
                              </m:r>
                            </m:sub>
                          </m:sSub>
                        </m:num>
                        <m:den>
                          <m:r>
                            <a:rPr lang="es-ES" sz="1800" b="0" i="1" smtClean="0">
                              <a:latin typeface="Cambria Math" panose="02040503050406030204" pitchFamily="18" charset="0"/>
                            </a:rPr>
                            <m:t>3</m:t>
                          </m:r>
                        </m:den>
                      </m:f>
                      <m:r>
                        <a:rPr lang="es-ES" sz="1800" b="0" i="1" smtClean="0">
                          <a:latin typeface="Cambria Math" panose="02040503050406030204" pitchFamily="18" charset="0"/>
                        </a:rPr>
                        <m:t> </m:t>
                      </m:r>
                      <m:r>
                        <a:rPr lang="es-ES" sz="1800" b="0" i="1" smtClean="0">
                          <a:latin typeface="Cambria Math" panose="02040503050406030204" pitchFamily="18" charset="0"/>
                        </a:rPr>
                        <m:t>𝑦</m:t>
                      </m:r>
                      <m:r>
                        <a:rPr lang="es-ES" sz="1800" b="0" i="1" smtClean="0">
                          <a:latin typeface="Cambria Math" panose="02040503050406030204" pitchFamily="18" charset="0"/>
                        </a:rPr>
                        <m:t> </m:t>
                      </m:r>
                      <m:f>
                        <m:fPr>
                          <m:ctrlPr>
                            <a:rPr lang="es-ES" sz="1800" i="1">
                              <a:latin typeface="Cambria Math" panose="02040503050406030204" pitchFamily="18" charset="0"/>
                            </a:rPr>
                          </m:ctrlPr>
                        </m:fPr>
                        <m:num>
                          <m:sSub>
                            <m:sSubPr>
                              <m:ctrlPr>
                                <a:rPr lang="es-ES" sz="1800" i="1">
                                  <a:latin typeface="Cambria Math" panose="02040503050406030204" pitchFamily="18" charset="0"/>
                                </a:rPr>
                              </m:ctrlPr>
                            </m:sSubPr>
                            <m:e>
                              <m:r>
                                <a:rPr lang="es-ES" sz="1800" i="1">
                                  <a:latin typeface="Cambria Math" panose="02040503050406030204" pitchFamily="18" charset="0"/>
                                </a:rPr>
                                <m:t>𝑇</m:t>
                              </m:r>
                            </m:e>
                            <m:sub>
                              <m:r>
                                <a:rPr lang="es-ES" sz="1800" i="1">
                                  <a:latin typeface="Cambria Math" panose="02040503050406030204" pitchFamily="18" charset="0"/>
                                </a:rPr>
                                <m:t>𝑓</m:t>
                              </m:r>
                            </m:sub>
                          </m:sSub>
                        </m:num>
                        <m:den>
                          <m:r>
                            <a:rPr lang="es-ES" sz="1800" b="0" i="1" smtClean="0">
                              <a:latin typeface="Cambria Math" panose="02040503050406030204" pitchFamily="18" charset="0"/>
                            </a:rPr>
                            <m:t>2</m:t>
                          </m:r>
                        </m:den>
                      </m:f>
                      <m:r>
                        <a:rPr lang="es-ES" sz="1800" i="1">
                          <a:latin typeface="Cambria Math" panose="02040503050406030204" pitchFamily="18" charset="0"/>
                        </a:rPr>
                        <m:t> </m:t>
                      </m:r>
                    </m:oMath>
                  </m:oMathPara>
                </a14:m>
                <a:endParaRPr lang="es-PE" sz="1800" dirty="0"/>
              </a:p>
              <a:p>
                <a:pPr marL="0" indent="0">
                  <a:buNone/>
                </a:pPr>
                <a:endParaRPr lang="es-ES" sz="1800" dirty="0"/>
              </a:p>
              <a:p>
                <a:pPr marL="0" indent="0">
                  <a:buNone/>
                </a:pPr>
                <a:r>
                  <a:rPr lang="es-ES" sz="2000" b="1" dirty="0"/>
                  <a:t>D</a:t>
                </a:r>
                <a:r>
                  <a:rPr lang="es-PE" sz="2000" b="1" dirty="0" err="1"/>
                  <a:t>eformación</a:t>
                </a:r>
                <a:r>
                  <a:rPr lang="es-PE" sz="2000" b="1" dirty="0"/>
                  <a:t> en frío: el proceso se realiza a </a:t>
                </a:r>
                <a14:m>
                  <m:oMath xmlns:m="http://schemas.openxmlformats.org/officeDocument/2006/math">
                    <m:r>
                      <a:rPr lang="es-ES" sz="2000" b="1" i="1">
                        <a:latin typeface="Cambria Math" panose="02040503050406030204" pitchFamily="18" charset="0"/>
                      </a:rPr>
                      <m:t>𝑻</m:t>
                    </m:r>
                    <m:r>
                      <a:rPr lang="es-ES" sz="2000" b="1" i="1">
                        <a:latin typeface="Cambria Math" panose="02040503050406030204" pitchFamily="18" charset="0"/>
                      </a:rPr>
                      <m:t>&lt;</m:t>
                    </m:r>
                    <m:sSub>
                      <m:sSubPr>
                        <m:ctrlPr>
                          <a:rPr lang="es-ES" sz="2000" b="1" i="1">
                            <a:latin typeface="Cambria Math" panose="02040503050406030204" pitchFamily="18" charset="0"/>
                          </a:rPr>
                        </m:ctrlPr>
                      </m:sSubPr>
                      <m:e>
                        <m:r>
                          <a:rPr lang="es-ES" sz="2000" b="1" i="1">
                            <a:latin typeface="Cambria Math" panose="02040503050406030204" pitchFamily="18" charset="0"/>
                          </a:rPr>
                          <m:t>𝑻</m:t>
                        </m:r>
                      </m:e>
                      <m:sub>
                        <m:r>
                          <a:rPr lang="es-ES" sz="2000" b="1" i="1">
                            <a:latin typeface="Cambria Math" panose="02040503050406030204" pitchFamily="18" charset="0"/>
                          </a:rPr>
                          <m:t>𝒓𝒆𝒙</m:t>
                        </m:r>
                      </m:sub>
                    </m:sSub>
                  </m:oMath>
                </a14:m>
                <a:r>
                  <a:rPr lang="es-PE" sz="2000" b="1" dirty="0"/>
                  <a:t> </a:t>
                </a:r>
              </a:p>
              <a:p>
                <a:pPr marL="0" indent="0">
                  <a:buNone/>
                </a:pPr>
                <a:r>
                  <a:rPr lang="es-ES" sz="2000" b="1" dirty="0"/>
                  <a:t>D</a:t>
                </a:r>
                <a:r>
                  <a:rPr lang="es-PE" sz="2000" b="1" dirty="0" err="1"/>
                  <a:t>eformación</a:t>
                </a:r>
                <a:r>
                  <a:rPr lang="es-PE" sz="2000" b="1" dirty="0"/>
                  <a:t> en caliente: el proceso se realiza a </a:t>
                </a:r>
                <a14:m>
                  <m:oMath xmlns:m="http://schemas.openxmlformats.org/officeDocument/2006/math">
                    <m:r>
                      <a:rPr lang="es-ES" sz="2000" b="1" i="1">
                        <a:latin typeface="Cambria Math" panose="02040503050406030204" pitchFamily="18" charset="0"/>
                      </a:rPr>
                      <m:t>𝑻</m:t>
                    </m:r>
                    <m:r>
                      <a:rPr lang="es-ES" sz="2000" b="1" i="1" smtClean="0">
                        <a:latin typeface="Cambria Math" panose="02040503050406030204" pitchFamily="18" charset="0"/>
                      </a:rPr>
                      <m:t>&gt;</m:t>
                    </m:r>
                    <m:sSub>
                      <m:sSubPr>
                        <m:ctrlPr>
                          <a:rPr lang="es-ES" sz="2000" b="1" i="1">
                            <a:latin typeface="Cambria Math" panose="02040503050406030204" pitchFamily="18" charset="0"/>
                          </a:rPr>
                        </m:ctrlPr>
                      </m:sSubPr>
                      <m:e>
                        <m:r>
                          <a:rPr lang="es-ES" sz="2000" b="1" i="1">
                            <a:latin typeface="Cambria Math" panose="02040503050406030204" pitchFamily="18" charset="0"/>
                          </a:rPr>
                          <m:t>𝑻</m:t>
                        </m:r>
                      </m:e>
                      <m:sub>
                        <m:r>
                          <a:rPr lang="es-ES" sz="2000" b="1" i="1">
                            <a:latin typeface="Cambria Math" panose="02040503050406030204" pitchFamily="18" charset="0"/>
                          </a:rPr>
                          <m:t>𝒓𝒆𝒙</m:t>
                        </m:r>
                      </m:sub>
                    </m:sSub>
                  </m:oMath>
                </a14:m>
                <a:endParaRPr lang="es-PE" sz="1800" b="1" dirty="0"/>
              </a:p>
              <a:p>
                <a:pPr marL="0" indent="0">
                  <a:buNone/>
                </a:pPr>
                <a:endParaRPr lang="es-PE" sz="1800" b="1" dirty="0"/>
              </a:p>
            </p:txBody>
          </p:sp>
        </mc:Choice>
        <mc:Fallback>
          <p:sp>
            <p:nvSpPr>
              <p:cNvPr id="3" name="Marcador de texto 2">
                <a:extLst>
                  <a:ext uri="{FF2B5EF4-FFF2-40B4-BE49-F238E27FC236}">
                    <a16:creationId xmlns:a16="http://schemas.microsoft.com/office/drawing/2014/main" id="{535B1185-FFB7-4B00-8690-A6E361A5EA73}"/>
                  </a:ext>
                </a:extLst>
              </p:cNvPr>
              <p:cNvSpPr>
                <a:spLocks noGrp="1" noRot="1" noChangeAspect="1" noMove="1" noResize="1" noEditPoints="1" noAdjustHandles="1" noChangeArrowheads="1" noChangeShapeType="1" noTextEdit="1"/>
              </p:cNvSpPr>
              <p:nvPr>
                <p:ph type="body" sz="quarter" idx="10"/>
              </p:nvPr>
            </p:nvSpPr>
            <p:spPr>
              <a:blipFill>
                <a:blip r:embed="rId3"/>
                <a:stretch>
                  <a:fillRect l="-1217" t="-1979"/>
                </a:stretch>
              </a:blipFill>
            </p:spPr>
            <p:txBody>
              <a:bodyPr/>
              <a:lstStyle/>
              <a:p>
                <a:r>
                  <a:rPr lang="es-PE">
                    <a:noFill/>
                  </a:rPr>
                  <a:t> </a:t>
                </a:r>
              </a:p>
            </p:txBody>
          </p:sp>
        </mc:Fallback>
      </mc:AlternateContent>
      <p:sp>
        <p:nvSpPr>
          <p:cNvPr id="4" name="CuadroTexto 3">
            <a:extLst>
              <a:ext uri="{FF2B5EF4-FFF2-40B4-BE49-F238E27FC236}">
                <a16:creationId xmlns:a16="http://schemas.microsoft.com/office/drawing/2014/main" id="{BC241A67-0096-4872-BCA0-C5E951FEC77F}"/>
              </a:ext>
            </a:extLst>
          </p:cNvPr>
          <p:cNvSpPr txBox="1"/>
          <p:nvPr/>
        </p:nvSpPr>
        <p:spPr>
          <a:xfrm>
            <a:off x="689113" y="4227444"/>
            <a:ext cx="10946295" cy="923330"/>
          </a:xfrm>
          <a:prstGeom prst="rect">
            <a:avLst/>
          </a:prstGeom>
          <a:noFill/>
        </p:spPr>
        <p:txBody>
          <a:bodyPr wrap="square" rtlCol="0">
            <a:spAutoFit/>
          </a:bodyPr>
          <a:lstStyle/>
          <a:p>
            <a:r>
              <a:rPr lang="es-ES" dirty="0"/>
              <a:t>Estos procesos de deformación son los que se aplican en los procesos de conformado mecánico (laminación, forja, </a:t>
            </a:r>
            <a:r>
              <a:rPr lang="es-ES" dirty="0" err="1"/>
              <a:t>etc</a:t>
            </a:r>
            <a:r>
              <a:rPr lang="es-ES" dirty="0"/>
              <a:t>), No sólo se consigue reducción de  dimensiones, sino también una mejora de propiedades por afino de grano (recristalización), eliminación de defectos derivados del proceso de solidificación (poros, </a:t>
            </a:r>
            <a:r>
              <a:rPr lang="es-ES" dirty="0" err="1"/>
              <a:t>microrrechupes</a:t>
            </a:r>
            <a:r>
              <a:rPr lang="es-ES" dirty="0"/>
              <a:t>) </a:t>
            </a:r>
            <a:endParaRPr lang="es-PE" dirty="0"/>
          </a:p>
        </p:txBody>
      </p:sp>
    </p:spTree>
    <p:extLst>
      <p:ext uri="{BB962C8B-B14F-4D97-AF65-F5344CB8AC3E}">
        <p14:creationId xmlns:p14="http://schemas.microsoft.com/office/powerpoint/2010/main" val="2015420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4C42BA-46CB-4565-9D7B-2AA6215A98DC}"/>
              </a:ext>
            </a:extLst>
          </p:cNvPr>
          <p:cNvSpPr>
            <a:spLocks noGrp="1"/>
          </p:cNvSpPr>
          <p:nvPr>
            <p:ph type="title"/>
          </p:nvPr>
        </p:nvSpPr>
        <p:spPr/>
        <p:txBody>
          <a:bodyPr>
            <a:normAutofit fontScale="90000"/>
          </a:bodyPr>
          <a:lstStyle/>
          <a:p>
            <a:pPr algn="ctr"/>
            <a:r>
              <a:rPr lang="es-ES" dirty="0"/>
              <a:t>Diferencias entre deformación en frío y en caliente</a:t>
            </a:r>
            <a:endParaRPr lang="es-PE" dirty="0"/>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BAFA8FA3-2DF1-44F1-88FF-9F8E3CC58139}"/>
                  </a:ext>
                </a:extLst>
              </p:cNvPr>
              <p:cNvSpPr txBox="1"/>
              <p:nvPr/>
            </p:nvSpPr>
            <p:spPr>
              <a:xfrm>
                <a:off x="2292722" y="1034383"/>
                <a:ext cx="4007556" cy="646331"/>
              </a:xfrm>
              <a:prstGeom prst="rect">
                <a:avLst/>
              </a:prstGeom>
              <a:noFill/>
            </p:spPr>
            <p:txBody>
              <a:bodyPr wrap="square" rtlCol="0">
                <a:spAutoFit/>
              </a:bodyPr>
              <a:lstStyle/>
              <a:p>
                <a:r>
                  <a:rPr lang="es-ES" b="1" dirty="0"/>
                  <a:t>D</a:t>
                </a:r>
                <a:r>
                  <a:rPr lang="es-PE" b="1" dirty="0" err="1"/>
                  <a:t>eformación</a:t>
                </a:r>
                <a:r>
                  <a:rPr lang="es-PE" b="1" dirty="0"/>
                  <a:t> en frío:  </a:t>
                </a:r>
                <a14:m>
                  <m:oMath xmlns:m="http://schemas.openxmlformats.org/officeDocument/2006/math">
                    <m:r>
                      <a:rPr lang="es-ES" b="1" i="1">
                        <a:latin typeface="Cambria Math" panose="02040503050406030204" pitchFamily="18" charset="0"/>
                      </a:rPr>
                      <m:t>𝑻</m:t>
                    </m:r>
                    <m:r>
                      <a:rPr lang="es-ES" b="1" i="1">
                        <a:latin typeface="Cambria Math" panose="02040503050406030204" pitchFamily="18" charset="0"/>
                      </a:rPr>
                      <m:t>&lt;</m:t>
                    </m:r>
                    <m:sSub>
                      <m:sSubPr>
                        <m:ctrlPr>
                          <a:rPr lang="es-ES" b="1" i="1">
                            <a:latin typeface="Cambria Math" panose="02040503050406030204" pitchFamily="18" charset="0"/>
                          </a:rPr>
                        </m:ctrlPr>
                      </m:sSubPr>
                      <m:e>
                        <m:r>
                          <a:rPr lang="es-ES" b="1" i="1">
                            <a:latin typeface="Cambria Math" panose="02040503050406030204" pitchFamily="18" charset="0"/>
                          </a:rPr>
                          <m:t>𝑻</m:t>
                        </m:r>
                      </m:e>
                      <m:sub>
                        <m:r>
                          <a:rPr lang="es-ES" b="1" i="1">
                            <a:latin typeface="Cambria Math" panose="02040503050406030204" pitchFamily="18" charset="0"/>
                          </a:rPr>
                          <m:t>𝒓𝒆𝒙</m:t>
                        </m:r>
                      </m:sub>
                    </m:sSub>
                  </m:oMath>
                </a14:m>
                <a:r>
                  <a:rPr lang="es-PE" b="1" dirty="0"/>
                  <a:t> </a:t>
                </a:r>
              </a:p>
              <a:p>
                <a:endParaRPr lang="es-PE" dirty="0"/>
              </a:p>
            </p:txBody>
          </p:sp>
        </mc:Choice>
        <mc:Fallback xmlns="">
          <p:sp>
            <p:nvSpPr>
              <p:cNvPr id="5" name="CuadroTexto 4">
                <a:extLst>
                  <a:ext uri="{FF2B5EF4-FFF2-40B4-BE49-F238E27FC236}">
                    <a16:creationId xmlns:a16="http://schemas.microsoft.com/office/drawing/2014/main" id="{BAFA8FA3-2DF1-44F1-88FF-9F8E3CC58139}"/>
                  </a:ext>
                </a:extLst>
              </p:cNvPr>
              <p:cNvSpPr txBox="1">
                <a:spLocks noRot="1" noChangeAspect="1" noMove="1" noResize="1" noEditPoints="1" noAdjustHandles="1" noChangeArrowheads="1" noChangeShapeType="1" noTextEdit="1"/>
              </p:cNvSpPr>
              <p:nvPr/>
            </p:nvSpPr>
            <p:spPr>
              <a:xfrm>
                <a:off x="2292722" y="1034383"/>
                <a:ext cx="4007556" cy="646331"/>
              </a:xfrm>
              <a:prstGeom prst="rect">
                <a:avLst/>
              </a:prstGeom>
              <a:blipFill>
                <a:blip r:embed="rId3"/>
                <a:stretch>
                  <a:fillRect l="-1216" t="-5660"/>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A84EC9B5-B1DB-4C20-9992-3B1FA247F51E}"/>
                  </a:ext>
                </a:extLst>
              </p:cNvPr>
              <p:cNvSpPr txBox="1"/>
              <p:nvPr/>
            </p:nvSpPr>
            <p:spPr>
              <a:xfrm>
                <a:off x="7770989" y="1072216"/>
                <a:ext cx="4007556" cy="646331"/>
              </a:xfrm>
              <a:prstGeom prst="rect">
                <a:avLst/>
              </a:prstGeom>
              <a:noFill/>
            </p:spPr>
            <p:txBody>
              <a:bodyPr wrap="square" rtlCol="0">
                <a:spAutoFit/>
              </a:bodyPr>
              <a:lstStyle/>
              <a:p>
                <a:r>
                  <a:rPr lang="es-ES" b="1" dirty="0"/>
                  <a:t>D</a:t>
                </a:r>
                <a:r>
                  <a:rPr lang="es-PE" b="1" dirty="0" err="1"/>
                  <a:t>eformación</a:t>
                </a:r>
                <a:r>
                  <a:rPr lang="es-PE" b="1" dirty="0"/>
                  <a:t> en caliente:  </a:t>
                </a:r>
                <a14:m>
                  <m:oMath xmlns:m="http://schemas.openxmlformats.org/officeDocument/2006/math">
                    <m:r>
                      <a:rPr lang="es-ES" b="1" i="1">
                        <a:latin typeface="Cambria Math" panose="02040503050406030204" pitchFamily="18" charset="0"/>
                      </a:rPr>
                      <m:t>𝑻</m:t>
                    </m:r>
                    <m:r>
                      <a:rPr lang="es-ES" b="1" i="1" smtClean="0">
                        <a:latin typeface="Cambria Math" panose="02040503050406030204" pitchFamily="18" charset="0"/>
                      </a:rPr>
                      <m:t>&gt;</m:t>
                    </m:r>
                    <m:sSub>
                      <m:sSubPr>
                        <m:ctrlPr>
                          <a:rPr lang="es-ES" b="1" i="1">
                            <a:latin typeface="Cambria Math" panose="02040503050406030204" pitchFamily="18" charset="0"/>
                          </a:rPr>
                        </m:ctrlPr>
                      </m:sSubPr>
                      <m:e>
                        <m:r>
                          <a:rPr lang="es-ES" b="1" i="1">
                            <a:latin typeface="Cambria Math" panose="02040503050406030204" pitchFamily="18" charset="0"/>
                          </a:rPr>
                          <m:t>𝑻</m:t>
                        </m:r>
                      </m:e>
                      <m:sub>
                        <m:r>
                          <a:rPr lang="es-ES" b="1" i="1">
                            <a:latin typeface="Cambria Math" panose="02040503050406030204" pitchFamily="18" charset="0"/>
                          </a:rPr>
                          <m:t>𝒓𝒆𝒙</m:t>
                        </m:r>
                      </m:sub>
                    </m:sSub>
                  </m:oMath>
                </a14:m>
                <a:r>
                  <a:rPr lang="es-PE" b="1" dirty="0"/>
                  <a:t> </a:t>
                </a:r>
              </a:p>
              <a:p>
                <a:endParaRPr lang="es-PE" dirty="0"/>
              </a:p>
            </p:txBody>
          </p:sp>
        </mc:Choice>
        <mc:Fallback xmlns="">
          <p:sp>
            <p:nvSpPr>
              <p:cNvPr id="6" name="CuadroTexto 5">
                <a:extLst>
                  <a:ext uri="{FF2B5EF4-FFF2-40B4-BE49-F238E27FC236}">
                    <a16:creationId xmlns:a16="http://schemas.microsoft.com/office/drawing/2014/main" id="{A84EC9B5-B1DB-4C20-9992-3B1FA247F51E}"/>
                  </a:ext>
                </a:extLst>
              </p:cNvPr>
              <p:cNvSpPr txBox="1">
                <a:spLocks noRot="1" noChangeAspect="1" noMove="1" noResize="1" noEditPoints="1" noAdjustHandles="1" noChangeArrowheads="1" noChangeShapeType="1" noTextEdit="1"/>
              </p:cNvSpPr>
              <p:nvPr/>
            </p:nvSpPr>
            <p:spPr>
              <a:xfrm>
                <a:off x="7770989" y="1072216"/>
                <a:ext cx="4007556" cy="646331"/>
              </a:xfrm>
              <a:prstGeom prst="rect">
                <a:avLst/>
              </a:prstGeom>
              <a:blipFill>
                <a:blip r:embed="rId4"/>
                <a:stretch>
                  <a:fillRect l="-1370" t="-5660"/>
                </a:stretch>
              </a:blipFill>
            </p:spPr>
            <p:txBody>
              <a:bodyPr/>
              <a:lstStyle/>
              <a:p>
                <a:r>
                  <a:rPr lang="es-PE">
                    <a:noFill/>
                  </a:rPr>
                  <a:t> </a:t>
                </a:r>
              </a:p>
            </p:txBody>
          </p:sp>
        </mc:Fallback>
      </mc:AlternateContent>
      <p:sp>
        <p:nvSpPr>
          <p:cNvPr id="7" name="CuadroTexto 6">
            <a:extLst>
              <a:ext uri="{FF2B5EF4-FFF2-40B4-BE49-F238E27FC236}">
                <a16:creationId xmlns:a16="http://schemas.microsoft.com/office/drawing/2014/main" id="{B65C3F8F-BFCF-4C85-A47C-316A6281846E}"/>
              </a:ext>
            </a:extLst>
          </p:cNvPr>
          <p:cNvSpPr txBox="1"/>
          <p:nvPr/>
        </p:nvSpPr>
        <p:spPr>
          <a:xfrm>
            <a:off x="214486" y="1533881"/>
            <a:ext cx="1738489" cy="369332"/>
          </a:xfrm>
          <a:prstGeom prst="rect">
            <a:avLst/>
          </a:prstGeom>
          <a:noFill/>
        </p:spPr>
        <p:txBody>
          <a:bodyPr wrap="square" rtlCol="0">
            <a:spAutoFit/>
          </a:bodyPr>
          <a:lstStyle/>
          <a:p>
            <a:r>
              <a:rPr lang="es-ES" dirty="0"/>
              <a:t>Microestructura</a:t>
            </a:r>
            <a:endParaRPr lang="es-PE" dirty="0"/>
          </a:p>
        </p:txBody>
      </p:sp>
      <p:pic>
        <p:nvPicPr>
          <p:cNvPr id="8" name="Imagen 7">
            <a:extLst>
              <a:ext uri="{FF2B5EF4-FFF2-40B4-BE49-F238E27FC236}">
                <a16:creationId xmlns:a16="http://schemas.microsoft.com/office/drawing/2014/main" id="{B8B3B746-B140-4952-A0FD-4E3D01ABA8F2}"/>
              </a:ext>
            </a:extLst>
          </p:cNvPr>
          <p:cNvPicPr>
            <a:picLocks noChangeAspect="1"/>
          </p:cNvPicPr>
          <p:nvPr/>
        </p:nvPicPr>
        <p:blipFill rotWithShape="1">
          <a:blip r:embed="rId5"/>
          <a:srcRect l="23216" t="59077" r="52976" b="31441"/>
          <a:stretch/>
        </p:blipFill>
        <p:spPr>
          <a:xfrm>
            <a:off x="2331174" y="1737357"/>
            <a:ext cx="1965326" cy="915663"/>
          </a:xfrm>
          <a:prstGeom prst="rect">
            <a:avLst/>
          </a:prstGeom>
        </p:spPr>
      </p:pic>
      <p:pic>
        <p:nvPicPr>
          <p:cNvPr id="9" name="Imagen 8">
            <a:extLst>
              <a:ext uri="{FF2B5EF4-FFF2-40B4-BE49-F238E27FC236}">
                <a16:creationId xmlns:a16="http://schemas.microsoft.com/office/drawing/2014/main" id="{CAD66B6C-CCD9-4721-8272-1DEF22743B43}"/>
              </a:ext>
            </a:extLst>
          </p:cNvPr>
          <p:cNvPicPr>
            <a:picLocks noChangeAspect="1"/>
          </p:cNvPicPr>
          <p:nvPr/>
        </p:nvPicPr>
        <p:blipFill rotWithShape="1">
          <a:blip r:embed="rId6"/>
          <a:srcRect l="-8473" t="19637" r="-1"/>
          <a:stretch/>
        </p:blipFill>
        <p:spPr>
          <a:xfrm>
            <a:off x="392132" y="1855979"/>
            <a:ext cx="972146" cy="754497"/>
          </a:xfrm>
          <a:prstGeom prst="rect">
            <a:avLst/>
          </a:prstGeom>
        </p:spPr>
      </p:pic>
      <p:sp>
        <p:nvSpPr>
          <p:cNvPr id="10" name="CuadroTexto 9">
            <a:extLst>
              <a:ext uri="{FF2B5EF4-FFF2-40B4-BE49-F238E27FC236}">
                <a16:creationId xmlns:a16="http://schemas.microsoft.com/office/drawing/2014/main" id="{98CB1FDA-D930-4491-9293-12A4C6C106FE}"/>
              </a:ext>
            </a:extLst>
          </p:cNvPr>
          <p:cNvSpPr txBox="1"/>
          <p:nvPr/>
        </p:nvSpPr>
        <p:spPr>
          <a:xfrm>
            <a:off x="2203528" y="2766306"/>
            <a:ext cx="4007556" cy="646331"/>
          </a:xfrm>
          <a:prstGeom prst="rect">
            <a:avLst/>
          </a:prstGeom>
          <a:noFill/>
        </p:spPr>
        <p:txBody>
          <a:bodyPr wrap="square" rtlCol="0">
            <a:spAutoFit/>
          </a:bodyPr>
          <a:lstStyle/>
          <a:p>
            <a:r>
              <a:rPr lang="es-ES" dirty="0"/>
              <a:t>Granos deformados, altísima concentración de dislocaciones.</a:t>
            </a:r>
            <a:endParaRPr lang="es-PE" dirty="0"/>
          </a:p>
        </p:txBody>
      </p:sp>
      <p:pic>
        <p:nvPicPr>
          <p:cNvPr id="11" name="Imagen 10">
            <a:extLst>
              <a:ext uri="{FF2B5EF4-FFF2-40B4-BE49-F238E27FC236}">
                <a16:creationId xmlns:a16="http://schemas.microsoft.com/office/drawing/2014/main" id="{F0DDF983-C904-43C6-87AE-844B6C29495A}"/>
              </a:ext>
            </a:extLst>
          </p:cNvPr>
          <p:cNvPicPr>
            <a:picLocks noChangeAspect="1"/>
          </p:cNvPicPr>
          <p:nvPr/>
        </p:nvPicPr>
        <p:blipFill rotWithShape="1">
          <a:blip r:embed="rId5"/>
          <a:srcRect l="63453" t="56439" r="23521" b="30320"/>
          <a:stretch/>
        </p:blipFill>
        <p:spPr>
          <a:xfrm>
            <a:off x="9131851" y="1486687"/>
            <a:ext cx="972146" cy="1156032"/>
          </a:xfrm>
          <a:prstGeom prst="rect">
            <a:avLst/>
          </a:prstGeom>
        </p:spPr>
      </p:pic>
      <p:sp>
        <p:nvSpPr>
          <p:cNvPr id="13" name="CuadroTexto 12">
            <a:extLst>
              <a:ext uri="{FF2B5EF4-FFF2-40B4-BE49-F238E27FC236}">
                <a16:creationId xmlns:a16="http://schemas.microsoft.com/office/drawing/2014/main" id="{C73BFD1E-920A-4AE1-B403-563EF1974EF0}"/>
              </a:ext>
            </a:extLst>
          </p:cNvPr>
          <p:cNvSpPr txBox="1"/>
          <p:nvPr/>
        </p:nvSpPr>
        <p:spPr>
          <a:xfrm>
            <a:off x="8057775" y="2627807"/>
            <a:ext cx="3617648" cy="923330"/>
          </a:xfrm>
          <a:prstGeom prst="rect">
            <a:avLst/>
          </a:prstGeom>
          <a:noFill/>
        </p:spPr>
        <p:txBody>
          <a:bodyPr wrap="square" rtlCol="0">
            <a:spAutoFit/>
          </a:bodyPr>
          <a:lstStyle/>
          <a:p>
            <a:r>
              <a:rPr lang="es-ES" dirty="0"/>
              <a:t>Granos no deformados (recristalizados),  dislocaciones sólo las de equilibrio.</a:t>
            </a:r>
            <a:endParaRPr lang="es-PE" dirty="0"/>
          </a:p>
        </p:txBody>
      </p:sp>
      <p:sp>
        <p:nvSpPr>
          <p:cNvPr id="14" name="CuadroTexto 13">
            <a:extLst>
              <a:ext uri="{FF2B5EF4-FFF2-40B4-BE49-F238E27FC236}">
                <a16:creationId xmlns:a16="http://schemas.microsoft.com/office/drawing/2014/main" id="{2A10615F-C35D-4B7F-BD8D-6715C1DCDF88}"/>
              </a:ext>
            </a:extLst>
          </p:cNvPr>
          <p:cNvSpPr txBox="1"/>
          <p:nvPr/>
        </p:nvSpPr>
        <p:spPr>
          <a:xfrm>
            <a:off x="89700" y="3551136"/>
            <a:ext cx="1577009" cy="923330"/>
          </a:xfrm>
          <a:prstGeom prst="rect">
            <a:avLst/>
          </a:prstGeom>
          <a:noFill/>
        </p:spPr>
        <p:txBody>
          <a:bodyPr wrap="square" rtlCol="0">
            <a:spAutoFit/>
          </a:bodyPr>
          <a:lstStyle/>
          <a:p>
            <a:r>
              <a:rPr lang="es-ES" dirty="0"/>
              <a:t>Propiedades después de la deformación</a:t>
            </a:r>
            <a:endParaRPr lang="es-PE" dirty="0"/>
          </a:p>
        </p:txBody>
      </p:sp>
      <p:sp>
        <p:nvSpPr>
          <p:cNvPr id="15" name="CuadroTexto 14">
            <a:extLst>
              <a:ext uri="{FF2B5EF4-FFF2-40B4-BE49-F238E27FC236}">
                <a16:creationId xmlns:a16="http://schemas.microsoft.com/office/drawing/2014/main" id="{EACE6659-22D9-4F9E-842B-3B9E810926CD}"/>
              </a:ext>
            </a:extLst>
          </p:cNvPr>
          <p:cNvSpPr txBox="1"/>
          <p:nvPr/>
        </p:nvSpPr>
        <p:spPr>
          <a:xfrm>
            <a:off x="2221045" y="3614905"/>
            <a:ext cx="2472796" cy="646331"/>
          </a:xfrm>
          <a:prstGeom prst="rect">
            <a:avLst/>
          </a:prstGeom>
          <a:noFill/>
        </p:spPr>
        <p:txBody>
          <a:bodyPr wrap="square" rtlCol="0">
            <a:spAutoFit/>
          </a:bodyPr>
          <a:lstStyle/>
          <a:p>
            <a:r>
              <a:rPr lang="es-ES" dirty="0"/>
              <a:t>Acritud: dureza y poca ductilidad</a:t>
            </a:r>
            <a:endParaRPr lang="es-PE" dirty="0"/>
          </a:p>
        </p:txBody>
      </p:sp>
      <p:sp>
        <p:nvSpPr>
          <p:cNvPr id="16" name="CuadroTexto 15">
            <a:extLst>
              <a:ext uri="{FF2B5EF4-FFF2-40B4-BE49-F238E27FC236}">
                <a16:creationId xmlns:a16="http://schemas.microsoft.com/office/drawing/2014/main" id="{D1BC67DB-483B-4545-A24F-894B5891747F}"/>
              </a:ext>
            </a:extLst>
          </p:cNvPr>
          <p:cNvSpPr txBox="1"/>
          <p:nvPr/>
        </p:nvSpPr>
        <p:spPr>
          <a:xfrm>
            <a:off x="8018245" y="3662819"/>
            <a:ext cx="3617648" cy="646331"/>
          </a:xfrm>
          <a:prstGeom prst="rect">
            <a:avLst/>
          </a:prstGeom>
          <a:noFill/>
        </p:spPr>
        <p:txBody>
          <a:bodyPr wrap="square" rtlCol="0">
            <a:spAutoFit/>
          </a:bodyPr>
          <a:lstStyle/>
          <a:p>
            <a:r>
              <a:rPr lang="es-ES" dirty="0"/>
              <a:t>No hay acritud. Propiedades similares a las de partida.</a:t>
            </a:r>
            <a:endParaRPr lang="es-PE" dirty="0"/>
          </a:p>
        </p:txBody>
      </p:sp>
      <p:sp>
        <p:nvSpPr>
          <p:cNvPr id="17" name="CuadroTexto 16">
            <a:extLst>
              <a:ext uri="{FF2B5EF4-FFF2-40B4-BE49-F238E27FC236}">
                <a16:creationId xmlns:a16="http://schemas.microsoft.com/office/drawing/2014/main" id="{E6C6C0A6-253B-44F4-BD2C-34765E3DA299}"/>
              </a:ext>
            </a:extLst>
          </p:cNvPr>
          <p:cNvSpPr txBox="1"/>
          <p:nvPr/>
        </p:nvSpPr>
        <p:spPr>
          <a:xfrm>
            <a:off x="1364278" y="4420745"/>
            <a:ext cx="3927517" cy="2031325"/>
          </a:xfrm>
          <a:prstGeom prst="rect">
            <a:avLst/>
          </a:prstGeom>
          <a:noFill/>
        </p:spPr>
        <p:txBody>
          <a:bodyPr wrap="square" rtlCol="0">
            <a:spAutoFit/>
          </a:bodyPr>
          <a:lstStyle/>
          <a:p>
            <a:r>
              <a:rPr lang="es-ES" dirty="0"/>
              <a:t>Para seguir deformando hay que hacer un TT  de recristalización para eliminar la acritud. La Temperatura depende del grado de deformación que se aplicó. Después del TT, los granos ya no están deformados ni hay exceso de dislocaciones. Se pierde la acritud</a:t>
            </a:r>
            <a:endParaRPr lang="es-PE" dirty="0"/>
          </a:p>
        </p:txBody>
      </p:sp>
      <p:sp>
        <p:nvSpPr>
          <p:cNvPr id="18" name="CuadroTexto 17">
            <a:extLst>
              <a:ext uri="{FF2B5EF4-FFF2-40B4-BE49-F238E27FC236}">
                <a16:creationId xmlns:a16="http://schemas.microsoft.com/office/drawing/2014/main" id="{B1D58B48-0333-48AF-B8B4-202E90F166F9}"/>
              </a:ext>
            </a:extLst>
          </p:cNvPr>
          <p:cNvSpPr txBox="1"/>
          <p:nvPr/>
        </p:nvSpPr>
        <p:spPr>
          <a:xfrm>
            <a:off x="7954653" y="4460397"/>
            <a:ext cx="3720770" cy="923330"/>
          </a:xfrm>
          <a:prstGeom prst="rect">
            <a:avLst/>
          </a:prstGeom>
          <a:noFill/>
        </p:spPr>
        <p:txBody>
          <a:bodyPr wrap="square" rtlCol="0">
            <a:spAutoFit/>
          </a:bodyPr>
          <a:lstStyle/>
          <a:p>
            <a:r>
              <a:rPr lang="es-ES" dirty="0"/>
              <a:t>No se necesita TT de recristalización (ésta se produce simultáneamente a la deformación)</a:t>
            </a:r>
            <a:endParaRPr lang="es-PE" dirty="0"/>
          </a:p>
        </p:txBody>
      </p:sp>
      <p:pic>
        <p:nvPicPr>
          <p:cNvPr id="19" name="Imagen 18">
            <a:extLst>
              <a:ext uri="{FF2B5EF4-FFF2-40B4-BE49-F238E27FC236}">
                <a16:creationId xmlns:a16="http://schemas.microsoft.com/office/drawing/2014/main" id="{850ECD96-EFE6-4017-91C4-DB644932F930}"/>
              </a:ext>
            </a:extLst>
          </p:cNvPr>
          <p:cNvPicPr>
            <a:picLocks noChangeAspect="1"/>
          </p:cNvPicPr>
          <p:nvPr/>
        </p:nvPicPr>
        <p:blipFill rotWithShape="1">
          <a:blip r:embed="rId7"/>
          <a:srcRect l="6750" r="4625"/>
          <a:stretch/>
        </p:blipFill>
        <p:spPr>
          <a:xfrm>
            <a:off x="5355387" y="3985984"/>
            <a:ext cx="2599266" cy="2172042"/>
          </a:xfrm>
          <a:prstGeom prst="rect">
            <a:avLst/>
          </a:prstGeom>
        </p:spPr>
      </p:pic>
      <p:sp>
        <p:nvSpPr>
          <p:cNvPr id="20" name="CuadroTexto 19">
            <a:extLst>
              <a:ext uri="{FF2B5EF4-FFF2-40B4-BE49-F238E27FC236}">
                <a16:creationId xmlns:a16="http://schemas.microsoft.com/office/drawing/2014/main" id="{33A9E6A3-2510-4F57-B1BC-F43E60506B34}"/>
              </a:ext>
            </a:extLst>
          </p:cNvPr>
          <p:cNvSpPr txBox="1"/>
          <p:nvPr/>
        </p:nvSpPr>
        <p:spPr>
          <a:xfrm>
            <a:off x="5599112" y="6195474"/>
            <a:ext cx="2355541" cy="307777"/>
          </a:xfrm>
          <a:prstGeom prst="rect">
            <a:avLst/>
          </a:prstGeom>
          <a:noFill/>
        </p:spPr>
        <p:txBody>
          <a:bodyPr wrap="square" rtlCol="0">
            <a:spAutoFit/>
          </a:bodyPr>
          <a:lstStyle/>
          <a:p>
            <a:r>
              <a:rPr lang="es-ES" sz="1400" dirty="0" err="1"/>
              <a:t>T</a:t>
            </a:r>
            <a:r>
              <a:rPr lang="es-ES" sz="1400" baseline="-25000" dirty="0" err="1"/>
              <a:t>rex</a:t>
            </a:r>
            <a:r>
              <a:rPr lang="es-ES" sz="1400" dirty="0"/>
              <a:t> VS %CW para aceros </a:t>
            </a:r>
            <a:endParaRPr lang="es-PE" sz="1400" dirty="0"/>
          </a:p>
        </p:txBody>
      </p:sp>
      <p:sp>
        <p:nvSpPr>
          <p:cNvPr id="21" name="CuadroTexto 20">
            <a:extLst>
              <a:ext uri="{FF2B5EF4-FFF2-40B4-BE49-F238E27FC236}">
                <a16:creationId xmlns:a16="http://schemas.microsoft.com/office/drawing/2014/main" id="{3126A412-6232-4C63-B275-724E2FE17251}"/>
              </a:ext>
            </a:extLst>
          </p:cNvPr>
          <p:cNvSpPr txBox="1"/>
          <p:nvPr/>
        </p:nvSpPr>
        <p:spPr>
          <a:xfrm>
            <a:off x="8243079" y="5534974"/>
            <a:ext cx="3247040" cy="923330"/>
          </a:xfrm>
          <a:prstGeom prst="rect">
            <a:avLst/>
          </a:prstGeom>
          <a:noFill/>
          <a:ln>
            <a:solidFill>
              <a:srgbClr val="8C1F1C"/>
            </a:solidFill>
          </a:ln>
        </p:spPr>
        <p:txBody>
          <a:bodyPr wrap="square" rtlCol="0">
            <a:spAutoFit/>
          </a:bodyPr>
          <a:lstStyle/>
          <a:p>
            <a:r>
              <a:rPr lang="es-ES" dirty="0">
                <a:solidFill>
                  <a:schemeClr val="accent1">
                    <a:lumMod val="50000"/>
                  </a:schemeClr>
                </a:solidFill>
              </a:rPr>
              <a:t>La microestructura después de un proceso de conformado es mejor que la de solidificación</a:t>
            </a:r>
            <a:endParaRPr lang="es-PE" dirty="0">
              <a:solidFill>
                <a:schemeClr val="accent1">
                  <a:lumMod val="50000"/>
                </a:schemeClr>
              </a:solidFill>
            </a:endParaRPr>
          </a:p>
        </p:txBody>
      </p:sp>
    </p:spTree>
    <p:extLst>
      <p:ext uri="{BB962C8B-B14F-4D97-AF65-F5344CB8AC3E}">
        <p14:creationId xmlns:p14="http://schemas.microsoft.com/office/powerpoint/2010/main" val="1329232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13" grpId="0"/>
      <p:bldP spid="14" grpId="0"/>
      <p:bldP spid="15" grpId="0"/>
      <p:bldP spid="16" grpId="0"/>
      <p:bldP spid="17" grpId="0"/>
      <p:bldP spid="18" grpId="0"/>
      <p:bldP spid="20" grpId="0"/>
      <p:bldP spid="2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846B0F-71D2-4498-809E-65287AE495AA}"/>
              </a:ext>
            </a:extLst>
          </p:cNvPr>
          <p:cNvSpPr>
            <a:spLocks noGrp="1"/>
          </p:cNvSpPr>
          <p:nvPr>
            <p:ph type="title"/>
          </p:nvPr>
        </p:nvSpPr>
        <p:spPr/>
        <p:txBody>
          <a:bodyPr>
            <a:normAutofit fontScale="90000"/>
          </a:bodyPr>
          <a:lstStyle/>
          <a:p>
            <a:r>
              <a:rPr lang="es-ES" dirty="0"/>
              <a:t>Características y defectos inherentes a la solidificación</a:t>
            </a:r>
            <a:endParaRPr lang="es-PE" dirty="0"/>
          </a:p>
        </p:txBody>
      </p:sp>
      <p:sp>
        <p:nvSpPr>
          <p:cNvPr id="3" name="Marcador de texto 2">
            <a:extLst>
              <a:ext uri="{FF2B5EF4-FFF2-40B4-BE49-F238E27FC236}">
                <a16:creationId xmlns:a16="http://schemas.microsoft.com/office/drawing/2014/main" id="{F46A000E-875A-4AD1-9B64-15642EA517FB}"/>
              </a:ext>
            </a:extLst>
          </p:cNvPr>
          <p:cNvSpPr>
            <a:spLocks noGrp="1"/>
          </p:cNvSpPr>
          <p:nvPr>
            <p:ph type="body" sz="quarter" idx="10"/>
          </p:nvPr>
        </p:nvSpPr>
        <p:spPr>
          <a:xfrm>
            <a:off x="4821389" y="1991663"/>
            <a:ext cx="4576372" cy="3953725"/>
          </a:xfrm>
        </p:spPr>
        <p:txBody>
          <a:bodyPr>
            <a:noAutofit/>
          </a:bodyPr>
          <a:lstStyle/>
          <a:p>
            <a:pPr marL="0" indent="0">
              <a:buNone/>
            </a:pPr>
            <a:r>
              <a:rPr lang="es-ES" sz="1800" dirty="0"/>
              <a:t>Microestructura As </a:t>
            </a:r>
            <a:r>
              <a:rPr lang="es-ES" sz="1800" dirty="0" err="1"/>
              <a:t>cast</a:t>
            </a:r>
            <a:r>
              <a:rPr lang="es-ES" sz="1800" dirty="0"/>
              <a:t> (bruto de moldeo): generalmente características que no dan las mejores propiedades:</a:t>
            </a:r>
          </a:p>
          <a:p>
            <a:pPr marL="0" indent="0">
              <a:buNone/>
            </a:pPr>
            <a:r>
              <a:rPr lang="es-ES" sz="1800" dirty="0"/>
              <a:t>Granos muy grandes</a:t>
            </a:r>
          </a:p>
          <a:p>
            <a:pPr marL="0" indent="0">
              <a:buNone/>
            </a:pPr>
            <a:r>
              <a:rPr lang="es-ES" sz="1800" dirty="0"/>
              <a:t>Granos con heterogeneidad química (</a:t>
            </a:r>
            <a:r>
              <a:rPr lang="es-ES" sz="1800" dirty="0" err="1"/>
              <a:t>microsegregación</a:t>
            </a:r>
            <a:r>
              <a:rPr lang="es-ES" sz="1800" dirty="0"/>
              <a:t>)</a:t>
            </a:r>
          </a:p>
          <a:p>
            <a:pPr marL="0" indent="0">
              <a:buNone/>
            </a:pPr>
            <a:r>
              <a:rPr lang="es-ES" sz="1800" dirty="0"/>
              <a:t>Característica de la solidificación: el tamaño de grano final depende de la velocidad de enfriamiento: a mayor velocidad de enfriamiento granos más finos</a:t>
            </a:r>
          </a:p>
          <a:p>
            <a:pPr lvl="1"/>
            <a:r>
              <a:rPr lang="es-ES" sz="1600" dirty="0"/>
              <a:t>En una pieza fabricada por colada (fundición) influye el material del molde (molde metálico enfría más rápido que molde de arena)</a:t>
            </a:r>
            <a:endParaRPr lang="es-PE" sz="1600" dirty="0"/>
          </a:p>
        </p:txBody>
      </p:sp>
      <p:sp>
        <p:nvSpPr>
          <p:cNvPr id="4" name="CuadroTexto 3">
            <a:extLst>
              <a:ext uri="{FF2B5EF4-FFF2-40B4-BE49-F238E27FC236}">
                <a16:creationId xmlns:a16="http://schemas.microsoft.com/office/drawing/2014/main" id="{25B12AD8-B7F7-410A-ABCC-78CC04D0223F}"/>
              </a:ext>
            </a:extLst>
          </p:cNvPr>
          <p:cNvSpPr txBox="1"/>
          <p:nvPr/>
        </p:nvSpPr>
        <p:spPr>
          <a:xfrm>
            <a:off x="317808" y="1939612"/>
            <a:ext cx="3731703" cy="2308324"/>
          </a:xfrm>
          <a:prstGeom prst="rect">
            <a:avLst/>
          </a:prstGeom>
          <a:noFill/>
        </p:spPr>
        <p:txBody>
          <a:bodyPr wrap="square" rtlCol="0">
            <a:spAutoFit/>
          </a:bodyPr>
          <a:lstStyle/>
          <a:p>
            <a:r>
              <a:rPr lang="es-ES" dirty="0"/>
              <a:t>Defectos de solidificación (debidos al proceso de cambio de estado de líquido a sólido) y al enfriamiento subsiguiente: la contracción del material. </a:t>
            </a:r>
          </a:p>
          <a:p>
            <a:r>
              <a:rPr lang="es-ES" dirty="0"/>
              <a:t>Rechupe: </a:t>
            </a:r>
          </a:p>
          <a:p>
            <a:r>
              <a:rPr lang="es-ES" dirty="0" err="1"/>
              <a:t>Microrrechupe</a:t>
            </a:r>
            <a:endParaRPr lang="es-ES" dirty="0"/>
          </a:p>
          <a:p>
            <a:r>
              <a:rPr lang="es-ES" dirty="0"/>
              <a:t>Poros </a:t>
            </a:r>
            <a:endParaRPr lang="es-PE" dirty="0"/>
          </a:p>
        </p:txBody>
      </p:sp>
      <p:sp>
        <p:nvSpPr>
          <p:cNvPr id="5" name="CuadroTexto 4">
            <a:extLst>
              <a:ext uri="{FF2B5EF4-FFF2-40B4-BE49-F238E27FC236}">
                <a16:creationId xmlns:a16="http://schemas.microsoft.com/office/drawing/2014/main" id="{958F0586-3535-43F9-9871-5A5D6BBAC37F}"/>
              </a:ext>
            </a:extLst>
          </p:cNvPr>
          <p:cNvSpPr txBox="1"/>
          <p:nvPr/>
        </p:nvSpPr>
        <p:spPr>
          <a:xfrm>
            <a:off x="662946" y="927592"/>
            <a:ext cx="9617765" cy="369332"/>
          </a:xfrm>
          <a:prstGeom prst="rect">
            <a:avLst/>
          </a:prstGeom>
          <a:noFill/>
        </p:spPr>
        <p:txBody>
          <a:bodyPr wrap="square" rtlCol="0">
            <a:spAutoFit/>
          </a:bodyPr>
          <a:lstStyle/>
          <a:p>
            <a:r>
              <a:rPr lang="es-ES" dirty="0"/>
              <a:t>Los materiales aptos para procesos de fundición o colada deben tener una buena </a:t>
            </a:r>
            <a:r>
              <a:rPr lang="es-ES" dirty="0" err="1"/>
              <a:t>colabilidad</a:t>
            </a:r>
            <a:endParaRPr lang="es-PE" dirty="0"/>
          </a:p>
        </p:txBody>
      </p:sp>
      <p:sp>
        <p:nvSpPr>
          <p:cNvPr id="7" name="CuadroTexto 6">
            <a:extLst>
              <a:ext uri="{FF2B5EF4-FFF2-40B4-BE49-F238E27FC236}">
                <a16:creationId xmlns:a16="http://schemas.microsoft.com/office/drawing/2014/main" id="{3477D7DF-17C2-4C7F-B89E-479367D112BD}"/>
              </a:ext>
            </a:extLst>
          </p:cNvPr>
          <p:cNvSpPr txBox="1"/>
          <p:nvPr/>
        </p:nvSpPr>
        <p:spPr>
          <a:xfrm>
            <a:off x="1587386" y="1456010"/>
            <a:ext cx="2879271" cy="400110"/>
          </a:xfrm>
          <a:prstGeom prst="rect">
            <a:avLst/>
          </a:prstGeom>
          <a:noFill/>
        </p:spPr>
        <p:txBody>
          <a:bodyPr wrap="square">
            <a:spAutoFit/>
          </a:bodyPr>
          <a:lstStyle/>
          <a:p>
            <a:pPr marL="285750" indent="-285750">
              <a:buFontTx/>
              <a:buChar char="-"/>
              <a:defRPr/>
            </a:pPr>
            <a:r>
              <a:rPr lang="es-PE" sz="2000" dirty="0">
                <a:solidFill>
                  <a:srgbClr val="00B050"/>
                </a:solidFill>
              </a:rPr>
              <a:t>COLABILIDAD</a:t>
            </a:r>
            <a:endParaRPr lang="es-PE" sz="2000" dirty="0"/>
          </a:p>
        </p:txBody>
      </p:sp>
      <p:sp>
        <p:nvSpPr>
          <p:cNvPr id="8" name="6 Flecha derecha">
            <a:extLst>
              <a:ext uri="{FF2B5EF4-FFF2-40B4-BE49-F238E27FC236}">
                <a16:creationId xmlns:a16="http://schemas.microsoft.com/office/drawing/2014/main" id="{76EA66EB-9AA8-4936-A5AE-17420DA3928F}"/>
              </a:ext>
            </a:extLst>
          </p:cNvPr>
          <p:cNvSpPr>
            <a:spLocks noChangeArrowheads="1"/>
          </p:cNvSpPr>
          <p:nvPr/>
        </p:nvSpPr>
        <p:spPr bwMode="auto">
          <a:xfrm>
            <a:off x="4569903" y="1456010"/>
            <a:ext cx="452672" cy="346914"/>
          </a:xfrm>
          <a:prstGeom prst="rightArrow">
            <a:avLst>
              <a:gd name="adj1" fmla="val 50000"/>
              <a:gd name="adj2" fmla="val 49893"/>
            </a:avLst>
          </a:prstGeom>
          <a:solidFill>
            <a:schemeClr val="accent1"/>
          </a:solidFill>
          <a:ln w="12700" cap="sq" algn="ctr">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40000"/>
              </a:spcBef>
              <a:buClr>
                <a:srgbClr val="004588"/>
              </a:buClr>
              <a:buFont typeface="Wingdings" panose="05000000000000000000" pitchFamily="2" charset="2"/>
              <a:buChar char="§"/>
              <a:defRPr sz="2000">
                <a:solidFill>
                  <a:srgbClr val="004588"/>
                </a:solidFill>
                <a:latin typeface="Arial" panose="020B0604020202020204" pitchFamily="34" charset="0"/>
              </a:defRPr>
            </a:lvl1pPr>
            <a:lvl2pPr marL="742950" indent="-285750">
              <a:spcBef>
                <a:spcPct val="40000"/>
              </a:spcBef>
              <a:buClr>
                <a:srgbClr val="004588"/>
              </a:buClr>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40000"/>
              </a:spcBef>
              <a:buClr>
                <a:srgbClr val="004588"/>
              </a:buClr>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40000"/>
              </a:spcBef>
              <a:buClr>
                <a:srgbClr val="004588"/>
              </a:buClr>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es-PE" altLang="es-PE" sz="1800">
              <a:solidFill>
                <a:schemeClr val="tx1"/>
              </a:solidFill>
            </a:endParaRPr>
          </a:p>
        </p:txBody>
      </p:sp>
      <p:sp>
        <p:nvSpPr>
          <p:cNvPr id="10" name="CuadroTexto 9">
            <a:extLst>
              <a:ext uri="{FF2B5EF4-FFF2-40B4-BE49-F238E27FC236}">
                <a16:creationId xmlns:a16="http://schemas.microsoft.com/office/drawing/2014/main" id="{09049432-869D-425C-A917-76FB25EAA21A}"/>
              </a:ext>
            </a:extLst>
          </p:cNvPr>
          <p:cNvSpPr txBox="1"/>
          <p:nvPr/>
        </p:nvSpPr>
        <p:spPr>
          <a:xfrm>
            <a:off x="5130297" y="1266811"/>
            <a:ext cx="6098720" cy="707886"/>
          </a:xfrm>
          <a:prstGeom prst="rect">
            <a:avLst/>
          </a:prstGeom>
          <a:noFill/>
        </p:spPr>
        <p:txBody>
          <a:bodyPr wrap="square">
            <a:spAutoFit/>
          </a:bodyPr>
          <a:lstStyle/>
          <a:p>
            <a:pPr algn="just" eaLnBrk="1" hangingPunct="1">
              <a:spcBef>
                <a:spcPct val="0"/>
              </a:spcBef>
              <a:buClrTx/>
              <a:buFontTx/>
              <a:buNone/>
            </a:pPr>
            <a:r>
              <a:rPr lang="es-PE" altLang="es-PE" sz="2000" b="1" dirty="0">
                <a:solidFill>
                  <a:srgbClr val="00B050"/>
                </a:solidFill>
              </a:rPr>
              <a:t>BUENA FLUIDEZ</a:t>
            </a:r>
          </a:p>
          <a:p>
            <a:pPr algn="just" eaLnBrk="1" hangingPunct="1">
              <a:spcBef>
                <a:spcPct val="0"/>
              </a:spcBef>
              <a:buClrTx/>
              <a:buFontTx/>
              <a:buNone/>
            </a:pPr>
            <a:r>
              <a:rPr lang="es-PE" altLang="es-PE" sz="2000" b="1" dirty="0">
                <a:solidFill>
                  <a:srgbClr val="00B050"/>
                </a:solidFill>
              </a:rPr>
              <a:t>POCA CONTRACCIÓN</a:t>
            </a:r>
          </a:p>
        </p:txBody>
      </p:sp>
      <p:pic>
        <p:nvPicPr>
          <p:cNvPr id="12" name="Imagen 11">
            <a:extLst>
              <a:ext uri="{FF2B5EF4-FFF2-40B4-BE49-F238E27FC236}">
                <a16:creationId xmlns:a16="http://schemas.microsoft.com/office/drawing/2014/main" id="{36D842ED-484E-4022-874B-2E3FC8359FDA}"/>
              </a:ext>
            </a:extLst>
          </p:cNvPr>
          <p:cNvPicPr>
            <a:picLocks noChangeAspect="1"/>
          </p:cNvPicPr>
          <p:nvPr/>
        </p:nvPicPr>
        <p:blipFill>
          <a:blip r:embed="rId2"/>
          <a:stretch>
            <a:fillRect/>
          </a:stretch>
        </p:blipFill>
        <p:spPr>
          <a:xfrm>
            <a:off x="761665" y="4472123"/>
            <a:ext cx="3514725" cy="1295400"/>
          </a:xfrm>
          <a:prstGeom prst="rect">
            <a:avLst/>
          </a:prstGeom>
        </p:spPr>
      </p:pic>
      <p:pic>
        <p:nvPicPr>
          <p:cNvPr id="13" name="Imagen 12">
            <a:extLst>
              <a:ext uri="{FF2B5EF4-FFF2-40B4-BE49-F238E27FC236}">
                <a16:creationId xmlns:a16="http://schemas.microsoft.com/office/drawing/2014/main" id="{3B68842B-3F0F-46D0-9441-92698FDF333E}"/>
              </a:ext>
            </a:extLst>
          </p:cNvPr>
          <p:cNvPicPr>
            <a:picLocks noChangeAspect="1"/>
          </p:cNvPicPr>
          <p:nvPr/>
        </p:nvPicPr>
        <p:blipFill>
          <a:blip r:embed="rId3"/>
          <a:stretch>
            <a:fillRect/>
          </a:stretch>
        </p:blipFill>
        <p:spPr>
          <a:xfrm>
            <a:off x="9747678" y="3800369"/>
            <a:ext cx="2126514" cy="1505285"/>
          </a:xfrm>
          <a:prstGeom prst="rect">
            <a:avLst/>
          </a:prstGeom>
        </p:spPr>
      </p:pic>
      <p:pic>
        <p:nvPicPr>
          <p:cNvPr id="14" name="Imagen 13">
            <a:extLst>
              <a:ext uri="{FF2B5EF4-FFF2-40B4-BE49-F238E27FC236}">
                <a16:creationId xmlns:a16="http://schemas.microsoft.com/office/drawing/2014/main" id="{B12A4562-4390-4D11-BCD8-D2DB868389BA}"/>
              </a:ext>
            </a:extLst>
          </p:cNvPr>
          <p:cNvPicPr>
            <a:picLocks noChangeAspect="1"/>
          </p:cNvPicPr>
          <p:nvPr/>
        </p:nvPicPr>
        <p:blipFill>
          <a:blip r:embed="rId4"/>
          <a:stretch>
            <a:fillRect/>
          </a:stretch>
        </p:blipFill>
        <p:spPr>
          <a:xfrm>
            <a:off x="9641638" y="1933580"/>
            <a:ext cx="2205547" cy="1491416"/>
          </a:xfrm>
          <a:prstGeom prst="rect">
            <a:avLst/>
          </a:prstGeom>
        </p:spPr>
      </p:pic>
      <p:sp>
        <p:nvSpPr>
          <p:cNvPr id="15" name="CuadroTexto 14">
            <a:extLst>
              <a:ext uri="{FF2B5EF4-FFF2-40B4-BE49-F238E27FC236}">
                <a16:creationId xmlns:a16="http://schemas.microsoft.com/office/drawing/2014/main" id="{01465812-607D-4492-84EC-9BBF74398A24}"/>
              </a:ext>
            </a:extLst>
          </p:cNvPr>
          <p:cNvSpPr txBox="1"/>
          <p:nvPr/>
        </p:nvSpPr>
        <p:spPr>
          <a:xfrm>
            <a:off x="9880406" y="3355807"/>
            <a:ext cx="1966779" cy="369332"/>
          </a:xfrm>
          <a:prstGeom prst="rect">
            <a:avLst/>
          </a:prstGeom>
          <a:noFill/>
        </p:spPr>
        <p:txBody>
          <a:bodyPr wrap="square" rtlCol="0">
            <a:spAutoFit/>
          </a:bodyPr>
          <a:lstStyle/>
          <a:p>
            <a:r>
              <a:rPr lang="es-ES" dirty="0" err="1"/>
              <a:t>Microsegregación</a:t>
            </a:r>
            <a:endParaRPr lang="es-PE" dirty="0"/>
          </a:p>
        </p:txBody>
      </p:sp>
      <p:sp>
        <p:nvSpPr>
          <p:cNvPr id="16" name="CuadroTexto 15">
            <a:extLst>
              <a:ext uri="{FF2B5EF4-FFF2-40B4-BE49-F238E27FC236}">
                <a16:creationId xmlns:a16="http://schemas.microsoft.com/office/drawing/2014/main" id="{882750EA-F471-44E2-B8B9-11EB2A507E06}"/>
              </a:ext>
            </a:extLst>
          </p:cNvPr>
          <p:cNvSpPr txBox="1"/>
          <p:nvPr/>
        </p:nvSpPr>
        <p:spPr>
          <a:xfrm>
            <a:off x="9942760" y="5488130"/>
            <a:ext cx="1853740" cy="369332"/>
          </a:xfrm>
          <a:prstGeom prst="rect">
            <a:avLst/>
          </a:prstGeom>
          <a:noFill/>
        </p:spPr>
        <p:txBody>
          <a:bodyPr wrap="square" rtlCol="0">
            <a:spAutoFit/>
          </a:bodyPr>
          <a:lstStyle/>
          <a:p>
            <a:r>
              <a:rPr lang="es-ES" dirty="0"/>
              <a:t>Micro rechupes</a:t>
            </a:r>
            <a:endParaRPr lang="es-PE" dirty="0"/>
          </a:p>
        </p:txBody>
      </p:sp>
      <p:sp>
        <p:nvSpPr>
          <p:cNvPr id="17" name="CuadroTexto 16">
            <a:extLst>
              <a:ext uri="{FF2B5EF4-FFF2-40B4-BE49-F238E27FC236}">
                <a16:creationId xmlns:a16="http://schemas.microsoft.com/office/drawing/2014/main" id="{A83E5F09-7EFD-404D-A13D-22D79416BDAB}"/>
              </a:ext>
            </a:extLst>
          </p:cNvPr>
          <p:cNvSpPr txBox="1"/>
          <p:nvPr/>
        </p:nvSpPr>
        <p:spPr>
          <a:xfrm>
            <a:off x="317808" y="5945388"/>
            <a:ext cx="3949496" cy="646331"/>
          </a:xfrm>
          <a:prstGeom prst="rect">
            <a:avLst/>
          </a:prstGeom>
          <a:noFill/>
        </p:spPr>
        <p:txBody>
          <a:bodyPr wrap="square" rtlCol="0">
            <a:spAutoFit/>
          </a:bodyPr>
          <a:lstStyle/>
          <a:p>
            <a:r>
              <a:rPr lang="es-ES" dirty="0"/>
              <a:t>Rechupes. Se evitan o minimizan con un buen  procedimiento de moldeo.</a:t>
            </a:r>
            <a:endParaRPr lang="es-PE" dirty="0"/>
          </a:p>
        </p:txBody>
      </p:sp>
      <p:sp>
        <p:nvSpPr>
          <p:cNvPr id="18" name="CuadroTexto 17">
            <a:extLst>
              <a:ext uri="{FF2B5EF4-FFF2-40B4-BE49-F238E27FC236}">
                <a16:creationId xmlns:a16="http://schemas.microsoft.com/office/drawing/2014/main" id="{C31E043F-152D-4769-910D-E8E484418D93}"/>
              </a:ext>
            </a:extLst>
          </p:cNvPr>
          <p:cNvSpPr txBox="1"/>
          <p:nvPr/>
        </p:nvSpPr>
        <p:spPr>
          <a:xfrm>
            <a:off x="4821389" y="5945387"/>
            <a:ext cx="5924154" cy="646331"/>
          </a:xfrm>
          <a:prstGeom prst="rect">
            <a:avLst/>
          </a:prstGeom>
          <a:noFill/>
          <a:ln>
            <a:solidFill>
              <a:srgbClr val="8C1F1C"/>
            </a:solidFill>
          </a:ln>
        </p:spPr>
        <p:txBody>
          <a:bodyPr wrap="square" rtlCol="0">
            <a:spAutoFit/>
          </a:bodyPr>
          <a:lstStyle/>
          <a:p>
            <a:r>
              <a:rPr lang="es-ES" dirty="0"/>
              <a:t>Tamaño de grano y </a:t>
            </a:r>
            <a:r>
              <a:rPr lang="es-ES" dirty="0" err="1"/>
              <a:t>microsegregación</a:t>
            </a:r>
            <a:r>
              <a:rPr lang="es-ES" dirty="0"/>
              <a:t> se mejoran con velocidad de enfriamiento y/o T. térmico</a:t>
            </a:r>
            <a:endParaRPr lang="es-PE" dirty="0"/>
          </a:p>
        </p:txBody>
      </p:sp>
    </p:spTree>
    <p:extLst>
      <p:ext uri="{BB962C8B-B14F-4D97-AF65-F5344CB8AC3E}">
        <p14:creationId xmlns:p14="http://schemas.microsoft.com/office/powerpoint/2010/main" val="4096490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15" grpId="0"/>
      <p:bldP spid="16" grpId="0"/>
      <p:bldP spid="17" grpId="0"/>
      <p:bldP spid="1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3EAA2A-6D45-4F8F-9A48-BF51FA23CDFB}"/>
              </a:ext>
            </a:extLst>
          </p:cNvPr>
          <p:cNvSpPr>
            <a:spLocks noGrp="1"/>
          </p:cNvSpPr>
          <p:nvPr>
            <p:ph type="title"/>
          </p:nvPr>
        </p:nvSpPr>
        <p:spPr/>
        <p:txBody>
          <a:bodyPr>
            <a:normAutofit fontScale="90000"/>
          </a:bodyPr>
          <a:lstStyle/>
          <a:p>
            <a:r>
              <a:rPr lang="es-ES" dirty="0"/>
              <a:t>Microestructuras as </a:t>
            </a:r>
            <a:r>
              <a:rPr lang="es-ES" dirty="0" err="1"/>
              <a:t>cast</a:t>
            </a:r>
            <a:r>
              <a:rPr lang="es-ES" dirty="0"/>
              <a:t> y recristalizadas</a:t>
            </a:r>
            <a:endParaRPr lang="es-PE" dirty="0"/>
          </a:p>
        </p:txBody>
      </p:sp>
      <p:pic>
        <p:nvPicPr>
          <p:cNvPr id="4" name="Picture 2" descr="Image345">
            <a:extLst>
              <a:ext uri="{FF2B5EF4-FFF2-40B4-BE49-F238E27FC236}">
                <a16:creationId xmlns:a16="http://schemas.microsoft.com/office/drawing/2014/main" id="{DECDADBF-3547-4815-BB2F-ED60FD0AEE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6435" y="1098511"/>
            <a:ext cx="3498574" cy="1641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7 CuadroTexto">
            <a:extLst>
              <a:ext uri="{FF2B5EF4-FFF2-40B4-BE49-F238E27FC236}">
                <a16:creationId xmlns:a16="http://schemas.microsoft.com/office/drawing/2014/main" id="{C855DB0A-28AE-41AF-9B13-80086D6CA1C0}"/>
              </a:ext>
            </a:extLst>
          </p:cNvPr>
          <p:cNvSpPr txBox="1">
            <a:spLocks noChangeArrowheads="1"/>
          </p:cNvSpPr>
          <p:nvPr/>
        </p:nvSpPr>
        <p:spPr bwMode="auto">
          <a:xfrm>
            <a:off x="327508" y="2828026"/>
            <a:ext cx="54324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s-PE" altLang="es-PE" sz="1400" dirty="0"/>
              <a:t>Latón </a:t>
            </a:r>
            <a:r>
              <a:rPr lang="es-PE" altLang="es-PE" sz="1400" dirty="0" err="1"/>
              <a:t>alfa+beta</a:t>
            </a:r>
            <a:r>
              <a:rPr lang="es-PE" altLang="es-PE" sz="1400" dirty="0"/>
              <a:t>: a)bruto de colada y, b)deformado y recristalizado</a:t>
            </a:r>
          </a:p>
        </p:txBody>
      </p:sp>
      <p:pic>
        <p:nvPicPr>
          <p:cNvPr id="7" name="Imagen 6">
            <a:extLst>
              <a:ext uri="{FF2B5EF4-FFF2-40B4-BE49-F238E27FC236}">
                <a16:creationId xmlns:a16="http://schemas.microsoft.com/office/drawing/2014/main" id="{F1134C49-DDFC-4AFC-A99E-5227949EE7F5}"/>
              </a:ext>
            </a:extLst>
          </p:cNvPr>
          <p:cNvPicPr>
            <a:picLocks noChangeAspect="1"/>
          </p:cNvPicPr>
          <p:nvPr/>
        </p:nvPicPr>
        <p:blipFill>
          <a:blip r:embed="rId3"/>
          <a:stretch>
            <a:fillRect/>
          </a:stretch>
        </p:blipFill>
        <p:spPr>
          <a:xfrm>
            <a:off x="7014497" y="991581"/>
            <a:ext cx="4488390" cy="3639745"/>
          </a:xfrm>
          <a:prstGeom prst="rect">
            <a:avLst/>
          </a:prstGeom>
        </p:spPr>
      </p:pic>
      <p:sp>
        <p:nvSpPr>
          <p:cNvPr id="8" name="Rectángulo 7">
            <a:extLst>
              <a:ext uri="{FF2B5EF4-FFF2-40B4-BE49-F238E27FC236}">
                <a16:creationId xmlns:a16="http://schemas.microsoft.com/office/drawing/2014/main" id="{7842762E-2AB3-457C-B733-EF01E8596F59}"/>
              </a:ext>
            </a:extLst>
          </p:cNvPr>
          <p:cNvSpPr/>
          <p:nvPr/>
        </p:nvSpPr>
        <p:spPr>
          <a:xfrm>
            <a:off x="7434470" y="4960244"/>
            <a:ext cx="4488390" cy="769441"/>
          </a:xfrm>
          <a:prstGeom prst="rect">
            <a:avLst/>
          </a:prstGeom>
        </p:spPr>
        <p:txBody>
          <a:bodyPr wrap="square">
            <a:spAutoFit/>
          </a:bodyPr>
          <a:lstStyle/>
          <a:p>
            <a:r>
              <a:rPr lang="en-US" sz="1100" dirty="0"/>
              <a:t>Microstructures of (a, b and c) as-cast steel showing </a:t>
            </a:r>
            <a:r>
              <a:rPr lang="en-US" sz="1100" dirty="0" err="1"/>
              <a:t>Widmanstatten</a:t>
            </a:r>
            <a:r>
              <a:rPr lang="en-US" sz="1100" dirty="0"/>
              <a:t> morphology with thick ferritic grain boundaries 70,</a:t>
            </a:r>
          </a:p>
          <a:p>
            <a:r>
              <a:rPr lang="en-US" sz="1100" dirty="0"/>
              <a:t>(d) the rolled sample, recrystallized structure x70. (</a:t>
            </a:r>
            <a:r>
              <a:rPr lang="es-PE" sz="1100" dirty="0"/>
              <a:t>G. Das et al. / </a:t>
            </a:r>
            <a:r>
              <a:rPr lang="es-PE" sz="1100" dirty="0" err="1"/>
              <a:t>Engineering</a:t>
            </a:r>
            <a:r>
              <a:rPr lang="es-PE" sz="1100" dirty="0"/>
              <a:t> </a:t>
            </a:r>
            <a:r>
              <a:rPr lang="es-PE" sz="1100" dirty="0" err="1"/>
              <a:t>Failure</a:t>
            </a:r>
            <a:r>
              <a:rPr lang="es-PE" sz="1100" dirty="0"/>
              <a:t> </a:t>
            </a:r>
            <a:r>
              <a:rPr lang="es-PE" sz="1100" dirty="0" err="1"/>
              <a:t>Analysis</a:t>
            </a:r>
            <a:r>
              <a:rPr lang="es-PE" sz="1100" dirty="0"/>
              <a:t> 10 (2003) 363–370)</a:t>
            </a:r>
          </a:p>
        </p:txBody>
      </p:sp>
      <p:pic>
        <p:nvPicPr>
          <p:cNvPr id="9" name="Imagen 8">
            <a:extLst>
              <a:ext uri="{FF2B5EF4-FFF2-40B4-BE49-F238E27FC236}">
                <a16:creationId xmlns:a16="http://schemas.microsoft.com/office/drawing/2014/main" id="{1382288F-A428-4040-AF2D-2F2CA44C4114}"/>
              </a:ext>
            </a:extLst>
          </p:cNvPr>
          <p:cNvPicPr>
            <a:picLocks noChangeAspect="1"/>
          </p:cNvPicPr>
          <p:nvPr/>
        </p:nvPicPr>
        <p:blipFill>
          <a:blip r:embed="rId4"/>
          <a:stretch>
            <a:fillRect/>
          </a:stretch>
        </p:blipFill>
        <p:spPr>
          <a:xfrm>
            <a:off x="689113" y="3484988"/>
            <a:ext cx="3650560" cy="2950512"/>
          </a:xfrm>
          <a:prstGeom prst="rect">
            <a:avLst/>
          </a:prstGeom>
        </p:spPr>
      </p:pic>
      <p:sp>
        <p:nvSpPr>
          <p:cNvPr id="10" name="Rectángulo 9">
            <a:extLst>
              <a:ext uri="{FF2B5EF4-FFF2-40B4-BE49-F238E27FC236}">
                <a16:creationId xmlns:a16="http://schemas.microsoft.com/office/drawing/2014/main" id="{68F83EF2-EF2F-4B78-A37A-674987175D6A}"/>
              </a:ext>
            </a:extLst>
          </p:cNvPr>
          <p:cNvSpPr/>
          <p:nvPr/>
        </p:nvSpPr>
        <p:spPr>
          <a:xfrm>
            <a:off x="4445689" y="4149030"/>
            <a:ext cx="2386175" cy="1754326"/>
          </a:xfrm>
          <a:prstGeom prst="rect">
            <a:avLst/>
          </a:prstGeom>
        </p:spPr>
        <p:txBody>
          <a:bodyPr wrap="square">
            <a:spAutoFit/>
          </a:bodyPr>
          <a:lstStyle/>
          <a:p>
            <a:r>
              <a:rPr lang="en-US" sz="1200" dirty="0"/>
              <a:t>Cold-rolled microstructures a, c) and finally annealed microstructures b, d) after hot rolling with different coiling temperatures: 650 8C (top), 750 8C (bottom). </a:t>
            </a:r>
            <a:r>
              <a:rPr lang="es-PE" sz="1200" dirty="0">
                <a:hlinkClick r:id="rId5"/>
              </a:rPr>
              <a:t>https://www.researchgate.net/publication/299551558</a:t>
            </a:r>
            <a:endParaRPr lang="es-PE" sz="1200" dirty="0"/>
          </a:p>
          <a:p>
            <a:r>
              <a:rPr lang="en-US" sz="1200" dirty="0"/>
              <a:t> </a:t>
            </a:r>
            <a:endParaRPr lang="es-PE" sz="1200" dirty="0"/>
          </a:p>
        </p:txBody>
      </p:sp>
    </p:spTree>
    <p:extLst>
      <p:ext uri="{BB962C8B-B14F-4D97-AF65-F5344CB8AC3E}">
        <p14:creationId xmlns:p14="http://schemas.microsoft.com/office/powerpoint/2010/main" val="3286230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0" grpId="0"/>
    </p:bldLst>
  </p:timing>
</p:sld>
</file>

<file path=ppt/theme/theme1.xml><?xml version="1.0" encoding="utf-8"?>
<a:theme xmlns:a="http://schemas.openxmlformats.org/drawingml/2006/main" name="UDEP Portada">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UDEP - Tonalidad clara">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UDEP - Tonalidad media">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UDEP - Tonalidad oscura">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UDEP - Pizarra">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BB02BD22D4D828428BAA06EA1A84D8F6" ma:contentTypeVersion="32" ma:contentTypeDescription="Crear nuevo documento." ma:contentTypeScope="" ma:versionID="bfb47231ebf68423c78bcd6064d4933d">
  <xsd:schema xmlns:xsd="http://www.w3.org/2001/XMLSchema" xmlns:xs="http://www.w3.org/2001/XMLSchema" xmlns:p="http://schemas.microsoft.com/office/2006/metadata/properties" xmlns:ns2="73fc2aac-ad62-4690-badc-8efc4f9d67f6" xmlns:ns3="4e49f5a6-3dcf-425f-ae7f-7ebb09bd4307" targetNamespace="http://schemas.microsoft.com/office/2006/metadata/properties" ma:root="true" ma:fieldsID="77ec458d17703c30df359f696731b919" ns2:_="" ns3:_="">
    <xsd:import namespace="73fc2aac-ad62-4690-badc-8efc4f9d67f6"/>
    <xsd:import namespace="4e49f5a6-3dcf-425f-ae7f-7ebb09bd4307"/>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Leaders" minOccurs="0"/>
                <xsd:element ref="ns2:Members" minOccurs="0"/>
                <xsd:element ref="ns2:Member_Groups" minOccurs="0"/>
                <xsd:element ref="ns2:Distribution_Groups" minOccurs="0"/>
                <xsd:element ref="ns2:LMS_Mappings" minOccurs="0"/>
                <xsd:element ref="ns2:Invited_Leaders" minOccurs="0"/>
                <xsd:element ref="ns2:Invited_Members" minOccurs="0"/>
                <xsd:element ref="ns2:Self_Registration_Enabled" minOccurs="0"/>
                <xsd:element ref="ns2:Has_Leaders_Only_SectionGroup" minOccurs="0"/>
                <xsd:element ref="ns2:Is_Collaboration_Space_Locked" minOccurs="0"/>
                <xsd:element ref="ns2:IsNotebookLocked" minOccurs="0"/>
                <xsd:element ref="ns2:MediaServiceMetadata" minOccurs="0"/>
                <xsd:element ref="ns2:MediaServiceFastMetadata" minOccurs="0"/>
                <xsd:element ref="ns2:MediaServiceAutoTags"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OCR" minOccurs="0"/>
                <xsd:element ref="ns2:MediaServiceLocation"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fc2aac-ad62-4690-badc-8efc4f9d67f6"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Leaders" ma:index="17" nillable="true" ma:displayName="Leaders" ma:internalName="Lead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mbers" ma:index="18" nillable="true" ma:displayName="Members" ma:internalName="Memb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mber_Groups" ma:index="19" nillable="true" ma:displayName="Member Groups" ma:internalName="Member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Leaders" ma:index="22" nillable="true" ma:displayName="Invited Leaders" ma:internalName="Invited_Leaders">
      <xsd:simpleType>
        <xsd:restriction base="dms:Note">
          <xsd:maxLength value="255"/>
        </xsd:restriction>
      </xsd:simpleType>
    </xsd:element>
    <xsd:element name="Invited_Members" ma:index="23" nillable="true" ma:displayName="Invited Members" ma:internalName="Invited_Member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Leaders_Only_SectionGroup" ma:index="25" nillable="true" ma:displayName="Has Leaders Only SectionGroup" ma:internalName="Has_Leaders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MediaServiceMetadata" ma:index="28" nillable="true" ma:displayName="MediaServiceMetadata" ma:hidden="true" ma:internalName="MediaServiceMetadata" ma:readOnly="true">
      <xsd:simpleType>
        <xsd:restriction base="dms:Note"/>
      </xsd:simpleType>
    </xsd:element>
    <xsd:element name="MediaServiceFastMetadata" ma:index="29" nillable="true" ma:displayName="MediaServiceFastMetadata" ma:hidden="true" ma:internalName="MediaServiceFastMetadata" ma:readOnly="true">
      <xsd:simpleType>
        <xsd:restriction base="dms:Note"/>
      </xsd:simpleType>
    </xsd:element>
    <xsd:element name="MediaServiceAutoTags" ma:index="30" nillable="true" ma:displayName="Tags" ma:internalName="MediaServiceAutoTags" ma:readOnly="true">
      <xsd:simpleType>
        <xsd:restriction base="dms:Text"/>
      </xsd:simpleType>
    </xsd:element>
    <xsd:element name="MediaServiceGenerationTime" ma:index="31" nillable="true" ma:displayName="MediaServiceGenerationTime" ma:hidden="true" ma:internalName="MediaServiceGenerationTime" ma:readOnly="true">
      <xsd:simpleType>
        <xsd:restriction base="dms:Text"/>
      </xsd:simpleType>
    </xsd:element>
    <xsd:element name="MediaServiceEventHashCode" ma:index="32" nillable="true" ma:displayName="MediaServiceEventHashCode" ma:hidden="true" ma:internalName="MediaServiceEventHashCode" ma:readOnly="true">
      <xsd:simpleType>
        <xsd:restriction base="dms:Text"/>
      </xsd:simpleType>
    </xsd:element>
    <xsd:element name="MediaServiceDateTaken" ma:index="35" nillable="true" ma:displayName="MediaServiceDateTaken" ma:hidden="true" ma:internalName="MediaServiceDateTaken" ma:readOnly="true">
      <xsd:simpleType>
        <xsd:restriction base="dms:Text"/>
      </xsd:simpleType>
    </xsd:element>
    <xsd:element name="MediaServiceOCR" ma:index="36" nillable="true" ma:displayName="Extracted Text" ma:internalName="MediaServiceOCR" ma:readOnly="true">
      <xsd:simpleType>
        <xsd:restriction base="dms:Note">
          <xsd:maxLength value="255"/>
        </xsd:restriction>
      </xsd:simpleType>
    </xsd:element>
    <xsd:element name="MediaServiceLocation" ma:index="37" nillable="true" ma:displayName="Location" ma:internalName="MediaServiceLocation" ma:readOnly="true">
      <xsd:simpleType>
        <xsd:restriction base="dms:Text"/>
      </xsd:simpleType>
    </xsd:element>
    <xsd:element name="MediaServiceAutoKeyPoints" ma:index="38" nillable="true" ma:displayName="MediaServiceAutoKeyPoints" ma:hidden="true" ma:internalName="MediaServiceAutoKeyPoints" ma:readOnly="true">
      <xsd:simpleType>
        <xsd:restriction base="dms:Note"/>
      </xsd:simpleType>
    </xsd:element>
    <xsd:element name="MediaServiceKeyPoints" ma:index="39"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49f5a6-3dcf-425f-ae7f-7ebb09bd4307" elementFormDefault="qualified">
    <xsd:import namespace="http://schemas.microsoft.com/office/2006/documentManagement/types"/>
    <xsd:import namespace="http://schemas.microsoft.com/office/infopath/2007/PartnerControls"/>
    <xsd:element name="SharedWithUsers" ma:index="33"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34" nillable="true" ma:displayName="Detalles de uso compartido"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ath_Settings xmlns="73fc2aac-ad62-4690-badc-8efc4f9d67f6" xsi:nil="true"/>
    <Templates xmlns="73fc2aac-ad62-4690-badc-8efc4f9d67f6" xsi:nil="true"/>
    <Members xmlns="73fc2aac-ad62-4690-badc-8efc4f9d67f6">
      <UserInfo>
        <DisplayName/>
        <AccountId xsi:nil="true"/>
        <AccountType/>
      </UserInfo>
    </Members>
    <Self_Registration_Enabled xmlns="73fc2aac-ad62-4690-badc-8efc4f9d67f6" xsi:nil="true"/>
    <Has_Leaders_Only_SectionGroup xmlns="73fc2aac-ad62-4690-badc-8efc4f9d67f6" xsi:nil="true"/>
    <Distribution_Groups xmlns="73fc2aac-ad62-4690-badc-8efc4f9d67f6" xsi:nil="true"/>
    <TeamsChannelId xmlns="73fc2aac-ad62-4690-badc-8efc4f9d67f6" xsi:nil="true"/>
    <Invited_Leaders xmlns="73fc2aac-ad62-4690-badc-8efc4f9d67f6" xsi:nil="true"/>
    <IsNotebookLocked xmlns="73fc2aac-ad62-4690-badc-8efc4f9d67f6" xsi:nil="true"/>
    <DefaultSectionNames xmlns="73fc2aac-ad62-4690-badc-8efc4f9d67f6" xsi:nil="true"/>
    <LMS_Mappings xmlns="73fc2aac-ad62-4690-badc-8efc4f9d67f6" xsi:nil="true"/>
    <Is_Collaboration_Space_Locked xmlns="73fc2aac-ad62-4690-badc-8efc4f9d67f6" xsi:nil="true"/>
    <NotebookType xmlns="73fc2aac-ad62-4690-badc-8efc4f9d67f6" xsi:nil="true"/>
    <Leaders xmlns="73fc2aac-ad62-4690-badc-8efc4f9d67f6">
      <UserInfo>
        <DisplayName/>
        <AccountId xsi:nil="true"/>
        <AccountType/>
      </UserInfo>
    </Leaders>
    <Member_Groups xmlns="73fc2aac-ad62-4690-badc-8efc4f9d67f6">
      <UserInfo>
        <DisplayName/>
        <AccountId xsi:nil="true"/>
        <AccountType/>
      </UserInfo>
    </Member_Groups>
    <Owner xmlns="73fc2aac-ad62-4690-badc-8efc4f9d67f6">
      <UserInfo>
        <DisplayName/>
        <AccountId xsi:nil="true"/>
        <AccountType/>
      </UserInfo>
    </Owner>
    <AppVersion xmlns="73fc2aac-ad62-4690-badc-8efc4f9d67f6" xsi:nil="true"/>
    <Invited_Members xmlns="73fc2aac-ad62-4690-badc-8efc4f9d67f6" xsi:nil="true"/>
    <FolderType xmlns="73fc2aac-ad62-4690-badc-8efc4f9d67f6" xsi:nil="true"/>
    <CultureName xmlns="73fc2aac-ad62-4690-badc-8efc4f9d67f6" xsi:nil="true"/>
  </documentManagement>
</p:properties>
</file>

<file path=customXml/itemProps1.xml><?xml version="1.0" encoding="utf-8"?>
<ds:datastoreItem xmlns:ds="http://schemas.openxmlformats.org/officeDocument/2006/customXml" ds:itemID="{32581929-FB24-4CE6-BAF6-DFA8F77D3479}">
  <ds:schemaRefs>
    <ds:schemaRef ds:uri="http://schemas.microsoft.com/sharepoint/v3/contenttype/forms"/>
  </ds:schemaRefs>
</ds:datastoreItem>
</file>

<file path=customXml/itemProps2.xml><?xml version="1.0" encoding="utf-8"?>
<ds:datastoreItem xmlns:ds="http://schemas.openxmlformats.org/officeDocument/2006/customXml" ds:itemID="{041C4333-9BD8-4FCB-8F3D-1FAC2129FA2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3fc2aac-ad62-4690-badc-8efc4f9d67f6"/>
    <ds:schemaRef ds:uri="4e49f5a6-3dcf-425f-ae7f-7ebb09bd430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21E8057-3505-4107-B6E9-A962F52A74A1}">
  <ds:schemaRefs>
    <ds:schemaRef ds:uri="http://schemas.microsoft.com/office/2006/documentManagement/types"/>
    <ds:schemaRef ds:uri="http://schemas.microsoft.com/office/2006/metadata/properties"/>
    <ds:schemaRef ds:uri="http://purl.org/dc/dcmitype/"/>
    <ds:schemaRef ds:uri="http://purl.org/dc/terms/"/>
    <ds:schemaRef ds:uri="http://purl.org/dc/elements/1.1/"/>
    <ds:schemaRef ds:uri="http://schemas.microsoft.com/office/infopath/2007/PartnerControls"/>
    <ds:schemaRef ds:uri="73fc2aac-ad62-4690-badc-8efc4f9d67f6"/>
    <ds:schemaRef ds:uri="http://schemas.openxmlformats.org/package/2006/metadata/core-properties"/>
    <ds:schemaRef ds:uri="4e49f5a6-3dcf-425f-ae7f-7ebb09bd4307"/>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3675</TotalTime>
  <Words>963</Words>
  <Application>Microsoft Office PowerPoint</Application>
  <PresentationFormat>Panorámica</PresentationFormat>
  <Paragraphs>73</Paragraphs>
  <Slides>8</Slides>
  <Notes>5</Notes>
  <HiddenSlides>0</HiddenSlides>
  <MMClips>0</MMClips>
  <ScaleCrop>false</ScaleCrop>
  <HeadingPairs>
    <vt:vector size="8" baseType="variant">
      <vt:variant>
        <vt:lpstr>Fuentes usadas</vt:lpstr>
      </vt:variant>
      <vt:variant>
        <vt:i4>6</vt:i4>
      </vt:variant>
      <vt:variant>
        <vt:lpstr>Tema</vt:lpstr>
      </vt:variant>
      <vt:variant>
        <vt:i4>5</vt:i4>
      </vt:variant>
      <vt:variant>
        <vt:lpstr>Servidores OLE incrustados</vt:lpstr>
      </vt:variant>
      <vt:variant>
        <vt:i4>1</vt:i4>
      </vt:variant>
      <vt:variant>
        <vt:lpstr>Títulos de diapositiva</vt:lpstr>
      </vt:variant>
      <vt:variant>
        <vt:i4>8</vt:i4>
      </vt:variant>
    </vt:vector>
  </HeadingPairs>
  <TitlesOfParts>
    <vt:vector size="20" baseType="lpstr">
      <vt:lpstr>Arial</vt:lpstr>
      <vt:lpstr>Calibri</vt:lpstr>
      <vt:lpstr>Calibri Light</vt:lpstr>
      <vt:lpstr>Cambria Math</vt:lpstr>
      <vt:lpstr>Georgia</vt:lpstr>
      <vt:lpstr>Wingdings</vt:lpstr>
      <vt:lpstr>UDEP Portada</vt:lpstr>
      <vt:lpstr>UDEP - Tonalidad clara</vt:lpstr>
      <vt:lpstr>UDEP - Tonalidad media</vt:lpstr>
      <vt:lpstr>UDEP - Tonalidad oscura</vt:lpstr>
      <vt:lpstr>UDEP - Pizarra</vt:lpstr>
      <vt:lpstr>Ecuación</vt:lpstr>
      <vt:lpstr>Unidad 1: Fundamentos de los materiales</vt:lpstr>
      <vt:lpstr>Endurecimiento por deformación</vt:lpstr>
      <vt:lpstr>Curva real</vt:lpstr>
      <vt:lpstr>Variación de propiedades con el grado de deformación</vt:lpstr>
      <vt:lpstr>Deformación en frío y en caliente</vt:lpstr>
      <vt:lpstr>Diferencias entre deformación en frío y en caliente</vt:lpstr>
      <vt:lpstr>Características y defectos inherentes a la solidificación</vt:lpstr>
      <vt:lpstr>Microestructuras as cast y recristalizadas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UDEP</dc:creator>
  <cp:keywords/>
  <dc:description/>
  <cp:lastModifiedBy>Perla Siri Silva Ramos</cp:lastModifiedBy>
  <cp:revision>197</cp:revision>
  <dcterms:created xsi:type="dcterms:W3CDTF">2020-08-28T21:26:43Z</dcterms:created>
  <dcterms:modified xsi:type="dcterms:W3CDTF">2021-09-16T04:53:10Z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0x010100BB02BD22D4D828428BAA06EA1A84D8F6</vt:lpwstr>
  </property>
</Properties>
</file>